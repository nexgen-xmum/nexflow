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3.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Relationships xmlns="http://schemas.openxmlformats.org/package/2006/relationships"><Relationship Id="rIdChartSnapshot1" Type="http://schemas.openxmlformats.org/officeDocument/2006/relationships/package" Target="../embeddings/chart-data-snapshot-001.xlsx"/></Relationships>
</file>

<file path=ppt/charts/_rels/chart2.xml.rels><Relationships xmlns="http://schemas.openxmlformats.org/package/2006/relationships"><Relationship Id="rIdChartSnapshot1" Type="http://schemas.openxmlformats.org/officeDocument/2006/relationships/package" Target="../embeddings/chart-data-snapshot-002.xlsx"/></Relationships>
</file>

<file path=ppt/charts/_rels/chart3.xml.rels><Relationships xmlns="http://schemas.openxmlformats.org/package/2006/relationships"><Relationship Id="rIdChartSnapshot1" Type="http://schemas.openxmlformats.org/officeDocument/2006/relationships/package" Target="../embeddings/chart-data-snapshot-00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doughnutChart>
        <c:varyColors val="1"/>
        <c:ser>
          <c:idx val="0"/>
          <c:order val="0"/>
          <c:tx>
            <c:v>Items</c:v>
          </c:tx>
          <c:dPt>
            <c:idx val="0"/>
            <c:bubble3D val="0"/>
            <c:spPr>
              <a:solidFill>
                <a:srgbClr val="B57906"/>
              </a:solidFill>
            </c:spPr>
            <c:extLst>
              <c:ext xmlns:c16="http://schemas.microsoft.com/office/drawing/2014/chart" uri="{C3380CC4-5D6E-409C-BE32-E72D297353CC}">
                <c16:uniqueId val="{00000001-0ABB-4C42-A7C2-E60272B037C1}"/>
              </c:ext>
            </c:extLst>
          </c:dPt>
          <c:dPt>
            <c:idx val="1"/>
            <c:bubble3D val="0"/>
            <c:spPr>
              <a:solidFill>
                <a:srgbClr val="598C6C"/>
              </a:solidFill>
            </c:spPr>
            <c:extLst>
              <c:ext xmlns:c16="http://schemas.microsoft.com/office/drawing/2014/chart" uri="{C3380CC4-5D6E-409C-BE32-E72D297353CC}">
                <c16:uniqueId val="{00000003-0ABB-4C42-A7C2-E60272B037C1}"/>
              </c:ext>
            </c:extLst>
          </c:dPt>
          <c:dLbls>
            <c:spPr>
              <a:noFill/>
              <a:ln>
                <a:noFill/>
              </a:ln>
              <a:effectLst/>
            </c:spPr>
            <c:txPr>
              <a:bodyPr anchorCtr="1"/>
              <a:lstStyle/>
              <a:p>
                <a:pPr>
                  <a:defRPr sz="1800">
                    <a:latin typeface="Arial"/>
                    <a:ea typeface="Arial"/>
                    <a:cs typeface="Aria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extLst>
          </c:dLbls>
          <c:cat>
            <c:strRef>
              <c:f>'Chart Data'!$A$2:$A$3</c:f>
              <c:strCache>
                <c:ptCount val="2"/>
                <c:pt idx="0">
                  <c:v>Collected 20%</c:v>
                </c:pt>
                <c:pt idx="1">
                  <c:v>Handover 80%</c:v>
                </c:pt>
              </c:strCache>
            </c:strRef>
          </c:cat>
          <c:val>
            <c:numRef>
              <c:f>'Chart Data'!$B$2:$B$3</c:f>
              <c:numCache>
                <c:formatCode>General</c:formatCode>
                <c:ptCount val="2"/>
                <c:pt idx="0">
                  <c:v>2</c:v>
                </c:pt>
                <c:pt idx="1">
                  <c:v>8</c:v>
                </c:pt>
              </c:numCache>
            </c:numRef>
          </c:val>
          <c:extLst>
            <c:ext xmlns:c16="http://schemas.microsoft.com/office/drawing/2014/chart" uri="{C3380CC4-5D6E-409C-BE32-E72D297353CC}">
              <c16:uniqueId val="{00000004-0ABB-4C42-A7C2-E60272B037C1}"/>
            </c:ext>
          </c:extLst>
        </c:ser>
        <c:dLbls>
          <c:showLegendKey val="0"/>
          <c:showVal val="1"/>
          <c:showCatName val="0"/>
          <c:showSerName val="0"/>
          <c:showPercent val="0"/>
          <c:showBubbleSize val="0"/>
          <c:showLeaderLines val="0"/>
        </c:dLbls>
        <c:firstSliceAng val="0"/>
        <c:holeSize val="64"/>
      </c:doughnutChart>
    </c:plotArea>
    <c:legend>
      <c:legendPos val="b"/>
      <c:overlay val="0"/>
      <c:txPr>
        <a:bodyPr anchorCtr="1"/>
        <a:lstStyle/>
        <a:p>
          <a:pPr>
            <a:defRPr sz="1350">
              <a:latin typeface="Arial"/>
              <a:ea typeface="Arial"/>
              <a:cs typeface="Arial"/>
            </a:defRPr>
          </a:pPr>
          <a:endParaRPr lang="zh-CN"/>
        </a:p>
      </c:txPr>
    </c:legend>
    <c:plotVisOnly val="1"/>
    <c:dispBlanksAs val="zero"/>
    <c:showDLblsOverMax val="1"/>
  </c:chart>
  <c:spPr>
    <a:noFill/>
    <a:ln w="0">
      <a:noFill/>
    </a:ln>
  </c:spPr>
  <c:externalData r:id="rIdChartSnapshot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Revenue less whole-batch product cost / RM</c:v>
          </c:tx>
          <c:spPr>
            <a:ln w="28575">
              <a:solidFill>
                <a:srgbClr val="B57906"/>
              </a:solidFill>
            </a:ln>
          </c:spPr>
          <c:marker>
            <c:symbol val="circle"/>
            <c:size val="8"/>
            <c:spPr>
              <a:solidFill>
                <a:srgbClr val="598C6C"/>
              </a:solidFill>
            </c:spPr>
          </c:marker>
          <c:dLbls>
            <c:spPr>
              <a:noFill/>
              <a:ln>
                <a:noFill/>
              </a:ln>
              <a:effectLst/>
            </c:spPr>
            <c:txPr>
              <a:bodyPr anchorCtr="1"/>
              <a:lstStyle/>
              <a:p>
                <a:pPr>
                  <a:defRPr sz="1500">
                    <a:latin typeface="Arial"/>
                    <a:ea typeface="Arial"/>
                    <a:cs typeface="Arial"/>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Data'!$A$2:$A$12</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cat>
          <c:val>
            <c:numRef>
              <c:f>'Chart Data'!$B$2:$B$12</c:f>
              <c:numCache>
                <c:formatCode>General</c:formatCode>
                <c:ptCount val="11"/>
                <c:pt idx="0">
                  <c:v>-20</c:v>
                </c:pt>
                <c:pt idx="1">
                  <c:v>-17</c:v>
                </c:pt>
                <c:pt idx="2">
                  <c:v>-14</c:v>
                </c:pt>
                <c:pt idx="3">
                  <c:v>-11</c:v>
                </c:pt>
                <c:pt idx="4">
                  <c:v>-8</c:v>
                </c:pt>
                <c:pt idx="5">
                  <c:v>-5</c:v>
                </c:pt>
                <c:pt idx="6">
                  <c:v>-2</c:v>
                </c:pt>
                <c:pt idx="7">
                  <c:v>1</c:v>
                </c:pt>
                <c:pt idx="8">
                  <c:v>4</c:v>
                </c:pt>
                <c:pt idx="9">
                  <c:v>7</c:v>
                </c:pt>
                <c:pt idx="10">
                  <c:v>10</c:v>
                </c:pt>
              </c:numCache>
            </c:numRef>
          </c:val>
          <c:smooth val="0"/>
          <c:extLst>
            <c:ext xmlns:c16="http://schemas.microsoft.com/office/drawing/2014/chart" uri="{C3380CC4-5D6E-409C-BE32-E72D297353CC}">
              <c16:uniqueId val="{00000000-A4EA-4A2D-85D8-BFBA4CA24F92}"/>
            </c:ext>
          </c:extLst>
        </c:ser>
        <c:dLbls>
          <c:dLblPos val="t"/>
          <c:showLegendKey val="0"/>
          <c:showVal val="1"/>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a:latin typeface="Arial"/>
                    <a:ea typeface="Arial"/>
                    <a:cs typeface="Arial"/>
                  </a:rPr>
                  <a:t>Items collected</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350">
                <a:solidFill>
                  <a:srgbClr val="666666"/>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scaling>
        <c:delete val="0"/>
        <c:axPos val="l"/>
        <c:majorGridlines>
          <c:spPr>
            <a:ln w="9525">
              <a:solidFill>
                <a:srgbClr val="B7BA9A"/>
              </a:solidFill>
            </a:ln>
          </c:spPr>
        </c:majorGridlines>
        <c:title>
          <c:tx>
            <c:rich>
              <a:bodyPr/>
              <a:lstStyle/>
              <a:p>
                <a:r>
                  <a:rPr>
                    <a:latin typeface="Arial"/>
                    <a:ea typeface="Arial"/>
                    <a:cs typeface="Arial"/>
                  </a:rPr>
                  <a:t>RM</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zh-CN"/>
          </a:p>
        </c:txPr>
        <c:crossAx val="48650112"/>
        <c:crosses val="autoZero"/>
        <c:crossBetween val="between"/>
      </c:valAx>
    </c:plotArea>
    <c:plotVisOnly val="1"/>
    <c:dispBlanksAs val="zero"/>
    <c:showDLblsOverMax val="1"/>
  </c:chart>
  <c:spPr>
    <a:noFill/>
    <a:ln w="0">
      <a:noFill/>
    </a:ln>
  </c:spPr>
  <c:externalData r:id="rIdChartSnapshot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Scenario A</c:v>
          </c:tx>
          <c:spPr>
            <a:ln w="28575">
              <a:solidFill>
                <a:srgbClr val="B57906"/>
              </a:solidFill>
            </a:ln>
          </c:spPr>
          <c:marker>
            <c:symbol val="circle"/>
            <c:size val="6"/>
            <c:spPr>
              <a:solidFill>
                <a:srgbClr val="B57906"/>
              </a:solidFill>
            </c:spPr>
          </c:marker>
          <c:cat>
            <c:strRef>
              <c:f>'Chart Data'!$A$2:$A$8</c:f>
              <c:strCache>
                <c:ptCount val="7"/>
                <c:pt idx="0">
                  <c:v>D1</c:v>
                </c:pt>
                <c:pt idx="1">
                  <c:v>D2</c:v>
                </c:pt>
                <c:pt idx="2">
                  <c:v>D3</c:v>
                </c:pt>
                <c:pt idx="3">
                  <c:v>D4</c:v>
                </c:pt>
                <c:pt idx="4">
                  <c:v>D5</c:v>
                </c:pt>
                <c:pt idx="5">
                  <c:v>D6</c:v>
                </c:pt>
                <c:pt idx="6">
                  <c:v>D7</c:v>
                </c:pt>
              </c:strCache>
            </c:strRef>
          </c:cat>
          <c:val>
            <c:numRef>
              <c:f>'Chart Data'!$B$2:$B$8</c:f>
              <c:numCache>
                <c:formatCode>General</c:formatCode>
                <c:ptCount val="7"/>
                <c:pt idx="0">
                  <c:v>0</c:v>
                </c:pt>
                <c:pt idx="1">
                  <c:v>30</c:v>
                </c:pt>
                <c:pt idx="2">
                  <c:v>0</c:v>
                </c:pt>
                <c:pt idx="3">
                  <c:v>30</c:v>
                </c:pt>
                <c:pt idx="4">
                  <c:v>0</c:v>
                </c:pt>
                <c:pt idx="5">
                  <c:v>30</c:v>
                </c:pt>
                <c:pt idx="6">
                  <c:v>15</c:v>
                </c:pt>
              </c:numCache>
            </c:numRef>
          </c:val>
          <c:smooth val="0"/>
          <c:extLst>
            <c:ext xmlns:c16="http://schemas.microsoft.com/office/drawing/2014/chart" uri="{C3380CC4-5D6E-409C-BE32-E72D297353CC}">
              <c16:uniqueId val="{00000000-CD17-457C-AA74-F87880465CDA}"/>
            </c:ext>
          </c:extLst>
        </c:ser>
        <c:ser>
          <c:idx val="1"/>
          <c:order val="1"/>
          <c:tx>
            <c:v>Scenario B</c:v>
          </c:tx>
          <c:spPr>
            <a:ln w="28575">
              <a:solidFill>
                <a:srgbClr val="598C6C"/>
              </a:solidFill>
            </a:ln>
          </c:spPr>
          <c:marker>
            <c:symbol val="circle"/>
            <c:size val="6"/>
            <c:spPr>
              <a:solidFill>
                <a:srgbClr val="598C6C"/>
              </a:solidFill>
            </c:spPr>
          </c:marker>
          <c:cat>
            <c:strRef>
              <c:f>'Chart Data'!$C$2:$C$8</c:f>
              <c:strCache>
                <c:ptCount val="7"/>
                <c:pt idx="0">
                  <c:v>D1</c:v>
                </c:pt>
                <c:pt idx="1">
                  <c:v>D2</c:v>
                </c:pt>
                <c:pt idx="2">
                  <c:v>D3</c:v>
                </c:pt>
                <c:pt idx="3">
                  <c:v>D4</c:v>
                </c:pt>
                <c:pt idx="4">
                  <c:v>D5</c:v>
                </c:pt>
                <c:pt idx="5">
                  <c:v>D6</c:v>
                </c:pt>
                <c:pt idx="6">
                  <c:v>D7</c:v>
                </c:pt>
              </c:strCache>
            </c:strRef>
          </c:cat>
          <c:val>
            <c:numRef>
              <c:f>'Chart Data'!$D$2:$D$8</c:f>
              <c:numCache>
                <c:formatCode>General</c:formatCode>
                <c:ptCount val="7"/>
                <c:pt idx="0">
                  <c:v>12</c:v>
                </c:pt>
                <c:pt idx="1">
                  <c:v>18</c:v>
                </c:pt>
                <c:pt idx="2">
                  <c:v>12</c:v>
                </c:pt>
                <c:pt idx="3">
                  <c:v>18</c:v>
                </c:pt>
                <c:pt idx="4">
                  <c:v>12</c:v>
                </c:pt>
                <c:pt idx="5">
                  <c:v>18</c:v>
                </c:pt>
                <c:pt idx="6">
                  <c:v>15</c:v>
                </c:pt>
              </c:numCache>
            </c:numRef>
          </c:val>
          <c:smooth val="0"/>
          <c:extLst>
            <c:ext xmlns:c16="http://schemas.microsoft.com/office/drawing/2014/chart" uri="{C3380CC4-5D6E-409C-BE32-E72D297353CC}">
              <c16:uniqueId val="{00000001-CD17-457C-AA74-F87880465CDA}"/>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350">
                <a:solidFill>
                  <a:srgbClr val="666666"/>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35"/>
          <c:min val="0"/>
        </c:scaling>
        <c:delete val="0"/>
        <c:axPos val="l"/>
        <c:majorGridlines>
          <c:spPr>
            <a:ln w="9525">
              <a:solidFill>
                <a:srgbClr val="B7BA9A"/>
              </a:solidFill>
            </a:ln>
          </c:spPr>
        </c:majorGridlines>
        <c:title>
          <c:tx>
            <c:rich>
              <a:bodyPr/>
              <a:lstStyle/>
              <a:p>
                <a:r>
                  <a:rPr>
                    <a:latin typeface="Arial"/>
                    <a:ea typeface="Arial"/>
                    <a:cs typeface="Arial"/>
                  </a:rPr>
                  <a:t>Revenue / RM</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zh-CN"/>
          </a:p>
        </c:txPr>
        <c:crossAx val="48650112"/>
        <c:crosses val="autoZero"/>
        <c:crossBetween val="between"/>
        <c:majorUnit val="10"/>
      </c:valAx>
    </c:plotArea>
    <c:legend>
      <c:legendPos val="b"/>
      <c:overlay val="0"/>
      <c:txPr>
        <a:bodyPr anchorCtr="1"/>
        <a:lstStyle/>
        <a:p>
          <a:pPr>
            <a:defRPr sz="1350">
              <a:latin typeface="Arial"/>
              <a:ea typeface="Arial"/>
              <a:cs typeface="Arial"/>
            </a:defRPr>
          </a:pPr>
          <a:endParaRPr lang="zh-CN"/>
        </a:p>
      </c:txPr>
    </c:legend>
    <c:plotVisOnly val="1"/>
    <c:dispBlanksAs val="zero"/>
    <c:showDLblsOverMax val="1"/>
  </c:chart>
  <c:spPr>
    <a:noFill/>
    <a:ln w="0">
      <a:noFill/>
    </a:ln>
  </c:spPr>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Imagine closing your bakery with ten croissants left. The owner needs to recover cash, keep the closing routine manageable and decide what happens to anything unsold. Smart Yield connects a clearance offer, a surprise box, order collection and a separate surplus handover record. We are Nexgen. Today we will show one complete local case, explain the economics honestly, and describe what a real store pilot must prove.</a:t>
            </a:r>
          </a:p>
          <a:p>
            <a:endParaRPr/>
          </a:p>
          <a:p>
            <a:r>
              <a:t>DETAILS FOR Q&amp;A / DEMO CUES</a:t>
            </a:r>
          </a:p>
          <a:p>
            <a:r>
              <a:t>The local case uses synthetic products and identities, simulated payments and a fixed demo clock. It is not a real store trial. The cover illustration comes from the user's reference PDF and does not depict a partner store.</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Our presentation has six parts. We begin with owner value and the assumptions behind it. Then we show the product and follow the same ten-item batch through a local demonstration. We connect this to the relevant Sustainable Development Goals and conditional impact scenarios. Finally, we explain promotion, subscription economics, technical feasibility and our pilot request. The appendix is available for questions about accounting, algorithms, tests and food handover.</a:t>
            </a:r>
          </a:p>
          <a:p>
            <a:endParaRPr/>
          </a:p>
          <a:p>
            <a:r>
              <a:t>DETAILS FOR Q&amp;A / DEMO CUES</a:t>
            </a:r>
          </a:p>
          <a:p>
            <a:r>
              <a:t>Slides 1–15 are the main presentation. Slides 16–32 are supporting material. Click the page ranges on this slide to jump to a section. The live website link is on slide 6.</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We should not assume that a surprise box automatically earns more. Here we compare the same batch of ten items. Half-price clearance sells four items. A more conservative box scenario sells six, and a higher-volume scenario sells eight. Selling six improves the batch balance by RM4.60, but the batch still loses RM4.40 before other operating costs. Selling eight improves the balance by RM9.80. These are quantity assumptions to test, not observed conversion rates.</a:t>
            </a:r>
          </a:p>
          <a:p>
            <a:endParaRPr/>
          </a:p>
          <a:p>
            <a:r>
              <a:t>DETAILS FOR Q&amp;A / DEMO CUES</a:t>
            </a:r>
          </a:p>
          <a:p>
            <a:r>
              <a:t>Each item has a listed product cost of RM2. Half-price is RM3 per item. Every order contains two items and costs RM0.50 to package. A two-item box is RM5.70. Balances: 12−1−20=−9; 17.10−1.50−20=−4.40; 22.80−2−20=0.80. Excludes labour, rent, payment fees and other fulfilment costs. No industry benchmark or store research supports the assumed quantities. Same-quantity comparison: slide 31. Source: evidence/financial-sensitivity-v5.json.</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We are testing three owner needs: clearing more surplus, reducing repetitive closing work and making recovery income more predictable. Each need has an explicit assumption. Is surplus frequent enough? Will staff actually use the workflow? Does the additional value exceed the additional cost? We will answer these through interviews, timed store routines and comparable batch records, rather than treating them as facts already established.</a:t>
            </a:r>
          </a:p>
          <a:p>
            <a:endParaRPr/>
          </a:p>
          <a:p>
            <a:r>
              <a:t>DETAILS FOR Q&amp;A / DEMO CUES</a:t>
            </a:r>
          </a:p>
          <a:p>
            <a:r>
              <a:t>Pilot records should include opening surplus, product mix, operating hours, other promotions, completed collections, final disposition and staff time. Include zero-revenue days and failed attempts. Slide 30 explains stability metrics with illustrative data; it does not show a measured before-and-after effect.</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The owner-facing process has five steps. Staff enter surplus, rules calculate prices and eligible combinations, the system prepares a message, the owner reviews it, and the order moves into fulfilment. The owner retains control over the offer. In the recorded demonstration, copy was generated locally. Approval and WhatsApp broadcasting are page simulations, while inventory, quotes and fulfilment records are connected to the local backend.</a:t>
            </a:r>
          </a:p>
          <a:p>
            <a:endParaRPr/>
          </a:p>
          <a:p>
            <a:r>
              <a:t>DETAILS FOR Q&amp;A / DEMO CUES</a:t>
            </a:r>
          </a:p>
          <a:p>
            <a:r>
              <a:t>No online language model was called. Product facts, prices, quantities and safety claims must come from the backend and authorised records. One offer review does not replace order confirmation, pickup checks or food handover checks. The five illustrations are preserved from the user's reference PDF.</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Let us start with ten croissants. The listed retail price is RM6 each and the listed product cost is RM2 each. The single-item clearance price is RM3, so RM30 is only an all-sold revenue scenario. The backend can also offer an eligible box of two croissants for RM5.70. Generating the recommendation or requesting a quote does not reserve stock. We can open the local website here and select English from the language menu.</a:t>
            </a:r>
          </a:p>
          <a:p>
            <a:endParaRPr/>
          </a:p>
          <a:p>
            <a:r>
              <a:t>DETAILS FOR Q&amp;A / DEMO CUES</a:t>
            </a:r>
          </a:p>
          <a:p>
            <a:r>
              <a:t>The English data view is an editable presentation of the original local records, not an English screenshot or a newly executed transaction. Original browser snapshots remain in evidence/browser-run. Demo clock starts at 21:35 with a 21:30–22:00 pickup window. Run Start-Smart-Yield-Demo.cmd before clicking http://127.0.0.1:8001/app. The launcher requires the existing local project and .venv. Restart the server for a fresh temporary ledger; Reset draft does not reset the backend.</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Now watch the stock ledger. A quote leaves all ten items available. Confirmation reserves two items and records a simulated payment of RM5.70. Collection then deducts those two items from stock, leaving eight. The key distinction is that a quote is a price proposal; confirmation is the point where the backend checks stock again and reserves it. We have one two-item order, not two orders.</a:t>
            </a:r>
          </a:p>
          <a:p>
            <a:endParaRPr/>
          </a:p>
          <a:p>
            <a:r>
              <a:t>DETAILS FOR Q&amp;A / DEMO CUES</a:t>
            </a:r>
          </a:p>
          <a:p>
            <a:r>
              <a:t>Recorded states: quote has on_hand=10, reserved=0, available=10; confirmation has 10,2,8; collection has 8,0,8 with picked_up_qty=2. Payment and identity are local simulations. No payment gateway or production authentication is connected. Evidence: browser-run snapshots 03 through 05. Repeated quote, confirmation and collection checks were run separately in the independent API dataset.</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This is the result of the recorded local case: RM5.70 in simulated payment, two items collected and eight items recorded as handed over in the simulation. The collected order has RM1.20 gross profit before operating expenses. Clearing the inventory is not the same as selling everything. The eight handover items generate no sales revenue. The buttons below let us inspect the stock ledger, financial reconciliation and raw evidence.</a:t>
            </a:r>
          </a:p>
          <a:p>
            <a:endParaRPr/>
          </a:p>
          <a:p>
            <a:r>
              <a:t>DETAILS FOR Q&amp;A / DEMO CUES</a:t>
            </a:r>
          </a:p>
          <a:p>
            <a:r>
              <a:t>Order gross profit is 5.70−4.00−0.50=1.20. Whole-batch balance is 5.70−20.00−0.50=−14.80. The handover recipient is a placeholder and there was no actual transport or charity delivery. Recorded pickup and simulated handover quantities are mutually exclusive. Weight and footprint values come from demo inputs: 80g per item and 2.5kg CO2e per kg of food. The resulting 2.00kg is an associated footprint estimate, not avoided emissions. Native chart and tables remain editable. Source: browser-run/07-state.json.</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Our strongest sustainability link is SDG12, especially Target12.3 on food waste at retail and consumer levels. SDG8 connects to SME productivity and operating value. SDG2 is conditional on safe food reaching verified recipients. SDG13 is an indirect climate contribution that still needs a real baseline and suitable factors. Digital workflows, community resource management and future partnerships also relate to SDGs9,11 and17. These are contribution pathways, not goals already achieved.</a:t>
            </a:r>
          </a:p>
          <a:p>
            <a:endParaRPr/>
          </a:p>
          <a:p>
            <a:r>
              <a:t>DETAILS FOR Q&amp;A / DEMO CUES</a:t>
            </a:r>
          </a:p>
          <a:p>
            <a:r>
              <a:t>Official goal definitions: https://sdgs.un.org/goals/goal12 ; https://sdgs.un.org/goals/goal8 ; https://sdgs.un.org/goals/goal2 ; https://sdgs.un.org/goals/goal13 ; https://sdgs.un.org/goals/goal9 ; https://sdgs.un.org/goals/goal11 ; https://sdgs.un.org/goals/goal17 . The mapping is a team interpretation, not UN endorsement. A food donation does not prove nutritional adequacy. No certified emissions reduction is claimed. Full mapping: slide 32.</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To show potential scale, we use two conditional scenarios across three stores, each handling twenty-six batches per month. If boxes sell six items rather than the four-item half-price baseline, that is 156 additional collected items, corresponding to 12.48kg of food. The combined batch-balance difference is RM358.80. At eight items per batch, the corresponding figures are 312 items, 24.96kg and RM764.40. A pilot must determine whether either sales change is achievable.</a:t>
            </a:r>
          </a:p>
          <a:p>
            <a:endParaRPr/>
          </a:p>
          <a:p>
            <a:r>
              <a:t>DETAILS FOR Q&amp;A / DEMO CUES</a:t>
            </a:r>
          </a:p>
          <a:p>
            <a:r>
              <a:t>3×26=78 batches. Extra items are 78×(6−4)=156 or 78×(8−4)=312. Weight is extra items×0.08kg. Balance differences are 78×4.60=358.80 and 78×9.80=764.40. These exclude subscription and other incremental costs. Three proposed subscriptions cost 3×149=447, leaving −88.20 or 317.40 before other costs. Corresponding food weight is not measured waste reduction: food could otherwise have been sold or donated. No beneficiary count or avoided emissions result is available. Sources: financial-sensitivity-v5.json and impact-projection-v5.json.</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Promotion matters only if it leads to collected orders. We propose starting with a store's own customer channels. The offer must state the price, pickup window and allergens clearly. We then measure quote requests, confirmations and completed collections within the same campaign. The example is an offer draft based on the local box price. It is not a published advertisement, and WhatsApp delivery is not connected.</a:t>
            </a:r>
          </a:p>
          <a:p>
            <a:endParaRPr/>
          </a:p>
          <a:p>
            <a:r>
              <a:t>DETAILS FOR Q&amp;A / DEMO CUES</a:t>
            </a:r>
          </a:p>
          <a:p>
            <a:r>
              <a:t>A campaign needs consistent store, time-window and deduplication identifiers. API request counts are not unique customers. Exposure, message delivery and read receipts are not measured by the current local workflow. Exact box contents remain a surprise before purchase. Store location must be supplied by the real store, not invented. Existing rewards mechanisms do not prove repeat purchase or retention.</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RM149 per store per month is a price to validate. If every qualifying batch improves by RM9.80, sixteen batches cover that subscription before other incremental costs. Across twenty-six operating days with one batch per day, that is about sixty-two percent of days achieving that improvement. Under the more conservative RM4.60 assumption, thirty-three batches are required. Twenty-six batches would not cover the fee. We should therefore validate the price with stores that have enough surplus frequency and attributable value.</a:t>
            </a:r>
          </a:p>
          <a:p>
            <a:endParaRPr/>
          </a:p>
          <a:p>
            <a:r>
              <a:t>DETAILS FOR Q&amp;A / DEMO CUES</a:t>
            </a:r>
          </a:p>
          <a:p>
            <a:r>
              <a:t>ceil(149/9.80)=16; ceil(149/4.60)=33. At 26 batches: improvements are 254.80 and 119.60; after subscription they are 105.80 and −29.40. These are not net profits and still exclude additional labour, payment fees, marketing and fulfilment costs. 26 operating days and one batch per day are assumptions, not an industry benchmark. Do not split the same surplus into multiple batches to double-count value. Alternative pricing for low-frequency stores is a proposal, not validated willingness to pay.</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The technical structure is deliberately small: a web workspace, a FastAPI service with business rules, and a SQLite state ledger. Rules filter eligible products and calculate prices. Confirmation rechecks and reserves inventory. Pickup and handover then update distinct outcomes. We have a complete local browser case and ten focused API checks. Before a real pilot, the team still needs to address the reproduced engineering issues and validate the operating and safety procedures.</a:t>
            </a:r>
          </a:p>
          <a:p>
            <a:endParaRPr/>
          </a:p>
          <a:p>
            <a:r>
              <a:t>DETAILS FOR Q&amp;A / DEMO CUES</a:t>
            </a:r>
          </a:p>
          <a:p>
            <a:r>
              <a:t>These are logical layers, not three independently deployed services. Demonstration uses a temporary database, fixed clock, local copy, simulated payment and local identities. Owner approval and WhatsApp are page simulations. Real payments, production authentication, external messages and verified logistics are not connected. Three reproduced issues remain open; see slide 27. Ten focused checks do not establish complete regression, load tolerance, browser compatibility or production acceptance.</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Our proposed ninety-day plan has a gate at each stage. In the first month we work manually with three to five stores and record a baseline, collections and staff time. We test channels and data connections only when the operating value is clear. Finally, we examine willingness to pay and continued use. If results fall short, we identify the funnel break and change one main variable at a time. We pause expansion when the value does not justify it.</a:t>
            </a:r>
          </a:p>
          <a:p>
            <a:endParaRPr/>
          </a:p>
          <a:p>
            <a:r>
              <a:t>DETAILS FOR Q&amp;A / DEMO CUES</a:t>
            </a:r>
          </a:p>
          <a:p>
            <a:r>
              <a:t>All stages and thresholds are proposed, not achieved. Slide 29 defines the pilot gates and pivot actions. Compare similar shifts within stores and record product mix, hours and other promotions. Do not claim a twenty-minute time saving, a sixty-percent pickup rate or paid-store count before measurement. Real channel integration requires store needs, cost assessment and authorisation.</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We are looking for three to five independent bakeries willing to test the closing routine over thirty days. We also need a community partner to help establish a safe, verified handover route, and mentors who can assess POS and messaging integration. What we can show today is a connected local workflow and a traceable ledger. The pilot will determine whether this creates enough value for owners and a measurable improvement in food outcomes.</a:t>
            </a:r>
          </a:p>
          <a:p>
            <a:endParaRPr/>
          </a:p>
          <a:p>
            <a:r>
              <a:t>DETAILS FOR Q&amp;A / DEMO CUES</a:t>
            </a:r>
          </a:p>
          <a:p>
            <a:r>
              <a:t>This is a pilot invitation, not a claim of existing customers, signed partners, real payments or completed logistics. Open the website from slide 6. For questions use slide 16 for stock, 17 for money, 25 for APIs, 26 for focused checks, 27 for open issues and 32 for the SDG mapping. The appendix follows the main talk.</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This ledger follows the same ten items through seven recorded stages. Available stock equals on-hand stock minus reserved stock. Reservation is already included in on-hand stock, so we must not add it again. At closing, eight items are pending handover and remain in the ledger. Only simulated confirmation moves them into the handed-over count. The invariant is on-hand plus collected plus handed-over equals ten.</a:t>
            </a:r>
          </a:p>
          <a:p>
            <a:endParaRPr/>
          </a:p>
          <a:p>
            <a:r>
              <a:t>DETAILS FOR Q&amp;A / DEMO CUES</a:t>
            </a:r>
          </a:p>
          <a:p>
            <a:r>
              <a:t>Rows come from the seven browser-run snapshots. Click to highlight each row. Pending handover state: on_hand=8, reserved=8, available=0, picked_up=2, handed_over=0. Completed simulated handover: 0,0,0,2,8. Registration, recommendation and quote do not reserve stock. Clear separation avoids double deduction and premature recovery claims.</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The same case has several accounting views. RM5.70 minus RM0.50 packaging leaves RM5.20 before product cost. Deduct the two collected items' RM4 cost and order gross profit is RM1.20. But the whole batch cost RM20. Including that batch cost gives a negative RM14.80 balance before indirect expenses. We keep these views separate so that a profitable order is not mistaken for a profitable batch.</a:t>
            </a:r>
          </a:p>
          <a:p>
            <a:endParaRPr/>
          </a:p>
          <a:p>
            <a:r>
              <a:t>DETAILS FOR Q&amp;A / DEMO CUES</a:t>
            </a:r>
          </a:p>
          <a:p>
            <a:r>
              <a:t>The remaining eight items carry RM16 of listed product cost and produce no simulated sales revenue. Order gross margin is 1.20/5.70≈21.05%, excluding operating expenses. Product costs are catalogue inputs, not purchase invoices. Subscription, labour, rent, payment fees and other relevant costs must be included before any net-profit claim. Sources: browser evidence and the independent audit financial fields. Same-quantity comparison is on slide 31.</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The long-term ESG objective is to reduce avoidable waste and related emissions while supporting safe access to food. Today we can show quantities, estimated weight and traceable operating outcomes. The ten-item example corresponds to 0.80kg of food and an estimated associated footprint of 2.00kg CO2e using the demo factor. This is not measured avoided emissions. Environmental, social and governance outcomes each need their own evidence.</a:t>
            </a:r>
          </a:p>
          <a:p>
            <a:endParaRPr/>
          </a:p>
          <a:p>
            <a:r>
              <a:t>DETAILS FOR Q&amp;A / DEMO CUES</a:t>
            </a:r>
          </a:p>
          <a:p>
            <a:r>
              <a:t>10×80g/1000×2.5=2.00kg CO2e. Collected two items: 0.16kg and 0.40kg CO2e. Simulated handover eight items: 0.64kg and 1.60kg CO2e. The 80g weight and 2.5 factor are unverified catalogue inputs. A real disposal baseline and suitable factors are required to estimate avoided impacts. Governance here means traceable quantities, money, operators and recipients, not an independent audit. Global background: https://www.unep.org/en/news-and-stories/press-release/world-squanders-over-1-billion-meals-day-un-report . Global food-waste emissions do not establish project-specific reductions.</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This is a simple cost-coverage calculation for single-item clearance. At RM3 revenue per item against a listed RM20 whole-batch product cost, seven collected items are needed to cross zero before packaging and operating costs. Six items leave a negative RM2; seven leave RM1. This is a scenario threshold, not a demand forecast or a full-store break-even point.</a:t>
            </a:r>
          </a:p>
          <a:p>
            <a:endParaRPr/>
          </a:p>
          <a:p>
            <a:r>
              <a:t>DETAILS FOR Q&amp;A / DEMO CUES</a:t>
            </a:r>
          </a:p>
          <a:p>
            <a:r>
              <a:t>For integer q from 0 to 10, the balance is 3q−20, so ceil(20/3)=7. This chart excludes packaging, unlike the fair comparison on slide 31. The local two-item RM5.70 box case is a separate pricing path. In short-run closing decisions, consider both incremental cash relative to the alternative and the full batch accounting cost.</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The box algorithm checks eligibility before scoring. It considers declared safety and storage conditions, allergens, dietary requirements, pickup time and stock. Eligible combinations then receive a bounded ranking based on urgency, stock pressure, variety and preference. The weights are initial policy choices. A valid combination proves that the rules can produce an eligible offer; it does not prove that customers will buy it.</a:t>
            </a:r>
          </a:p>
          <a:p>
            <a:endParaRPr/>
          </a:p>
          <a:p>
            <a:r>
              <a:t>DETAILS FOR Q&amp;A / DEMO CUES</a:t>
            </a:r>
          </a:p>
          <a:p>
            <a:r>
              <a:t>Initial weights: urgency35%, stock pressure25%, variety25%, user preference15%. Boxes contain 2–4 items, at least one staple and no more than two of the same item. Candidate search is bounded. The demonstration can generate a two-croissant box; avoiding wheat excludes it. Declared safety and storage fields are synthetic, not a substitute for real checks. No learned demand model or optimised commercial result is claimed.</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There are two pricing paths. Single-item clearance applies a fixed fifty-percent discount and shows listed cost and margin. A box starts from product cost times 1.30, rounds to sen, then adds RM0.50 packaging, subject to a cap at seventy percent of the combined retail price. For two croissants, listed cost is RM4, giving a price of RM5.70. These rules do not guarantee sales or operating profit.</a:t>
            </a:r>
          </a:p>
          <a:p>
            <a:endParaRPr/>
          </a:p>
          <a:p>
            <a:r>
              <a:t>DETAILS FOR Q&amp;A / DEMO CUES</a:t>
            </a:r>
          </a:p>
          <a:p>
            <a:r>
              <a:t>Box example: 4×1.30+0.50=5.70. Earlier example retained from the source: product cost5 gives price7 and order gross profit1.50 after packaging, before indirect costs. Single croissant retail6, clearance3; selling all ten would yield30 revenue, but that is not the recorded transaction. Details: source algorithm and financial-sensitivity evidence.</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Product facts come from rules and records, while the owner reviews the wording. In the recorded run, a local template prepared the draft and no online model was called. WhatsApp approval and broadcasting play out only on the page. They do not send a real message, deduct inventory or create an order. This separation lets us demonstrate the proposed workflow without pretending that external channels are already integrated.</a:t>
            </a:r>
          </a:p>
          <a:p>
            <a:endParaRPr/>
          </a:p>
          <a:p>
            <a:r>
              <a:t>DETAILS FOR Q&amp;A / DEMO CUES</a:t>
            </a:r>
          </a:p>
          <a:p>
            <a:r>
              <a:t>A draft may say ten croissants at RM3 each, but this is an offer, not completed revenue. AI, if later enabled, must not rewrite factual prices, quantities or safety information. Requests above catalogue stock return an error. Message delivery, reading, replies and customer characters in the page simulator are fictional. The promotion funnel still needs real campaign identifiers and channel data.</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Stock control separates recommendation, confirmation and collection. Multiple recommendations can refer to the same stock without reserving it. Confirmation rechecks the quote and stock inside a transaction before reserving items. Collection checks ownership, time and state, then updates the ledger. Repeated requests should not create duplicate orders or repeated deductions. Our evidence supports these focused local behaviours, not production-scale concurrency.</a:t>
            </a:r>
          </a:p>
          <a:p>
            <a:endParaRPr/>
          </a:p>
          <a:p>
            <a:r>
              <a:t>DETAILS FOR Q&amp;A / DEMO CUES</a:t>
            </a:r>
          </a:p>
          <a:p>
            <a:r>
              <a:t>Quotes do not reserve. Reservation is part of on-hand stock. Pickup checks the order state and relevant validity conditions. Uncollected orders enter settlement and subsequent handling. Independent checks cover retries and expired quotes; slide26 lists their exact scope. Full regression and high-load reliability remain separate work.</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The two records show eight items pending handover and then eight items confirmed in the local simulation. That state change alone is not a real delivery. For a store pilot, we propose four checks: review product and batch information, conduct a human safety check, confirm the recipient's capacity and timing, and record the handover. If safety is uncertain or the applicable edible window has passed, stop and refer the decision to a person.</a:t>
            </a:r>
          </a:p>
          <a:p>
            <a:endParaRPr/>
          </a:p>
          <a:p>
            <a:r>
              <a:t>DETAILS FOR Q&amp;A / DEMO CUES</a:t>
            </a:r>
          </a:p>
          <a:p>
            <a:r>
              <a:t>The proposed safety SOP is not fully implemented. Check relevant product, allergen, storage, transport and shelf-life information; inspect packaging or other warning signs; confirm recipient arrangements and responsibilities. Do not automatically donate because data is missing, and do not treat a software statement or signature as a safety guarantee or legal exemption. Framework source: Malaysia MOH food-bank safety guidance, https://hq.moh.gov.my/fsq/garis-panduan-keselamatan-makanan-bank-makanan-food-bank . The official introduction covers receipt, sorting, preparation, storage, transport and distribution. Real institutions, transport and full safety review are not connected. The two English record panels are editable summaries of original records, not translated screenshots.</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Every headline number can be traced to raw evidence. The browser case has seven read-only snapshots following the UI steps. A separate disposable API run checks ten focused behaviours and includes request logs, financial fields and a database. These are independent datasets with different order IDs. We do not merge them into one supposed transaction or extend their conclusions to later code revisions.</a:t>
            </a:r>
          </a:p>
          <a:p>
            <a:endParaRPr/>
          </a:p>
          <a:p>
            <a:r>
              <a:t>DETAILS FOR Q&amp;A / DEMO CUES</a:t>
            </a:r>
          </a:p>
          <a:p>
            <a:r>
              <a:t>browser-run/01-state.json through07-state.json; verified-run/audit-evidence.json; verified-run/source-manifest.json; verified-run/audit.sqlite3. The recorded commit and hashes identify scope. APIs cover inventory, quotes and confirmation, customer pickup, donations/handoff and dashboard. Reproduction uses temporary data and blocks external model calls. The evidence package does not certify production readiness.</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These ten checks passed in the independent temporary API dataset. They include excessive quantity rejection, repeated registration, non-reserving quotes, allergen exclusion, confirmation and collection retries, wrong-account collection rejection, quote expiry and handover conflicts. The result means those defined checks passed. Three other reproduced issues remain open and are shown on the next slide.</a:t>
            </a:r>
          </a:p>
          <a:p>
            <a:endParaRPr/>
          </a:p>
          <a:p>
            <a:r>
              <a:t>DETAILS FOR Q&amp;A / DEMO CUES</a:t>
            </a:r>
          </a:p>
          <a:p>
            <a:r>
              <a:t>C01 quantity19 rejected422; C02 duplicate registration leaves stock10; C03 repeated quote leaves reserved0; C04 wheat avoidance excludes croissants; C05 repeated confirmation leaves reserved2; C06 wrong account returns404; C07 repeated pickup leaves picked_up2; C08 expired quote409; C09 repeated handover leaves8; C10 changing recipient after handover409. These are actual executed assertions on synthetic data, not simulated test-pass labels. They do not replace full regression, load testing or store acceptance.</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We treat the next phase as a set of milestones with explicit acceptance criteria. We still need comparable store evidence for business value. Three reproduced engineering issues also remain open: reversed time windows, malformed recipient configuration and blank recipient names. Each has a proposed validation outcome. Changing the slide title to milestones does not change the issue status. Fixes and store operating checks are required before pilot admission.</a:t>
            </a:r>
          </a:p>
          <a:p>
            <a:endParaRPr/>
          </a:p>
          <a:p>
            <a:r>
              <a:t>DETAILS FOR Q&amp;A / DEMO CUES</a:t>
            </a:r>
          </a:p>
          <a:p>
            <a:r>
              <a:t>G01 reversed windows returned200; proposed fix validates start before end while preserving valid flows and retries. G02 malformed charity configuration returned a plain-text500; proposed outcome is a contracted structured error and understandable UI handling. G03 blank recipient names were accepted; proposed outcome rejects whitespace and preserves valid handover retries. Interface details and error codes require team agreement. No business source was modified by preparing this presentation. See known-gaps.json. Keep engineering acceptance separate from commercial evidence.</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The development sequence begins with local workflow records. If store value is demonstrated, we can test reusable operating templates and accumulate SKU-level decisions about discount timing, collection and repeat use. Only then should we assess deeper POS or messaging connections. Brand campaigns, sponsorship and analytics services are possible directions, not current revenue streams or an established moat.</a:t>
            </a:r>
          </a:p>
          <a:p>
            <a:endParaRPr/>
          </a:p>
          <a:p>
            <a:r>
              <a:t>DETAILS FOR Q&amp;A / DEMO CUES</a:t>
            </a:r>
          </a:p>
          <a:p>
            <a:r>
              <a:t>These are proposed development directions, not completed features or proven defensibility. There is no evidence here of paying customers, scale-based data advantage, signed third-party integrations, carbon trading income or energy-recovery revenue. Confirm needs, costs and authorisation before adding external systems.</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We set proposed gates before the pilot. If collection is forty percent rather than the provisional sixty-percent target, we first locate the loss: too few quotes, too few confirmations or too few completed collections. We then test one main change at a time. If integration costs or incremental economics are unattractive, we pause expansion or reconsider the offer and pricing. Safety and cost constraints stay in place throughout.</a:t>
            </a:r>
          </a:p>
          <a:p>
            <a:endParaRPr/>
          </a:p>
          <a:p>
            <a:r>
              <a:t>DETAILS FOR Q&amp;A / DEMO CUES</a:t>
            </a:r>
          </a:p>
          <a:p>
            <a:r>
              <a:t>Provisional targets retained from the reference: stage1 collection≥60%, time saving≥20min, at least one repeat per10 pickups with definition to agree; stage2 setup&lt;5min, usage≥4/week, real delivery and pickup traceability; stage3≥3 paying stores, attributable value≥1.5×subscription, loss≤1 store/month in a small sample. None are achieved results. Define collection as collected items/registered eligible items. Agree customer identity, cohort, repeat window and denominator before measuring repeat purchase.40% is an illustrative failure scenario. Reminder channels and automatic pricing optimisation are not implemented. Keep failed records and comparable store baselines.</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Revenue stability needs more than an average. These two invented seven-day sequences have the same total and mean, but one has more low-revenue days and much larger variation. They illustrate the measures we would collect in a real trial: mean recovery revenue, low-revenue days and variability. Neither sequence is a Smart Yield before-and-after result, and the algorithm is not known to produce the smoother sequence.</a:t>
            </a:r>
          </a:p>
          <a:p>
            <a:endParaRPr/>
          </a:p>
          <a:p>
            <a:r>
              <a:t>DETAILS FOR Q&amp;A / DEMO CUES</a:t>
            </a:r>
          </a:p>
          <a:p>
            <a:r>
              <a:t>A=[0,30,0,30,0,30,15],B=[12,18,12,18,12,18,15]. Each sums105 and averages15. Population standard deviations are sqrt(1350/7)=13.89 and sqrt(54/7)=2.78. Days below the illustrative RM10 threshold are3 and0. Use comparable stores, product mix, opening surplus, operating hours and promotions. Keep zero-revenue days. Source: owner-scenarios.json, illustrative_stability.</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At the same completed quantity, half-price clearance produces the higher batch balance under today's prices. Boxes need additional completed sales to reverse that result. Against half-price sales of four items, one additional two-item box takes box sales to six and improves the balance by RM4.60. The batch still loses money. A continuous model has a roughly five-point-eight-percent crossover, but real boxes must be sold in whole units and total stock remains limited.</a:t>
            </a:r>
          </a:p>
          <a:p>
            <a:endParaRPr/>
          </a:p>
          <a:p>
            <a:r>
              <a:t>DETAILS FOR Q&amp;A / DEMO CUES</a:t>
            </a:r>
          </a:p>
          <a:p>
            <a:r>
              <a:t>At4 items, half-price/box balances −9/−9.60; at6, −3.50/−4.40; at8,2/.80; at10,7.50/6. Per two-item order, cash after packaging is5.50 vs5.20. Strict crossover requires box order count&gt;55/52×half-price order count, about5.769% more in a continuous approximation. Equality only ties. With baseline2 orders, at least3 box orders are needed, a50% integer quantity increase. If half-price already sells all10 items, a box cannot exceed that quantity within the same batch. Recalculate for different contents, prices, packaging or costs. Source: financial-sensitivity-v5.json.</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SCRIPT</a:t>
            </a:r>
          </a:p>
          <a:p>
            <a:r>
              <a:t>This table maps seven relevant SDGs to mechanisms and evidence requirements. SDG12 is the core waste-related pathway. SDG8 concerns SME efficiency, SDG2 safe food access, and SDG13 an indirect climate contribution. SDGs9,11 and17 relate to digitisation, community resource management and future collaboration. The remaining ten goals are not included in our main claims because we do not yet have a sufficiently direct mechanism and evidence.</a:t>
            </a:r>
          </a:p>
          <a:p>
            <a:endParaRPr/>
          </a:p>
          <a:p>
            <a:r>
              <a:t>DETAILS FOR Q&amp;A / DEMO CUES</a:t>
            </a:r>
          </a:p>
          <a:p>
            <a:r>
              <a:t>Official definitions: https://sdgs.un.org/goals and goal pages12,8,2,13,9,11,17. Project mapping is a team analysis, not a UN certification or endorsement. All17 goals being in scope does not require every project to claim every goal. Goals1,3,4,5,6,7,10,14,15,16 currently lack sufficient direct evidence here. Potential bioenergy is not a completed recovery route or a proven clean-energy contribution.</a:t>
            </a:r>
          </a:p>
          <a:p>
            <a:endParaRPr/>
          </a:p>
          <a:p>
            <a:r>
              <a:t>SOURCE RECORDS</a:t>
            </a:r>
          </a:p>
          <a:p>
            <a:r>
              <a:t>Local synthetic browser case captured on 23 October 2026: evidence/browser-run/01-state.json through 07-state.json. Independent API reproduction: evidence/verified-run/audit-evidence.json. Open engineering issues: evidence/known-gaps.json. These records do not establish real-store outcomes. Visual reference: user-supplied 7PM_surplus._8PM_revenue.pdf (15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469E02A-0872-4E9B-B66E-5163C88D4BA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96F754DA-2881-4EE5-8582-AB232098C1B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8C79F1B-B097-4722-8F10-AF07EE78BF86}"/>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355E140-1EDA-4534-9D39-7540BB2CAF3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52EA28DC-8150-45EB-A8F1-2D18E7FD66D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724C19F-F5B1-485F-87D3-AE0AF0C9396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812C3EA-59A8-4FCA-A962-D3D506C0230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2FC287ED-286D-4516-875E-A0C6624391A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C0928A7-590C-4773-8339-A87C2D03D49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EF6C356-9610-48E2-B559-FC5C53411D4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image" Target="../media/image1.png"/><Relationship Id="rId7" Type="http://schemas.openxmlformats.org/officeDocument/2006/relationships/slide" Target="slide1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slide" Target="slide9.xml"/><Relationship Id="rId5" Type="http://schemas.openxmlformats.org/officeDocument/2006/relationships/slide" Target="slide5.xml"/><Relationship Id="rId4" Type="http://schemas.openxmlformats.org/officeDocument/2006/relationships/slide" Target="slide3.xml"/><Relationship Id="rId9" Type="http://schemas.openxmlformats.org/officeDocument/2006/relationships/slide" Target="slide1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hyperlink" Target="http://127.0.0.1:8001/app"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25.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slide" Target="slide17.xml"/><Relationship Id="rId5" Type="http://schemas.openxmlformats.org/officeDocument/2006/relationships/slide" Target="slide16.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slide" Target="slide8.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slide" Target="slide8.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slide" Target="slide8.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chart" Target="../charts/chart2.xml"/><Relationship Id="rId4" Type="http://schemas.openxmlformats.org/officeDocument/2006/relationships/slide" Target="slide8.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slide" Target="slide8.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slide" Target="slide8.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slide" Target="slide8.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slide" Target="slide8.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slide" Target="slide8.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slide" Target="slide8.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slide" Target="slide8.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slide" Target="slide8.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slide" Target="slide8.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slide" Target="slide8.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6.xml"/><Relationship Id="rId5" Type="http://schemas.openxmlformats.org/officeDocument/2006/relationships/chart" Target="../charts/chart3.xml"/><Relationship Id="rId4" Type="http://schemas.openxmlformats.org/officeDocument/2006/relationships/slide" Target="slide8.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slide" Target="slide8.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slide" Target="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159946AC-FC99-4385-927F-AD9CBEA58AE3}"/>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D3477E71-3D04-43E0-9B26-ABD0ECA61565}"/>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endParaRPr/>
          </a:p>
        </p:txBody>
      </p:sp>
      <p:sp>
        <p:nvSpPr>
          <p:cNvPr id="3" name="矩形 2">
            <a:extLst>
              <a:ext uri="{FF2B5EF4-FFF2-40B4-BE49-F238E27FC236}">
                <a16:creationId xmlns:a16="http://schemas.microsoft.com/office/drawing/2014/main" id="{FF80EB66-98D1-4219-A861-0A6B19C25991}"/>
              </a:ext>
            </a:extLst>
          </p:cNvPr>
          <p:cNvSpPr>
            <a:spLocks noGrp="1"/>
          </p:cNvSpPr>
          <p:nvPr/>
        </p:nvSpPr>
        <p:spPr>
          <a:xfrm>
            <a:off x="457200" y="1371600"/>
            <a:ext cx="819150" cy="47625"/>
          </a:xfrm>
          <a:prstGeom prst="rect">
            <a:avLst/>
          </a:prstGeom>
          <a:solidFill>
            <a:srgbClr val="B57906"/>
          </a:solidFill>
          <a:ln w="0">
            <a:noFill/>
            <a:prstDash val="solid"/>
          </a:ln>
        </p:spPr>
      </p:sp>
      <p:sp>
        <p:nvSpPr>
          <p:cNvPr id="4" name="矩形 3">
            <a:extLst>
              <a:ext uri="{FF2B5EF4-FFF2-40B4-BE49-F238E27FC236}">
                <a16:creationId xmlns:a16="http://schemas.microsoft.com/office/drawing/2014/main" id="{4F35B72F-9338-4A74-B4A0-4A4C38AF1EDC}"/>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5" name="矩形 4">
            <a:extLst>
              <a:ext uri="{FF2B5EF4-FFF2-40B4-BE49-F238E27FC236}">
                <a16:creationId xmlns:a16="http://schemas.microsoft.com/office/drawing/2014/main" id="{10582DF7-10E9-4CBC-B97B-CA99B77B6718}"/>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01 / 32</a:t>
            </a:r>
          </a:p>
        </p:txBody>
      </p:sp>
      <p:sp>
        <p:nvSpPr>
          <p:cNvPr id="6" name="cover-title">
            <a:extLst>
              <a:ext uri="{FF2B5EF4-FFF2-40B4-BE49-F238E27FC236}">
                <a16:creationId xmlns:a16="http://schemas.microsoft.com/office/drawing/2014/main" id="{6533A942-1B63-4ACF-A782-3D05A15ED4B2}"/>
              </a:ext>
            </a:extLst>
          </p:cNvPr>
          <p:cNvSpPr>
            <a:spLocks noGrp="1"/>
          </p:cNvSpPr>
          <p:nvPr/>
        </p:nvSpPr>
        <p:spPr>
          <a:xfrm>
            <a:off x="457200" y="1562100"/>
            <a:ext cx="7096125" cy="1638300"/>
          </a:xfrm>
          <a:prstGeom prst="rect">
            <a:avLst/>
          </a:prstGeom>
          <a:noFill/>
          <a:ln w="0">
            <a:noFill/>
            <a:prstDash val="solid"/>
          </a:ln>
        </p:spPr>
        <p:txBody>
          <a:bodyPr wrap="square" lIns="0" tIns="0" rIns="0" bIns="0" anchor="t">
            <a:noAutofit/>
          </a:bodyPr>
          <a:lstStyle>
            <a:defPPr algn="l">
              <a:defRPr sz="4875" b="1">
                <a:solidFill>
                  <a:srgbClr val="163B2A"/>
                </a:solidFill>
                <a:latin typeface="Arial Narrow"/>
                <a:ea typeface="Arial Narrow"/>
                <a:cs typeface="Arial Narrow"/>
              </a:defRPr>
            </a:defPPr>
            <a:lvl1pPr algn="l">
              <a:defRPr sz="4875" b="1">
                <a:solidFill>
                  <a:srgbClr val="163B2A"/>
                </a:solidFill>
                <a:latin typeface="Arial Narrow"/>
                <a:ea typeface="Arial Narrow"/>
                <a:cs typeface="Arial Narrow"/>
              </a:defRPr>
            </a:lvl1pPr>
            <a:lvl2pPr algn="l">
              <a:defRPr sz="4875" b="1">
                <a:solidFill>
                  <a:srgbClr val="163B2A"/>
                </a:solidFill>
                <a:latin typeface="Arial Narrow"/>
                <a:ea typeface="Arial Narrow"/>
                <a:cs typeface="Arial Narrow"/>
              </a:defRPr>
            </a:lvl2pPr>
            <a:lvl3pPr algn="l">
              <a:defRPr sz="4875" b="1">
                <a:solidFill>
                  <a:srgbClr val="163B2A"/>
                </a:solidFill>
                <a:latin typeface="Arial Narrow"/>
                <a:ea typeface="Arial Narrow"/>
                <a:cs typeface="Arial Narrow"/>
              </a:defRPr>
            </a:lvl3pPr>
            <a:lvl4pPr algn="l">
              <a:defRPr sz="4875" b="1">
                <a:solidFill>
                  <a:srgbClr val="163B2A"/>
                </a:solidFill>
                <a:latin typeface="Arial Narrow"/>
                <a:ea typeface="Arial Narrow"/>
                <a:cs typeface="Arial Narrow"/>
              </a:defRPr>
            </a:lvl4pPr>
            <a:lvl5pPr algn="l">
              <a:defRPr sz="4875" b="1">
                <a:solidFill>
                  <a:srgbClr val="163B2A"/>
                </a:solidFill>
                <a:latin typeface="Arial Narrow"/>
                <a:ea typeface="Arial Narrow"/>
                <a:cs typeface="Arial Narrow"/>
              </a:defRPr>
            </a:lvl5pPr>
            <a:lvl6pPr algn="l">
              <a:defRPr sz="4875" b="1">
                <a:solidFill>
                  <a:srgbClr val="163B2A"/>
                </a:solidFill>
                <a:latin typeface="Arial Narrow"/>
                <a:ea typeface="Arial Narrow"/>
                <a:cs typeface="Arial Narrow"/>
              </a:defRPr>
            </a:lvl6pPr>
            <a:lvl7pPr algn="l">
              <a:defRPr sz="4875" b="1">
                <a:solidFill>
                  <a:srgbClr val="163B2A"/>
                </a:solidFill>
                <a:latin typeface="Arial Narrow"/>
                <a:ea typeface="Arial Narrow"/>
                <a:cs typeface="Arial Narrow"/>
              </a:defRPr>
            </a:lvl7pPr>
            <a:lvl8pPr algn="l">
              <a:defRPr sz="4875" b="1">
                <a:solidFill>
                  <a:srgbClr val="163B2A"/>
                </a:solidFill>
                <a:latin typeface="Arial Narrow"/>
                <a:ea typeface="Arial Narrow"/>
                <a:cs typeface="Arial Narrow"/>
              </a:defRPr>
            </a:lvl8pPr>
            <a:lvl9pPr algn="l">
              <a:defRPr sz="4875" b="1">
                <a:solidFill>
                  <a:srgbClr val="163B2A"/>
                </a:solidFill>
                <a:latin typeface="Arial Narrow"/>
                <a:ea typeface="Arial Narrow"/>
                <a:cs typeface="Arial Narrow"/>
              </a:defRPr>
            </a:lvl9pPr>
          </a:lstStyle>
          <a:p>
            <a:pPr algn="l">
              <a:defRPr sz="4875" b="1">
                <a:solidFill>
                  <a:srgbClr val="163B2A"/>
                </a:solidFill>
                <a:latin typeface="Arial Narrow"/>
                <a:ea typeface="Arial Narrow"/>
                <a:cs typeface="Arial Narrow"/>
              </a:defRPr>
            </a:pPr>
            <a:r>
              <a:rPr sz="4875" b="1">
                <a:solidFill>
                  <a:srgbClr val="163B2A"/>
                </a:solidFill>
                <a:latin typeface="Arial Narrow"/>
                <a:ea typeface="Arial Narrow"/>
                <a:cs typeface="Arial Narrow"/>
              </a:rPr>
              <a:t>Closing surplus.</a:t>
            </a:r>
          </a:p>
          <a:p>
            <a:pPr algn="l">
              <a:defRPr sz="4875" b="1">
                <a:solidFill>
                  <a:srgbClr val="163B2A"/>
                </a:solidFill>
                <a:latin typeface="Arial Narrow"/>
                <a:ea typeface="Arial Narrow"/>
                <a:cs typeface="Arial Narrow"/>
              </a:defRPr>
            </a:pPr>
            <a:r>
              <a:rPr sz="4875" b="1">
                <a:solidFill>
                  <a:srgbClr val="163B2A"/>
                </a:solidFill>
                <a:latin typeface="Arial Narrow"/>
                <a:ea typeface="Arial Narrow"/>
                <a:cs typeface="Arial Narrow"/>
              </a:rPr>
              <a:t>Tonight’s revenue.</a:t>
            </a:r>
          </a:p>
        </p:txBody>
      </p:sp>
      <p:sp>
        <p:nvSpPr>
          <p:cNvPr id="7" name="矩形 6">
            <a:extLst>
              <a:ext uri="{FF2B5EF4-FFF2-40B4-BE49-F238E27FC236}">
                <a16:creationId xmlns:a16="http://schemas.microsoft.com/office/drawing/2014/main" id="{FDAA7DBF-ED5A-40D8-BCE5-159E28C617A2}"/>
              </a:ext>
            </a:extLst>
          </p:cNvPr>
          <p:cNvSpPr>
            <a:spLocks noGrp="1"/>
          </p:cNvSpPr>
          <p:nvPr/>
        </p:nvSpPr>
        <p:spPr>
          <a:xfrm>
            <a:off x="485775" y="3571875"/>
            <a:ext cx="6762750" cy="523875"/>
          </a:xfrm>
          <a:prstGeom prst="rect">
            <a:avLst/>
          </a:prstGeom>
          <a:noFill/>
          <a:ln w="0">
            <a:noFill/>
            <a:prstDash val="solid"/>
          </a:ln>
        </p:spPr>
        <p:txBody>
          <a:bodyPr wrap="square" lIns="0" tIns="0" rIns="0" bIns="0" anchor="t">
            <a:noAutofit/>
          </a:bodyPr>
          <a:lstStyle>
            <a:defPPr algn="l">
              <a:defRPr sz="2850" b="1">
                <a:solidFill>
                  <a:srgbClr val="B57906"/>
                </a:solidFill>
                <a:latin typeface="Arial"/>
                <a:ea typeface="Arial"/>
                <a:cs typeface="Arial"/>
              </a:defRPr>
            </a:defPPr>
            <a:lvl1pPr algn="l">
              <a:defRPr sz="2850" b="1">
                <a:solidFill>
                  <a:srgbClr val="B57906"/>
                </a:solidFill>
                <a:latin typeface="Arial"/>
                <a:ea typeface="Arial"/>
                <a:cs typeface="Arial"/>
              </a:defRPr>
            </a:lvl1pPr>
            <a:lvl2pPr algn="l">
              <a:defRPr sz="2850" b="1">
                <a:solidFill>
                  <a:srgbClr val="B57906"/>
                </a:solidFill>
                <a:latin typeface="Arial"/>
                <a:ea typeface="Arial"/>
                <a:cs typeface="Arial"/>
              </a:defRPr>
            </a:lvl2pPr>
            <a:lvl3pPr algn="l">
              <a:defRPr sz="2850" b="1">
                <a:solidFill>
                  <a:srgbClr val="B57906"/>
                </a:solidFill>
                <a:latin typeface="Arial"/>
                <a:ea typeface="Arial"/>
                <a:cs typeface="Arial"/>
              </a:defRPr>
            </a:lvl3pPr>
            <a:lvl4pPr algn="l">
              <a:defRPr sz="2850" b="1">
                <a:solidFill>
                  <a:srgbClr val="B57906"/>
                </a:solidFill>
                <a:latin typeface="Arial"/>
                <a:ea typeface="Arial"/>
                <a:cs typeface="Arial"/>
              </a:defRPr>
            </a:lvl4pPr>
            <a:lvl5pPr algn="l">
              <a:defRPr sz="2850" b="1">
                <a:solidFill>
                  <a:srgbClr val="B57906"/>
                </a:solidFill>
                <a:latin typeface="Arial"/>
                <a:ea typeface="Arial"/>
                <a:cs typeface="Arial"/>
              </a:defRPr>
            </a:lvl5pPr>
            <a:lvl6pPr algn="l">
              <a:defRPr sz="2850" b="1">
                <a:solidFill>
                  <a:srgbClr val="B57906"/>
                </a:solidFill>
                <a:latin typeface="Arial"/>
                <a:ea typeface="Arial"/>
                <a:cs typeface="Arial"/>
              </a:defRPr>
            </a:lvl6pPr>
            <a:lvl7pPr algn="l">
              <a:defRPr sz="2850" b="1">
                <a:solidFill>
                  <a:srgbClr val="B57906"/>
                </a:solidFill>
                <a:latin typeface="Arial"/>
                <a:ea typeface="Arial"/>
                <a:cs typeface="Arial"/>
              </a:defRPr>
            </a:lvl7pPr>
            <a:lvl8pPr algn="l">
              <a:defRPr sz="2850" b="1">
                <a:solidFill>
                  <a:srgbClr val="B57906"/>
                </a:solidFill>
                <a:latin typeface="Arial"/>
                <a:ea typeface="Arial"/>
                <a:cs typeface="Arial"/>
              </a:defRPr>
            </a:lvl8pPr>
            <a:lvl9pPr algn="l">
              <a:defRPr sz="2850" b="1">
                <a:solidFill>
                  <a:srgbClr val="B57906"/>
                </a:solidFill>
                <a:latin typeface="Arial"/>
                <a:ea typeface="Arial"/>
                <a:cs typeface="Arial"/>
              </a:defRPr>
            </a:lvl9pPr>
          </a:lstStyle>
          <a:p>
            <a:pPr algn="l">
              <a:defRPr sz="2850" b="1">
                <a:solidFill>
                  <a:srgbClr val="B57906"/>
                </a:solidFill>
                <a:latin typeface="Arial"/>
                <a:ea typeface="Arial"/>
                <a:cs typeface="Arial"/>
              </a:defRPr>
            </a:pPr>
            <a:r>
              <a:rPr sz="2850" b="1">
                <a:solidFill>
                  <a:srgbClr val="B57906"/>
                </a:solidFill>
                <a:latin typeface="Arial"/>
                <a:ea typeface="Arial"/>
                <a:cs typeface="Arial"/>
              </a:rPr>
              <a:t>Smart Yield</a:t>
            </a:r>
          </a:p>
        </p:txBody>
      </p:sp>
      <p:sp>
        <p:nvSpPr>
          <p:cNvPr id="8" name="矩形 7">
            <a:extLst>
              <a:ext uri="{FF2B5EF4-FFF2-40B4-BE49-F238E27FC236}">
                <a16:creationId xmlns:a16="http://schemas.microsoft.com/office/drawing/2014/main" id="{99F2252B-2E1E-40D8-A77F-9C8C73C7B23E}"/>
              </a:ext>
            </a:extLst>
          </p:cNvPr>
          <p:cNvSpPr>
            <a:spLocks noGrp="1"/>
          </p:cNvSpPr>
          <p:nvPr/>
        </p:nvSpPr>
        <p:spPr>
          <a:xfrm>
            <a:off x="485775" y="4267200"/>
            <a:ext cx="7000875" cy="828675"/>
          </a:xfrm>
          <a:prstGeom prst="rect">
            <a:avLst/>
          </a:prstGeom>
          <a:noFill/>
          <a:ln w="0">
            <a:noFill/>
            <a:prstDash val="solid"/>
          </a:ln>
        </p:spPr>
        <p:txBody>
          <a:bodyPr wrap="square" lIns="0" tIns="0" rIns="0" bIns="0" anchor="t">
            <a:noAutofit/>
          </a:bodyPr>
          <a:lstStyle>
            <a:defPPr algn="l">
              <a:defRPr sz="2175" b="1">
                <a:solidFill>
                  <a:srgbClr val="163B2A"/>
                </a:solidFill>
                <a:latin typeface="Arial"/>
                <a:ea typeface="Arial"/>
                <a:cs typeface="Arial"/>
              </a:defRPr>
            </a:defPPr>
            <a:lvl1pPr algn="l">
              <a:defRPr sz="2175" b="1">
                <a:solidFill>
                  <a:srgbClr val="163B2A"/>
                </a:solidFill>
                <a:latin typeface="Arial"/>
                <a:ea typeface="Arial"/>
                <a:cs typeface="Arial"/>
              </a:defRPr>
            </a:lvl1pPr>
            <a:lvl2pPr algn="l">
              <a:defRPr sz="2175" b="1">
                <a:solidFill>
                  <a:srgbClr val="163B2A"/>
                </a:solidFill>
                <a:latin typeface="Arial"/>
                <a:ea typeface="Arial"/>
                <a:cs typeface="Arial"/>
              </a:defRPr>
            </a:lvl2pPr>
            <a:lvl3pPr algn="l">
              <a:defRPr sz="2175" b="1">
                <a:solidFill>
                  <a:srgbClr val="163B2A"/>
                </a:solidFill>
                <a:latin typeface="Arial"/>
                <a:ea typeface="Arial"/>
                <a:cs typeface="Arial"/>
              </a:defRPr>
            </a:lvl3pPr>
            <a:lvl4pPr algn="l">
              <a:defRPr sz="2175" b="1">
                <a:solidFill>
                  <a:srgbClr val="163B2A"/>
                </a:solidFill>
                <a:latin typeface="Arial"/>
                <a:ea typeface="Arial"/>
                <a:cs typeface="Arial"/>
              </a:defRPr>
            </a:lvl4pPr>
            <a:lvl5pPr algn="l">
              <a:defRPr sz="2175" b="1">
                <a:solidFill>
                  <a:srgbClr val="163B2A"/>
                </a:solidFill>
                <a:latin typeface="Arial"/>
                <a:ea typeface="Arial"/>
                <a:cs typeface="Arial"/>
              </a:defRPr>
            </a:lvl5pPr>
            <a:lvl6pPr algn="l">
              <a:defRPr sz="2175" b="1">
                <a:solidFill>
                  <a:srgbClr val="163B2A"/>
                </a:solidFill>
                <a:latin typeface="Arial"/>
                <a:ea typeface="Arial"/>
                <a:cs typeface="Arial"/>
              </a:defRPr>
            </a:lvl6pPr>
            <a:lvl7pPr algn="l">
              <a:defRPr sz="2175" b="1">
                <a:solidFill>
                  <a:srgbClr val="163B2A"/>
                </a:solidFill>
                <a:latin typeface="Arial"/>
                <a:ea typeface="Arial"/>
                <a:cs typeface="Arial"/>
              </a:defRPr>
            </a:lvl7pPr>
            <a:lvl8pPr algn="l">
              <a:defRPr sz="2175" b="1">
                <a:solidFill>
                  <a:srgbClr val="163B2A"/>
                </a:solidFill>
                <a:latin typeface="Arial"/>
                <a:ea typeface="Arial"/>
                <a:cs typeface="Arial"/>
              </a:defRPr>
            </a:lvl8pPr>
            <a:lvl9pPr algn="l">
              <a:defRPr sz="2175" b="1">
                <a:solidFill>
                  <a:srgbClr val="163B2A"/>
                </a:solidFill>
                <a:latin typeface="Arial"/>
                <a:ea typeface="Arial"/>
                <a:cs typeface="Arial"/>
              </a:defRPr>
            </a:lvl9pPr>
          </a:lstStyle>
          <a:p>
            <a:pPr algn="l">
              <a:defRPr sz="2175" b="1">
                <a:solidFill>
                  <a:srgbClr val="163B2A"/>
                </a:solidFill>
                <a:latin typeface="Arial"/>
                <a:ea typeface="Arial"/>
                <a:cs typeface="Arial"/>
              </a:defRPr>
            </a:pPr>
            <a:r>
              <a:rPr sz="2175" b="1">
                <a:solidFill>
                  <a:srgbClr val="163B2A"/>
                </a:solidFill>
                <a:latin typeface="Arial"/>
                <a:ea typeface="Arial"/>
                <a:cs typeface="Arial"/>
              </a:rPr>
              <a:t>More surplus collected.</a:t>
            </a:r>
          </a:p>
          <a:p>
            <a:pPr algn="l">
              <a:defRPr sz="2175" b="1">
                <a:solidFill>
                  <a:srgbClr val="163B2A"/>
                </a:solidFill>
                <a:latin typeface="Arial"/>
                <a:ea typeface="Arial"/>
                <a:cs typeface="Arial"/>
              </a:defRPr>
            </a:pPr>
            <a:r>
              <a:rPr sz="2175" b="1">
                <a:solidFill>
                  <a:srgbClr val="163B2A"/>
                </a:solidFill>
                <a:latin typeface="Arial"/>
                <a:ea typeface="Arial"/>
                <a:cs typeface="Arial"/>
              </a:rPr>
              <a:t>A clearer closing-time decision.</a:t>
            </a:r>
          </a:p>
        </p:txBody>
      </p:sp>
      <p:sp>
        <p:nvSpPr>
          <p:cNvPr id="9" name="矩形 8">
            <a:extLst>
              <a:ext uri="{FF2B5EF4-FFF2-40B4-BE49-F238E27FC236}">
                <a16:creationId xmlns:a16="http://schemas.microsoft.com/office/drawing/2014/main" id="{E6AE89FA-5C17-4F88-B5AE-3289E873D9AE}"/>
              </a:ext>
            </a:extLst>
          </p:cNvPr>
          <p:cNvSpPr>
            <a:spLocks noGrp="1"/>
          </p:cNvSpPr>
          <p:nvPr/>
        </p:nvSpPr>
        <p:spPr>
          <a:xfrm>
            <a:off x="485775" y="5381625"/>
            <a:ext cx="6762750" cy="409575"/>
          </a:xfrm>
          <a:prstGeom prst="rect">
            <a:avLst/>
          </a:prstGeom>
          <a:noFill/>
          <a:ln w="0">
            <a:noFill/>
            <a:prstDash val="solid"/>
          </a:ln>
        </p:spPr>
        <p:txBody>
          <a:bodyPr wrap="square" lIns="0" tIns="0" rIns="0" bIns="0" anchor="t">
            <a:noAutofit/>
          </a:bodyPr>
          <a:lstStyle>
            <a:defPPr algn="l">
              <a:defRPr sz="2400" b="1">
                <a:solidFill>
                  <a:srgbClr val="163B2A"/>
                </a:solidFill>
                <a:latin typeface="Arial"/>
                <a:ea typeface="Arial"/>
                <a:cs typeface="Arial"/>
              </a:defRPr>
            </a:defPPr>
            <a:lvl1pPr algn="l">
              <a:defRPr sz="2400" b="1">
                <a:solidFill>
                  <a:srgbClr val="163B2A"/>
                </a:solidFill>
                <a:latin typeface="Arial"/>
                <a:ea typeface="Arial"/>
                <a:cs typeface="Arial"/>
              </a:defRPr>
            </a:lvl1pPr>
            <a:lvl2pPr algn="l">
              <a:defRPr sz="2400" b="1">
                <a:solidFill>
                  <a:srgbClr val="163B2A"/>
                </a:solidFill>
                <a:latin typeface="Arial"/>
                <a:ea typeface="Arial"/>
                <a:cs typeface="Arial"/>
              </a:defRPr>
            </a:lvl2pPr>
            <a:lvl3pPr algn="l">
              <a:defRPr sz="2400" b="1">
                <a:solidFill>
                  <a:srgbClr val="163B2A"/>
                </a:solidFill>
                <a:latin typeface="Arial"/>
                <a:ea typeface="Arial"/>
                <a:cs typeface="Arial"/>
              </a:defRPr>
            </a:lvl3pPr>
            <a:lvl4pPr algn="l">
              <a:defRPr sz="2400" b="1">
                <a:solidFill>
                  <a:srgbClr val="163B2A"/>
                </a:solidFill>
                <a:latin typeface="Arial"/>
                <a:ea typeface="Arial"/>
                <a:cs typeface="Arial"/>
              </a:defRPr>
            </a:lvl4pPr>
            <a:lvl5pPr algn="l">
              <a:defRPr sz="2400" b="1">
                <a:solidFill>
                  <a:srgbClr val="163B2A"/>
                </a:solidFill>
                <a:latin typeface="Arial"/>
                <a:ea typeface="Arial"/>
                <a:cs typeface="Arial"/>
              </a:defRPr>
            </a:lvl5pPr>
            <a:lvl6pPr algn="l">
              <a:defRPr sz="2400" b="1">
                <a:solidFill>
                  <a:srgbClr val="163B2A"/>
                </a:solidFill>
                <a:latin typeface="Arial"/>
                <a:ea typeface="Arial"/>
                <a:cs typeface="Arial"/>
              </a:defRPr>
            </a:lvl6pPr>
            <a:lvl7pPr algn="l">
              <a:defRPr sz="2400" b="1">
                <a:solidFill>
                  <a:srgbClr val="163B2A"/>
                </a:solidFill>
                <a:latin typeface="Arial"/>
                <a:ea typeface="Arial"/>
                <a:cs typeface="Arial"/>
              </a:defRPr>
            </a:lvl7pPr>
            <a:lvl8pPr algn="l">
              <a:defRPr sz="2400" b="1">
                <a:solidFill>
                  <a:srgbClr val="163B2A"/>
                </a:solidFill>
                <a:latin typeface="Arial"/>
                <a:ea typeface="Arial"/>
                <a:cs typeface="Arial"/>
              </a:defRPr>
            </a:lvl8pPr>
            <a:lvl9pPr algn="l">
              <a:defRPr sz="2400" b="1">
                <a:solidFill>
                  <a:srgbClr val="163B2A"/>
                </a:solidFill>
                <a:latin typeface="Arial"/>
                <a:ea typeface="Arial"/>
                <a:cs typeface="Arial"/>
              </a:defRPr>
            </a:lvl9pPr>
          </a:lstStyle>
          <a:p>
            <a:pPr algn="l">
              <a:defRPr sz="2400" b="1">
                <a:solidFill>
                  <a:srgbClr val="163B2A"/>
                </a:solidFill>
                <a:latin typeface="Arial"/>
                <a:ea typeface="Arial"/>
                <a:cs typeface="Arial"/>
              </a:defRPr>
            </a:pPr>
            <a:r>
              <a:rPr sz="2400" b="1">
                <a:solidFill>
                  <a:srgbClr val="163B2A"/>
                </a:solidFill>
                <a:latin typeface="Arial"/>
                <a:ea typeface="Arial"/>
                <a:cs typeface="Arial"/>
              </a:rPr>
              <a:t>Nexgen</a:t>
            </a:r>
          </a:p>
        </p:txBody>
      </p:sp>
      <p:pic>
        <p:nvPicPr>
          <p:cNvPr id="10" name="图片 9">
            <a:extLst>
              <a:ext uri="{FF2B5EF4-FFF2-40B4-BE49-F238E27FC236}">
                <a16:creationId xmlns:a16="http://schemas.microsoft.com/office/drawing/2014/main" id="{AFE3762D-8AB6-48CA-9E76-FCE983BC237B}"/>
              </a:ext>
            </a:extLst>
          </p:cNvPr>
          <p:cNvPicPr>
            <a:picLocks noChangeAspect="1"/>
          </p:cNvPicPr>
          <p:nvPr/>
        </p:nvPicPr>
        <p:blipFill>
          <a:blip r:embed="rId4"/>
          <a:stretch/>
        </p:blipFill>
        <p:spPr>
          <a:xfrm>
            <a:off x="7753350" y="787831"/>
            <a:ext cx="4238625" cy="3834537"/>
          </a:xfrm>
          <a:prstGeom prst="rect">
            <a:avLst/>
          </a:prstGeom>
        </p:spPr>
      </p:pic>
      <p:sp>
        <p:nvSpPr>
          <p:cNvPr id="11" name="矩形 10">
            <a:extLst>
              <a:ext uri="{FF2B5EF4-FFF2-40B4-BE49-F238E27FC236}">
                <a16:creationId xmlns:a16="http://schemas.microsoft.com/office/drawing/2014/main" id="{A1A1AEB8-3C7D-456A-9158-141C8A10BAA6}"/>
              </a:ext>
            </a:extLst>
          </p:cNvPr>
          <p:cNvSpPr>
            <a:spLocks noGrp="1"/>
          </p:cNvSpPr>
          <p:nvPr/>
        </p:nvSpPr>
        <p:spPr>
          <a:xfrm>
            <a:off x="7705725" y="5010150"/>
            <a:ext cx="3943350" cy="619125"/>
          </a:xfrm>
          <a:prstGeom prst="rect">
            <a:avLst/>
          </a:prstGeom>
          <a:noFill/>
          <a:ln w="0">
            <a:noFill/>
            <a:prstDash val="solid"/>
          </a:ln>
        </p:spPr>
        <p:txBody>
          <a:bodyPr wrap="square" lIns="0" tIns="0" rIns="0" bIns="0" anchor="t">
            <a:noAutofit/>
          </a:bodyPr>
          <a:lstStyle>
            <a:defPPr algn="l">
              <a:defRPr sz="2025" b="1">
                <a:solidFill>
                  <a:srgbClr val="598C6C"/>
                </a:solidFill>
                <a:latin typeface="Arial"/>
                <a:ea typeface="Arial"/>
                <a:cs typeface="Arial"/>
              </a:defRPr>
            </a:defPPr>
            <a:lvl1pPr algn="l">
              <a:defRPr sz="2025" b="1">
                <a:solidFill>
                  <a:srgbClr val="598C6C"/>
                </a:solidFill>
                <a:latin typeface="Arial"/>
                <a:ea typeface="Arial"/>
                <a:cs typeface="Arial"/>
              </a:defRPr>
            </a:lvl1pPr>
            <a:lvl2pPr algn="l">
              <a:defRPr sz="2025" b="1">
                <a:solidFill>
                  <a:srgbClr val="598C6C"/>
                </a:solidFill>
                <a:latin typeface="Arial"/>
                <a:ea typeface="Arial"/>
                <a:cs typeface="Arial"/>
              </a:defRPr>
            </a:lvl2pPr>
            <a:lvl3pPr algn="l">
              <a:defRPr sz="2025" b="1">
                <a:solidFill>
                  <a:srgbClr val="598C6C"/>
                </a:solidFill>
                <a:latin typeface="Arial"/>
                <a:ea typeface="Arial"/>
                <a:cs typeface="Arial"/>
              </a:defRPr>
            </a:lvl3pPr>
            <a:lvl4pPr algn="l">
              <a:defRPr sz="2025" b="1">
                <a:solidFill>
                  <a:srgbClr val="598C6C"/>
                </a:solidFill>
                <a:latin typeface="Arial"/>
                <a:ea typeface="Arial"/>
                <a:cs typeface="Arial"/>
              </a:defRPr>
            </a:lvl4pPr>
            <a:lvl5pPr algn="l">
              <a:defRPr sz="2025" b="1">
                <a:solidFill>
                  <a:srgbClr val="598C6C"/>
                </a:solidFill>
                <a:latin typeface="Arial"/>
                <a:ea typeface="Arial"/>
                <a:cs typeface="Arial"/>
              </a:defRPr>
            </a:lvl5pPr>
            <a:lvl6pPr algn="l">
              <a:defRPr sz="2025" b="1">
                <a:solidFill>
                  <a:srgbClr val="598C6C"/>
                </a:solidFill>
                <a:latin typeface="Arial"/>
                <a:ea typeface="Arial"/>
                <a:cs typeface="Arial"/>
              </a:defRPr>
            </a:lvl6pPr>
            <a:lvl7pPr algn="l">
              <a:defRPr sz="2025" b="1">
                <a:solidFill>
                  <a:srgbClr val="598C6C"/>
                </a:solidFill>
                <a:latin typeface="Arial"/>
                <a:ea typeface="Arial"/>
                <a:cs typeface="Arial"/>
              </a:defRPr>
            </a:lvl7pPr>
            <a:lvl8pPr algn="l">
              <a:defRPr sz="2025" b="1">
                <a:solidFill>
                  <a:srgbClr val="598C6C"/>
                </a:solidFill>
                <a:latin typeface="Arial"/>
                <a:ea typeface="Arial"/>
                <a:cs typeface="Arial"/>
              </a:defRPr>
            </a:lvl8pPr>
            <a:lvl9pPr algn="l">
              <a:defRPr sz="2025" b="1">
                <a:solidFill>
                  <a:srgbClr val="598C6C"/>
                </a:solidFill>
                <a:latin typeface="Arial"/>
                <a:ea typeface="Arial"/>
                <a:cs typeface="Arial"/>
              </a:defRPr>
            </a:lvl9pPr>
          </a:lstStyle>
          <a:p>
            <a:pPr algn="l">
              <a:defRPr sz="2025" b="1">
                <a:solidFill>
                  <a:srgbClr val="598C6C"/>
                </a:solidFill>
                <a:latin typeface="Arial"/>
                <a:ea typeface="Arial"/>
                <a:cs typeface="Arial"/>
              </a:defRPr>
            </a:pPr>
            <a:r>
              <a:rPr sz="2025" b="1">
                <a:solidFill>
                  <a:srgbClr val="598C6C"/>
                </a:solidFill>
                <a:latin typeface="Arial"/>
                <a:ea typeface="Arial"/>
                <a:cs typeface="Arial"/>
              </a:rPr>
              <a:t>10 croissants. One complete case.</a:t>
            </a:r>
          </a:p>
        </p:txBody>
      </p:sp>
      <p:sp>
        <p:nvSpPr>
          <p:cNvPr id="12" name="矩形 11">
            <a:extLst>
              <a:ext uri="{FF2B5EF4-FFF2-40B4-BE49-F238E27FC236}">
                <a16:creationId xmlns:a16="http://schemas.microsoft.com/office/drawing/2014/main" id="{5C9DE387-66E5-4F7E-831F-96816319B0C4}"/>
              </a:ext>
            </a:extLst>
          </p:cNvPr>
          <p:cNvSpPr>
            <a:spLocks noGrp="1"/>
          </p:cNvSpPr>
          <p:nvPr/>
        </p:nvSpPr>
        <p:spPr>
          <a:xfrm>
            <a:off x="7705725" y="5781675"/>
            <a:ext cx="3943350" cy="304800"/>
          </a:xfrm>
          <a:prstGeom prst="rect">
            <a:avLst/>
          </a:prstGeom>
          <a:noFill/>
          <a:ln w="0">
            <a:noFill/>
            <a:prstDash val="solid"/>
          </a:ln>
        </p:spPr>
        <p:txBody>
          <a:bodyPr wrap="square" lIns="0" tIns="0" rIns="0" bIns="0" anchor="t">
            <a:noAutofit/>
          </a:bodyPr>
          <a:lstStyle>
            <a:defPPr algn="l">
              <a:defRPr sz="1650" b="0">
                <a:solidFill>
                  <a:srgbClr val="586958"/>
                </a:solidFill>
                <a:latin typeface="Arial"/>
                <a:ea typeface="Arial"/>
                <a:cs typeface="Arial"/>
              </a:defRPr>
            </a:defPPr>
            <a:lvl1pPr algn="l">
              <a:defRPr sz="1650" b="0">
                <a:solidFill>
                  <a:srgbClr val="586958"/>
                </a:solidFill>
                <a:latin typeface="Arial"/>
                <a:ea typeface="Arial"/>
                <a:cs typeface="Arial"/>
              </a:defRPr>
            </a:lvl1pPr>
            <a:lvl2pPr algn="l">
              <a:defRPr sz="1650" b="0">
                <a:solidFill>
                  <a:srgbClr val="586958"/>
                </a:solidFill>
                <a:latin typeface="Arial"/>
                <a:ea typeface="Arial"/>
                <a:cs typeface="Arial"/>
              </a:defRPr>
            </a:lvl2pPr>
            <a:lvl3pPr algn="l">
              <a:defRPr sz="1650" b="0">
                <a:solidFill>
                  <a:srgbClr val="586958"/>
                </a:solidFill>
                <a:latin typeface="Arial"/>
                <a:ea typeface="Arial"/>
                <a:cs typeface="Arial"/>
              </a:defRPr>
            </a:lvl3pPr>
            <a:lvl4pPr algn="l">
              <a:defRPr sz="1650" b="0">
                <a:solidFill>
                  <a:srgbClr val="586958"/>
                </a:solidFill>
                <a:latin typeface="Arial"/>
                <a:ea typeface="Arial"/>
                <a:cs typeface="Arial"/>
              </a:defRPr>
            </a:lvl4pPr>
            <a:lvl5pPr algn="l">
              <a:defRPr sz="1650" b="0">
                <a:solidFill>
                  <a:srgbClr val="586958"/>
                </a:solidFill>
                <a:latin typeface="Arial"/>
                <a:ea typeface="Arial"/>
                <a:cs typeface="Arial"/>
              </a:defRPr>
            </a:lvl5pPr>
            <a:lvl6pPr algn="l">
              <a:defRPr sz="1650" b="0">
                <a:solidFill>
                  <a:srgbClr val="586958"/>
                </a:solidFill>
                <a:latin typeface="Arial"/>
                <a:ea typeface="Arial"/>
                <a:cs typeface="Arial"/>
              </a:defRPr>
            </a:lvl6pPr>
            <a:lvl7pPr algn="l">
              <a:defRPr sz="1650" b="0">
                <a:solidFill>
                  <a:srgbClr val="586958"/>
                </a:solidFill>
                <a:latin typeface="Arial"/>
                <a:ea typeface="Arial"/>
                <a:cs typeface="Arial"/>
              </a:defRPr>
            </a:lvl7pPr>
            <a:lvl8pPr algn="l">
              <a:defRPr sz="1650" b="0">
                <a:solidFill>
                  <a:srgbClr val="586958"/>
                </a:solidFill>
                <a:latin typeface="Arial"/>
                <a:ea typeface="Arial"/>
                <a:cs typeface="Arial"/>
              </a:defRPr>
            </a:lvl8pPr>
            <a:lvl9pPr algn="l">
              <a:defRPr sz="1650" b="0">
                <a:solidFill>
                  <a:srgbClr val="586958"/>
                </a:solidFill>
                <a:latin typeface="Arial"/>
                <a:ea typeface="Arial"/>
                <a:cs typeface="Arial"/>
              </a:defRPr>
            </a:lvl9pPr>
          </a:lstStyle>
          <a:p>
            <a:pPr algn="l">
              <a:defRPr sz="1650" b="0">
                <a:solidFill>
                  <a:srgbClr val="586958"/>
                </a:solidFill>
                <a:latin typeface="Arial"/>
                <a:ea typeface="Arial"/>
                <a:cs typeface="Arial"/>
              </a:defRPr>
            </a:pPr>
            <a:r>
              <a:rPr sz="1650" b="0">
                <a:solidFill>
                  <a:srgbClr val="586958"/>
                </a:solidFill>
                <a:latin typeface="Arial"/>
                <a:ea typeface="Arial"/>
                <a:cs typeface="Arial"/>
              </a:rPr>
              <a:t>Connected local prototype</a:t>
            </a:r>
          </a:p>
        </p:txBody>
      </p:sp>
    </p:spTree>
    <p:extLst>
      <p:ext uri="{BB962C8B-B14F-4D97-AF65-F5344CB8AC3E}">
        <p14:creationId xmlns:p14="http://schemas.microsoft.com/office/powerpoint/2010/main" val="251639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37" name="图片 36">
            <a:extLst>
              <a:ext uri="{FF2B5EF4-FFF2-40B4-BE49-F238E27FC236}">
                <a16:creationId xmlns:a16="http://schemas.microsoft.com/office/drawing/2014/main" id="{4F0BF3D4-8B43-450B-978C-5216CBD2DCFF}"/>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04E26BB3-86D0-45C0-B6FF-425DDB0BF651}"/>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Presentation outline</a:t>
            </a:r>
          </a:p>
        </p:txBody>
      </p:sp>
      <p:sp>
        <p:nvSpPr>
          <p:cNvPr id="3" name="矩形 2">
            <a:extLst>
              <a:ext uri="{FF2B5EF4-FFF2-40B4-BE49-F238E27FC236}">
                <a16:creationId xmlns:a16="http://schemas.microsoft.com/office/drawing/2014/main" id="{828C49BE-DCB3-49F0-A1FB-31C129C6DDF7}"/>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One closing-time bakery case, from owner value to evidence</a:t>
            </a:r>
          </a:p>
        </p:txBody>
      </p:sp>
      <p:sp>
        <p:nvSpPr>
          <p:cNvPr id="4" name="矩形 3">
            <a:extLst>
              <a:ext uri="{FF2B5EF4-FFF2-40B4-BE49-F238E27FC236}">
                <a16:creationId xmlns:a16="http://schemas.microsoft.com/office/drawing/2014/main" id="{054B733C-52CE-499C-AA0B-3AEABC38995F}"/>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833BFBE7-847E-42D4-8FC7-2BCFB805D304}"/>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26E2D41C-7B0F-4BDE-93ED-2FBE01642DA6}"/>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02 / 32</a:t>
            </a:r>
          </a:p>
        </p:txBody>
      </p:sp>
      <p:sp>
        <p:nvSpPr>
          <p:cNvPr id="7" name="矩形 6">
            <a:extLst>
              <a:ext uri="{FF2B5EF4-FFF2-40B4-BE49-F238E27FC236}">
                <a16:creationId xmlns:a16="http://schemas.microsoft.com/office/drawing/2014/main" id="{49372242-0177-4DC3-8AC6-16734F39E439}"/>
              </a:ext>
            </a:extLst>
          </p:cNvPr>
          <p:cNvSpPr>
            <a:spLocks noGrp="1"/>
          </p:cNvSpPr>
          <p:nvPr/>
        </p:nvSpPr>
        <p:spPr>
          <a:xfrm>
            <a:off x="457200" y="1819275"/>
            <a:ext cx="619125" cy="400050"/>
          </a:xfrm>
          <a:prstGeom prst="rect">
            <a:avLst/>
          </a:prstGeom>
          <a:noFill/>
          <a:ln w="0">
            <a:noFill/>
            <a:prstDash val="solid"/>
          </a:ln>
        </p:spPr>
        <p:txBody>
          <a:bodyPr wrap="square" lIns="0" tIns="0" rIns="0" bIns="0" anchor="t">
            <a:noAutofit/>
          </a:bodyPr>
          <a:lstStyle>
            <a:defPPr algn="l">
              <a:defRPr sz="2250" b="1">
                <a:solidFill>
                  <a:srgbClr val="B57906"/>
                </a:solidFill>
                <a:latin typeface="Arial"/>
                <a:ea typeface="Arial"/>
                <a:cs typeface="Arial"/>
              </a:defRPr>
            </a:defPPr>
            <a:lvl1pPr algn="l">
              <a:defRPr sz="2250" b="1">
                <a:solidFill>
                  <a:srgbClr val="B57906"/>
                </a:solidFill>
                <a:latin typeface="Arial"/>
                <a:ea typeface="Arial"/>
                <a:cs typeface="Arial"/>
              </a:defRPr>
            </a:lvl1pPr>
            <a:lvl2pPr algn="l">
              <a:defRPr sz="2250" b="1">
                <a:solidFill>
                  <a:srgbClr val="B57906"/>
                </a:solidFill>
                <a:latin typeface="Arial"/>
                <a:ea typeface="Arial"/>
                <a:cs typeface="Arial"/>
              </a:defRPr>
            </a:lvl2pPr>
            <a:lvl3pPr algn="l">
              <a:defRPr sz="2250" b="1">
                <a:solidFill>
                  <a:srgbClr val="B57906"/>
                </a:solidFill>
                <a:latin typeface="Arial"/>
                <a:ea typeface="Arial"/>
                <a:cs typeface="Arial"/>
              </a:defRPr>
            </a:lvl3pPr>
            <a:lvl4pPr algn="l">
              <a:defRPr sz="2250" b="1">
                <a:solidFill>
                  <a:srgbClr val="B57906"/>
                </a:solidFill>
                <a:latin typeface="Arial"/>
                <a:ea typeface="Arial"/>
                <a:cs typeface="Arial"/>
              </a:defRPr>
            </a:lvl4pPr>
            <a:lvl5pPr algn="l">
              <a:defRPr sz="2250" b="1">
                <a:solidFill>
                  <a:srgbClr val="B57906"/>
                </a:solidFill>
                <a:latin typeface="Arial"/>
                <a:ea typeface="Arial"/>
                <a:cs typeface="Arial"/>
              </a:defRPr>
            </a:lvl5pPr>
            <a:lvl6pPr algn="l">
              <a:defRPr sz="2250" b="1">
                <a:solidFill>
                  <a:srgbClr val="B57906"/>
                </a:solidFill>
                <a:latin typeface="Arial"/>
                <a:ea typeface="Arial"/>
                <a:cs typeface="Arial"/>
              </a:defRPr>
            </a:lvl6pPr>
            <a:lvl7pPr algn="l">
              <a:defRPr sz="2250" b="1">
                <a:solidFill>
                  <a:srgbClr val="B57906"/>
                </a:solidFill>
                <a:latin typeface="Arial"/>
                <a:ea typeface="Arial"/>
                <a:cs typeface="Arial"/>
              </a:defRPr>
            </a:lvl7pPr>
            <a:lvl8pPr algn="l">
              <a:defRPr sz="2250" b="1">
                <a:solidFill>
                  <a:srgbClr val="B57906"/>
                </a:solidFill>
                <a:latin typeface="Arial"/>
                <a:ea typeface="Arial"/>
                <a:cs typeface="Arial"/>
              </a:defRPr>
            </a:lvl8pPr>
            <a:lvl9pPr algn="l">
              <a:defRPr sz="2250" b="1">
                <a:solidFill>
                  <a:srgbClr val="B57906"/>
                </a:solidFill>
                <a:latin typeface="Arial"/>
                <a:ea typeface="Arial"/>
                <a:cs typeface="Arial"/>
              </a:defRPr>
            </a:lvl9pPr>
          </a:lstStyle>
          <a:p>
            <a:pPr algn="l">
              <a:defRPr sz="2250" b="1">
                <a:solidFill>
                  <a:srgbClr val="B57906"/>
                </a:solidFill>
                <a:latin typeface="Arial"/>
                <a:ea typeface="Arial"/>
                <a:cs typeface="Arial"/>
              </a:defRPr>
            </a:pPr>
            <a:r>
              <a:rPr sz="2250" b="1">
                <a:solidFill>
                  <a:srgbClr val="B57906"/>
                </a:solidFill>
                <a:latin typeface="Arial"/>
                <a:ea typeface="Arial"/>
                <a:cs typeface="Arial"/>
              </a:rPr>
              <a:t>01</a:t>
            </a:r>
          </a:p>
        </p:txBody>
      </p:sp>
      <p:sp>
        <p:nvSpPr>
          <p:cNvPr id="8" name="矩形 7">
            <a:extLst>
              <a:ext uri="{FF2B5EF4-FFF2-40B4-BE49-F238E27FC236}">
                <a16:creationId xmlns:a16="http://schemas.microsoft.com/office/drawing/2014/main" id="{CCF5D6BB-38D7-47F2-B8CC-D85B027A5209}"/>
              </a:ext>
            </a:extLst>
          </p:cNvPr>
          <p:cNvSpPr>
            <a:spLocks noGrp="1"/>
          </p:cNvSpPr>
          <p:nvPr/>
        </p:nvSpPr>
        <p:spPr>
          <a:xfrm>
            <a:off x="1257300" y="1819275"/>
            <a:ext cx="4676775" cy="400050"/>
          </a:xfrm>
          <a:prstGeom prst="rect">
            <a:avLst/>
          </a:prstGeom>
          <a:noFill/>
          <a:ln w="0">
            <a:noFill/>
            <a:prstDash val="solid"/>
          </a:ln>
        </p:spPr>
        <p:txBody>
          <a:bodyPr wrap="square" lIns="0" tIns="0" rIns="0" bIns="0" anchor="t">
            <a:noAutofit/>
          </a:bodyPr>
          <a:lstStyle>
            <a:defPPr algn="l">
              <a:defRPr sz="2025" b="1">
                <a:solidFill>
                  <a:srgbClr val="163B2A"/>
                </a:solidFill>
                <a:latin typeface="Arial"/>
                <a:ea typeface="Arial"/>
                <a:cs typeface="Arial"/>
              </a:defRPr>
            </a:defPPr>
            <a:lvl1pPr algn="l">
              <a:defRPr sz="2025" b="1">
                <a:solidFill>
                  <a:srgbClr val="163B2A"/>
                </a:solidFill>
                <a:latin typeface="Arial"/>
                <a:ea typeface="Arial"/>
                <a:cs typeface="Arial"/>
              </a:defRPr>
            </a:lvl1pPr>
            <a:lvl2pPr algn="l">
              <a:defRPr sz="2025" b="1">
                <a:solidFill>
                  <a:srgbClr val="163B2A"/>
                </a:solidFill>
                <a:latin typeface="Arial"/>
                <a:ea typeface="Arial"/>
                <a:cs typeface="Arial"/>
              </a:defRPr>
            </a:lvl2pPr>
            <a:lvl3pPr algn="l">
              <a:defRPr sz="2025" b="1">
                <a:solidFill>
                  <a:srgbClr val="163B2A"/>
                </a:solidFill>
                <a:latin typeface="Arial"/>
                <a:ea typeface="Arial"/>
                <a:cs typeface="Arial"/>
              </a:defRPr>
            </a:lvl3pPr>
            <a:lvl4pPr algn="l">
              <a:defRPr sz="2025" b="1">
                <a:solidFill>
                  <a:srgbClr val="163B2A"/>
                </a:solidFill>
                <a:latin typeface="Arial"/>
                <a:ea typeface="Arial"/>
                <a:cs typeface="Arial"/>
              </a:defRPr>
            </a:lvl4pPr>
            <a:lvl5pPr algn="l">
              <a:defRPr sz="2025" b="1">
                <a:solidFill>
                  <a:srgbClr val="163B2A"/>
                </a:solidFill>
                <a:latin typeface="Arial"/>
                <a:ea typeface="Arial"/>
                <a:cs typeface="Arial"/>
              </a:defRPr>
            </a:lvl5pPr>
            <a:lvl6pPr algn="l">
              <a:defRPr sz="2025" b="1">
                <a:solidFill>
                  <a:srgbClr val="163B2A"/>
                </a:solidFill>
                <a:latin typeface="Arial"/>
                <a:ea typeface="Arial"/>
                <a:cs typeface="Arial"/>
              </a:defRPr>
            </a:lvl6pPr>
            <a:lvl7pPr algn="l">
              <a:defRPr sz="2025" b="1">
                <a:solidFill>
                  <a:srgbClr val="163B2A"/>
                </a:solidFill>
                <a:latin typeface="Arial"/>
                <a:ea typeface="Arial"/>
                <a:cs typeface="Arial"/>
              </a:defRPr>
            </a:lvl7pPr>
            <a:lvl8pPr algn="l">
              <a:defRPr sz="2025" b="1">
                <a:solidFill>
                  <a:srgbClr val="163B2A"/>
                </a:solidFill>
                <a:latin typeface="Arial"/>
                <a:ea typeface="Arial"/>
                <a:cs typeface="Arial"/>
              </a:defRPr>
            </a:lvl8pPr>
            <a:lvl9pPr algn="l">
              <a:defRPr sz="2025" b="1">
                <a:solidFill>
                  <a:srgbClr val="163B2A"/>
                </a:solidFill>
                <a:latin typeface="Arial"/>
                <a:ea typeface="Arial"/>
                <a:cs typeface="Arial"/>
              </a:defRPr>
            </a:lvl9pPr>
          </a:lstStyle>
          <a:p>
            <a:pPr algn="l">
              <a:defRPr sz="2025" b="1">
                <a:solidFill>
                  <a:srgbClr val="163B2A"/>
                </a:solidFill>
                <a:latin typeface="Arial"/>
                <a:ea typeface="Arial"/>
                <a:cs typeface="Arial"/>
              </a:defRPr>
            </a:pPr>
            <a:r>
              <a:rPr sz="2025" b="1">
                <a:solidFill>
                  <a:srgbClr val="163B2A"/>
                </a:solidFill>
                <a:latin typeface="Arial"/>
                <a:ea typeface="Arial"/>
                <a:cs typeface="Arial"/>
              </a:rPr>
              <a:t>Owner value and store needs</a:t>
            </a:r>
          </a:p>
        </p:txBody>
      </p:sp>
      <p:sp>
        <p:nvSpPr>
          <p:cNvPr id="9" name="矩形 8">
            <a:extLst>
              <a:ext uri="{FF2B5EF4-FFF2-40B4-BE49-F238E27FC236}">
                <a16:creationId xmlns:a16="http://schemas.microsoft.com/office/drawing/2014/main" id="{033464FF-9584-4A28-80A1-8235B09C9566}"/>
              </a:ext>
            </a:extLst>
          </p:cNvPr>
          <p:cNvSpPr>
            <a:spLocks noGrp="1"/>
          </p:cNvSpPr>
          <p:nvPr/>
        </p:nvSpPr>
        <p:spPr>
          <a:xfrm>
            <a:off x="6191250" y="1857375"/>
            <a:ext cx="3714750" cy="51435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Economics and key assumptions</a:t>
            </a:r>
          </a:p>
        </p:txBody>
      </p:sp>
      <p:sp>
        <p:nvSpPr>
          <p:cNvPr id="10" name="NAV-3">
            <a:hlinkClick r:id="rId4" action="ppaction://hlinksldjump"/>
            <a:extLst>
              <a:ext uri="{FF2B5EF4-FFF2-40B4-BE49-F238E27FC236}">
                <a16:creationId xmlns:a16="http://schemas.microsoft.com/office/drawing/2014/main" id="{60FDCD0C-59E3-43BD-B248-8E39A2E82E78}"/>
              </a:ext>
            </a:extLst>
          </p:cNvPr>
          <p:cNvSpPr>
            <a:spLocks noGrp="1"/>
          </p:cNvSpPr>
          <p:nvPr/>
        </p:nvSpPr>
        <p:spPr>
          <a:xfrm>
            <a:off x="10096500" y="1857375"/>
            <a:ext cx="1638300" cy="361950"/>
          </a:xfrm>
          <a:prstGeom prst="rect">
            <a:avLst/>
          </a:prstGeom>
          <a:noFill/>
          <a:ln w="0">
            <a:noFill/>
            <a:prstDash val="solid"/>
          </a:ln>
        </p:spPr>
        <p:txBody>
          <a:bodyPr wrap="square" lIns="0" tIns="0" rIns="0" bIns="0" anchor="t">
            <a:noAutofit/>
          </a:bodyPr>
          <a:lstStyle>
            <a:defPPr algn="r">
              <a:defRPr sz="1650" b="1">
                <a:solidFill>
                  <a:srgbClr val="598C6C"/>
                </a:solidFill>
                <a:latin typeface="Arial"/>
                <a:ea typeface="Arial"/>
                <a:cs typeface="Arial"/>
              </a:defRPr>
            </a:defPPr>
            <a:lvl1pPr algn="r">
              <a:defRPr sz="1650" b="1">
                <a:solidFill>
                  <a:srgbClr val="598C6C"/>
                </a:solidFill>
                <a:latin typeface="Arial"/>
                <a:ea typeface="Arial"/>
                <a:cs typeface="Arial"/>
              </a:defRPr>
            </a:lvl1pPr>
            <a:lvl2pPr algn="r">
              <a:defRPr sz="1650" b="1">
                <a:solidFill>
                  <a:srgbClr val="598C6C"/>
                </a:solidFill>
                <a:latin typeface="Arial"/>
                <a:ea typeface="Arial"/>
                <a:cs typeface="Arial"/>
              </a:defRPr>
            </a:lvl2pPr>
            <a:lvl3pPr algn="r">
              <a:defRPr sz="1650" b="1">
                <a:solidFill>
                  <a:srgbClr val="598C6C"/>
                </a:solidFill>
                <a:latin typeface="Arial"/>
                <a:ea typeface="Arial"/>
                <a:cs typeface="Arial"/>
              </a:defRPr>
            </a:lvl3pPr>
            <a:lvl4pPr algn="r">
              <a:defRPr sz="1650" b="1">
                <a:solidFill>
                  <a:srgbClr val="598C6C"/>
                </a:solidFill>
                <a:latin typeface="Arial"/>
                <a:ea typeface="Arial"/>
                <a:cs typeface="Arial"/>
              </a:defRPr>
            </a:lvl4pPr>
            <a:lvl5pPr algn="r">
              <a:defRPr sz="1650" b="1">
                <a:solidFill>
                  <a:srgbClr val="598C6C"/>
                </a:solidFill>
                <a:latin typeface="Arial"/>
                <a:ea typeface="Arial"/>
                <a:cs typeface="Arial"/>
              </a:defRPr>
            </a:lvl5pPr>
            <a:lvl6pPr algn="r">
              <a:defRPr sz="1650" b="1">
                <a:solidFill>
                  <a:srgbClr val="598C6C"/>
                </a:solidFill>
                <a:latin typeface="Arial"/>
                <a:ea typeface="Arial"/>
                <a:cs typeface="Arial"/>
              </a:defRPr>
            </a:lvl6pPr>
            <a:lvl7pPr algn="r">
              <a:defRPr sz="1650" b="1">
                <a:solidFill>
                  <a:srgbClr val="598C6C"/>
                </a:solidFill>
                <a:latin typeface="Arial"/>
                <a:ea typeface="Arial"/>
                <a:cs typeface="Arial"/>
              </a:defRPr>
            </a:lvl7pPr>
            <a:lvl8pPr algn="r">
              <a:defRPr sz="1650" b="1">
                <a:solidFill>
                  <a:srgbClr val="598C6C"/>
                </a:solidFill>
                <a:latin typeface="Arial"/>
                <a:ea typeface="Arial"/>
                <a:cs typeface="Arial"/>
              </a:defRPr>
            </a:lvl8pPr>
            <a:lvl9pPr algn="r">
              <a:defRPr sz="1650" b="1">
                <a:solidFill>
                  <a:srgbClr val="598C6C"/>
                </a:solidFill>
                <a:latin typeface="Arial"/>
                <a:ea typeface="Arial"/>
                <a:cs typeface="Arial"/>
              </a:defRPr>
            </a:lvl9pPr>
          </a:lstStyle>
          <a:p>
            <a:pPr algn="r">
              <a:defRPr sz="1650" b="1">
                <a:solidFill>
                  <a:srgbClr val="598C6C"/>
                </a:solidFill>
                <a:latin typeface="Arial"/>
                <a:ea typeface="Arial"/>
                <a:cs typeface="Arial"/>
              </a:defRPr>
            </a:pPr>
            <a:r>
              <a:rPr sz="1650" b="1">
                <a:solidFill>
                  <a:srgbClr val="598C6C"/>
                </a:solidFill>
                <a:latin typeface="Arial"/>
                <a:ea typeface="Arial"/>
                <a:cs typeface="Arial"/>
              </a:rPr>
              <a:t>03–04</a:t>
            </a:r>
          </a:p>
        </p:txBody>
      </p:sp>
      <p:sp>
        <p:nvSpPr>
          <p:cNvPr id="11" name="矩形 10">
            <a:extLst>
              <a:ext uri="{FF2B5EF4-FFF2-40B4-BE49-F238E27FC236}">
                <a16:creationId xmlns:a16="http://schemas.microsoft.com/office/drawing/2014/main" id="{FCA5F528-732F-4E88-8C89-41B856B0DBB3}"/>
              </a:ext>
            </a:extLst>
          </p:cNvPr>
          <p:cNvSpPr>
            <a:spLocks noGrp="1"/>
          </p:cNvSpPr>
          <p:nvPr/>
        </p:nvSpPr>
        <p:spPr>
          <a:xfrm>
            <a:off x="457200" y="2324100"/>
            <a:ext cx="11277600" cy="9525"/>
          </a:xfrm>
          <a:prstGeom prst="rect">
            <a:avLst/>
          </a:prstGeom>
          <a:solidFill>
            <a:srgbClr val="B7BA9A"/>
          </a:solidFill>
          <a:ln w="0">
            <a:noFill/>
            <a:prstDash val="solid"/>
          </a:ln>
        </p:spPr>
      </p:sp>
      <p:sp>
        <p:nvSpPr>
          <p:cNvPr id="12" name="矩形 11">
            <a:extLst>
              <a:ext uri="{FF2B5EF4-FFF2-40B4-BE49-F238E27FC236}">
                <a16:creationId xmlns:a16="http://schemas.microsoft.com/office/drawing/2014/main" id="{08718EF4-A63A-4DE9-9C56-CBCAA7393A79}"/>
              </a:ext>
            </a:extLst>
          </p:cNvPr>
          <p:cNvSpPr>
            <a:spLocks noGrp="1"/>
          </p:cNvSpPr>
          <p:nvPr/>
        </p:nvSpPr>
        <p:spPr>
          <a:xfrm>
            <a:off x="457200" y="2476500"/>
            <a:ext cx="619125" cy="400050"/>
          </a:xfrm>
          <a:prstGeom prst="rect">
            <a:avLst/>
          </a:prstGeom>
          <a:noFill/>
          <a:ln w="0">
            <a:noFill/>
            <a:prstDash val="solid"/>
          </a:ln>
        </p:spPr>
        <p:txBody>
          <a:bodyPr wrap="square" lIns="0" tIns="0" rIns="0" bIns="0" anchor="t">
            <a:noAutofit/>
          </a:bodyPr>
          <a:lstStyle>
            <a:defPPr algn="l">
              <a:defRPr sz="2250" b="1">
                <a:solidFill>
                  <a:srgbClr val="B57906"/>
                </a:solidFill>
                <a:latin typeface="Arial"/>
                <a:ea typeface="Arial"/>
                <a:cs typeface="Arial"/>
              </a:defRPr>
            </a:defPPr>
            <a:lvl1pPr algn="l">
              <a:defRPr sz="2250" b="1">
                <a:solidFill>
                  <a:srgbClr val="B57906"/>
                </a:solidFill>
                <a:latin typeface="Arial"/>
                <a:ea typeface="Arial"/>
                <a:cs typeface="Arial"/>
              </a:defRPr>
            </a:lvl1pPr>
            <a:lvl2pPr algn="l">
              <a:defRPr sz="2250" b="1">
                <a:solidFill>
                  <a:srgbClr val="B57906"/>
                </a:solidFill>
                <a:latin typeface="Arial"/>
                <a:ea typeface="Arial"/>
                <a:cs typeface="Arial"/>
              </a:defRPr>
            </a:lvl2pPr>
            <a:lvl3pPr algn="l">
              <a:defRPr sz="2250" b="1">
                <a:solidFill>
                  <a:srgbClr val="B57906"/>
                </a:solidFill>
                <a:latin typeface="Arial"/>
                <a:ea typeface="Arial"/>
                <a:cs typeface="Arial"/>
              </a:defRPr>
            </a:lvl3pPr>
            <a:lvl4pPr algn="l">
              <a:defRPr sz="2250" b="1">
                <a:solidFill>
                  <a:srgbClr val="B57906"/>
                </a:solidFill>
                <a:latin typeface="Arial"/>
                <a:ea typeface="Arial"/>
                <a:cs typeface="Arial"/>
              </a:defRPr>
            </a:lvl4pPr>
            <a:lvl5pPr algn="l">
              <a:defRPr sz="2250" b="1">
                <a:solidFill>
                  <a:srgbClr val="B57906"/>
                </a:solidFill>
                <a:latin typeface="Arial"/>
                <a:ea typeface="Arial"/>
                <a:cs typeface="Arial"/>
              </a:defRPr>
            </a:lvl5pPr>
            <a:lvl6pPr algn="l">
              <a:defRPr sz="2250" b="1">
                <a:solidFill>
                  <a:srgbClr val="B57906"/>
                </a:solidFill>
                <a:latin typeface="Arial"/>
                <a:ea typeface="Arial"/>
                <a:cs typeface="Arial"/>
              </a:defRPr>
            </a:lvl6pPr>
            <a:lvl7pPr algn="l">
              <a:defRPr sz="2250" b="1">
                <a:solidFill>
                  <a:srgbClr val="B57906"/>
                </a:solidFill>
                <a:latin typeface="Arial"/>
                <a:ea typeface="Arial"/>
                <a:cs typeface="Arial"/>
              </a:defRPr>
            </a:lvl7pPr>
            <a:lvl8pPr algn="l">
              <a:defRPr sz="2250" b="1">
                <a:solidFill>
                  <a:srgbClr val="B57906"/>
                </a:solidFill>
                <a:latin typeface="Arial"/>
                <a:ea typeface="Arial"/>
                <a:cs typeface="Arial"/>
              </a:defRPr>
            </a:lvl8pPr>
            <a:lvl9pPr algn="l">
              <a:defRPr sz="2250" b="1">
                <a:solidFill>
                  <a:srgbClr val="B57906"/>
                </a:solidFill>
                <a:latin typeface="Arial"/>
                <a:ea typeface="Arial"/>
                <a:cs typeface="Arial"/>
              </a:defRPr>
            </a:lvl9pPr>
          </a:lstStyle>
          <a:p>
            <a:pPr algn="l">
              <a:defRPr sz="2250" b="1">
                <a:solidFill>
                  <a:srgbClr val="B57906"/>
                </a:solidFill>
                <a:latin typeface="Arial"/>
                <a:ea typeface="Arial"/>
                <a:cs typeface="Arial"/>
              </a:defRPr>
            </a:pPr>
            <a:r>
              <a:rPr sz="2250" b="1">
                <a:solidFill>
                  <a:srgbClr val="B57906"/>
                </a:solidFill>
                <a:latin typeface="Arial"/>
                <a:ea typeface="Arial"/>
                <a:cs typeface="Arial"/>
              </a:rPr>
              <a:t>02</a:t>
            </a:r>
          </a:p>
        </p:txBody>
      </p:sp>
      <p:sp>
        <p:nvSpPr>
          <p:cNvPr id="13" name="矩形 12">
            <a:extLst>
              <a:ext uri="{FF2B5EF4-FFF2-40B4-BE49-F238E27FC236}">
                <a16:creationId xmlns:a16="http://schemas.microsoft.com/office/drawing/2014/main" id="{029B5905-5B3A-4CF8-8A1A-F7769D1492D8}"/>
              </a:ext>
            </a:extLst>
          </p:cNvPr>
          <p:cNvSpPr>
            <a:spLocks noGrp="1"/>
          </p:cNvSpPr>
          <p:nvPr/>
        </p:nvSpPr>
        <p:spPr>
          <a:xfrm>
            <a:off x="1257300" y="2476500"/>
            <a:ext cx="4676775" cy="400050"/>
          </a:xfrm>
          <a:prstGeom prst="rect">
            <a:avLst/>
          </a:prstGeom>
          <a:noFill/>
          <a:ln w="0">
            <a:noFill/>
            <a:prstDash val="solid"/>
          </a:ln>
        </p:spPr>
        <p:txBody>
          <a:bodyPr wrap="square" lIns="0" tIns="0" rIns="0" bIns="0" anchor="t">
            <a:noAutofit/>
          </a:bodyPr>
          <a:lstStyle>
            <a:defPPr algn="l">
              <a:defRPr sz="2025" b="1">
                <a:solidFill>
                  <a:srgbClr val="163B2A"/>
                </a:solidFill>
                <a:latin typeface="Arial"/>
                <a:ea typeface="Arial"/>
                <a:cs typeface="Arial"/>
              </a:defRPr>
            </a:defPPr>
            <a:lvl1pPr algn="l">
              <a:defRPr sz="2025" b="1">
                <a:solidFill>
                  <a:srgbClr val="163B2A"/>
                </a:solidFill>
                <a:latin typeface="Arial"/>
                <a:ea typeface="Arial"/>
                <a:cs typeface="Arial"/>
              </a:defRPr>
            </a:lvl1pPr>
            <a:lvl2pPr algn="l">
              <a:defRPr sz="2025" b="1">
                <a:solidFill>
                  <a:srgbClr val="163B2A"/>
                </a:solidFill>
                <a:latin typeface="Arial"/>
                <a:ea typeface="Arial"/>
                <a:cs typeface="Arial"/>
              </a:defRPr>
            </a:lvl2pPr>
            <a:lvl3pPr algn="l">
              <a:defRPr sz="2025" b="1">
                <a:solidFill>
                  <a:srgbClr val="163B2A"/>
                </a:solidFill>
                <a:latin typeface="Arial"/>
                <a:ea typeface="Arial"/>
                <a:cs typeface="Arial"/>
              </a:defRPr>
            </a:lvl3pPr>
            <a:lvl4pPr algn="l">
              <a:defRPr sz="2025" b="1">
                <a:solidFill>
                  <a:srgbClr val="163B2A"/>
                </a:solidFill>
                <a:latin typeface="Arial"/>
                <a:ea typeface="Arial"/>
                <a:cs typeface="Arial"/>
              </a:defRPr>
            </a:lvl4pPr>
            <a:lvl5pPr algn="l">
              <a:defRPr sz="2025" b="1">
                <a:solidFill>
                  <a:srgbClr val="163B2A"/>
                </a:solidFill>
                <a:latin typeface="Arial"/>
                <a:ea typeface="Arial"/>
                <a:cs typeface="Arial"/>
              </a:defRPr>
            </a:lvl5pPr>
            <a:lvl6pPr algn="l">
              <a:defRPr sz="2025" b="1">
                <a:solidFill>
                  <a:srgbClr val="163B2A"/>
                </a:solidFill>
                <a:latin typeface="Arial"/>
                <a:ea typeface="Arial"/>
                <a:cs typeface="Arial"/>
              </a:defRPr>
            </a:lvl6pPr>
            <a:lvl7pPr algn="l">
              <a:defRPr sz="2025" b="1">
                <a:solidFill>
                  <a:srgbClr val="163B2A"/>
                </a:solidFill>
                <a:latin typeface="Arial"/>
                <a:ea typeface="Arial"/>
                <a:cs typeface="Arial"/>
              </a:defRPr>
            </a:lvl7pPr>
            <a:lvl8pPr algn="l">
              <a:defRPr sz="2025" b="1">
                <a:solidFill>
                  <a:srgbClr val="163B2A"/>
                </a:solidFill>
                <a:latin typeface="Arial"/>
                <a:ea typeface="Arial"/>
                <a:cs typeface="Arial"/>
              </a:defRPr>
            </a:lvl8pPr>
            <a:lvl9pPr algn="l">
              <a:defRPr sz="2025" b="1">
                <a:solidFill>
                  <a:srgbClr val="163B2A"/>
                </a:solidFill>
                <a:latin typeface="Arial"/>
                <a:ea typeface="Arial"/>
                <a:cs typeface="Arial"/>
              </a:defRPr>
            </a:lvl9pPr>
          </a:lstStyle>
          <a:p>
            <a:pPr algn="l">
              <a:defRPr sz="2025" b="1">
                <a:solidFill>
                  <a:srgbClr val="163B2A"/>
                </a:solidFill>
                <a:latin typeface="Arial"/>
                <a:ea typeface="Arial"/>
                <a:cs typeface="Arial"/>
              </a:defRPr>
            </a:pPr>
            <a:r>
              <a:rPr sz="2025" b="1">
                <a:solidFill>
                  <a:srgbClr val="163B2A"/>
                </a:solidFill>
                <a:latin typeface="Arial"/>
                <a:ea typeface="Arial"/>
                <a:cs typeface="Arial"/>
              </a:rPr>
              <a:t>Product and prototype demo</a:t>
            </a:r>
          </a:p>
        </p:txBody>
      </p:sp>
      <p:sp>
        <p:nvSpPr>
          <p:cNvPr id="14" name="矩形 13">
            <a:extLst>
              <a:ext uri="{FF2B5EF4-FFF2-40B4-BE49-F238E27FC236}">
                <a16:creationId xmlns:a16="http://schemas.microsoft.com/office/drawing/2014/main" id="{9E77CAA2-A8F1-4A06-9430-3E688C35739D}"/>
              </a:ext>
            </a:extLst>
          </p:cNvPr>
          <p:cNvSpPr>
            <a:spLocks noGrp="1"/>
          </p:cNvSpPr>
          <p:nvPr/>
        </p:nvSpPr>
        <p:spPr>
          <a:xfrm>
            <a:off x="6191250" y="2514600"/>
            <a:ext cx="3714750" cy="51435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Inventory, orders and results</a:t>
            </a:r>
          </a:p>
        </p:txBody>
      </p:sp>
      <p:sp>
        <p:nvSpPr>
          <p:cNvPr id="15" name="NAV-5">
            <a:hlinkClick r:id="rId5" action="ppaction://hlinksldjump"/>
            <a:extLst>
              <a:ext uri="{FF2B5EF4-FFF2-40B4-BE49-F238E27FC236}">
                <a16:creationId xmlns:a16="http://schemas.microsoft.com/office/drawing/2014/main" id="{A7C690B3-C327-47B2-972E-64989E9D3C42}"/>
              </a:ext>
            </a:extLst>
          </p:cNvPr>
          <p:cNvSpPr>
            <a:spLocks noGrp="1"/>
          </p:cNvSpPr>
          <p:nvPr/>
        </p:nvSpPr>
        <p:spPr>
          <a:xfrm>
            <a:off x="10096500" y="2514600"/>
            <a:ext cx="1638300" cy="361950"/>
          </a:xfrm>
          <a:prstGeom prst="rect">
            <a:avLst/>
          </a:prstGeom>
          <a:noFill/>
          <a:ln w="0">
            <a:noFill/>
            <a:prstDash val="solid"/>
          </a:ln>
        </p:spPr>
        <p:txBody>
          <a:bodyPr wrap="square" lIns="0" tIns="0" rIns="0" bIns="0" anchor="t">
            <a:noAutofit/>
          </a:bodyPr>
          <a:lstStyle>
            <a:defPPr algn="r">
              <a:defRPr sz="1650" b="1">
                <a:solidFill>
                  <a:srgbClr val="598C6C"/>
                </a:solidFill>
                <a:latin typeface="Arial"/>
                <a:ea typeface="Arial"/>
                <a:cs typeface="Arial"/>
              </a:defRPr>
            </a:defPPr>
            <a:lvl1pPr algn="r">
              <a:defRPr sz="1650" b="1">
                <a:solidFill>
                  <a:srgbClr val="598C6C"/>
                </a:solidFill>
                <a:latin typeface="Arial"/>
                <a:ea typeface="Arial"/>
                <a:cs typeface="Arial"/>
              </a:defRPr>
            </a:lvl1pPr>
            <a:lvl2pPr algn="r">
              <a:defRPr sz="1650" b="1">
                <a:solidFill>
                  <a:srgbClr val="598C6C"/>
                </a:solidFill>
                <a:latin typeface="Arial"/>
                <a:ea typeface="Arial"/>
                <a:cs typeface="Arial"/>
              </a:defRPr>
            </a:lvl2pPr>
            <a:lvl3pPr algn="r">
              <a:defRPr sz="1650" b="1">
                <a:solidFill>
                  <a:srgbClr val="598C6C"/>
                </a:solidFill>
                <a:latin typeface="Arial"/>
                <a:ea typeface="Arial"/>
                <a:cs typeface="Arial"/>
              </a:defRPr>
            </a:lvl3pPr>
            <a:lvl4pPr algn="r">
              <a:defRPr sz="1650" b="1">
                <a:solidFill>
                  <a:srgbClr val="598C6C"/>
                </a:solidFill>
                <a:latin typeface="Arial"/>
                <a:ea typeface="Arial"/>
                <a:cs typeface="Arial"/>
              </a:defRPr>
            </a:lvl4pPr>
            <a:lvl5pPr algn="r">
              <a:defRPr sz="1650" b="1">
                <a:solidFill>
                  <a:srgbClr val="598C6C"/>
                </a:solidFill>
                <a:latin typeface="Arial"/>
                <a:ea typeface="Arial"/>
                <a:cs typeface="Arial"/>
              </a:defRPr>
            </a:lvl5pPr>
            <a:lvl6pPr algn="r">
              <a:defRPr sz="1650" b="1">
                <a:solidFill>
                  <a:srgbClr val="598C6C"/>
                </a:solidFill>
                <a:latin typeface="Arial"/>
                <a:ea typeface="Arial"/>
                <a:cs typeface="Arial"/>
              </a:defRPr>
            </a:lvl6pPr>
            <a:lvl7pPr algn="r">
              <a:defRPr sz="1650" b="1">
                <a:solidFill>
                  <a:srgbClr val="598C6C"/>
                </a:solidFill>
                <a:latin typeface="Arial"/>
                <a:ea typeface="Arial"/>
                <a:cs typeface="Arial"/>
              </a:defRPr>
            </a:lvl7pPr>
            <a:lvl8pPr algn="r">
              <a:defRPr sz="1650" b="1">
                <a:solidFill>
                  <a:srgbClr val="598C6C"/>
                </a:solidFill>
                <a:latin typeface="Arial"/>
                <a:ea typeface="Arial"/>
                <a:cs typeface="Arial"/>
              </a:defRPr>
            </a:lvl8pPr>
            <a:lvl9pPr algn="r">
              <a:defRPr sz="1650" b="1">
                <a:solidFill>
                  <a:srgbClr val="598C6C"/>
                </a:solidFill>
                <a:latin typeface="Arial"/>
                <a:ea typeface="Arial"/>
                <a:cs typeface="Arial"/>
              </a:defRPr>
            </a:lvl9pPr>
          </a:lstStyle>
          <a:p>
            <a:pPr algn="r">
              <a:defRPr sz="1650" b="1">
                <a:solidFill>
                  <a:srgbClr val="598C6C"/>
                </a:solidFill>
                <a:latin typeface="Arial"/>
                <a:ea typeface="Arial"/>
                <a:cs typeface="Arial"/>
              </a:defRPr>
            </a:pPr>
            <a:r>
              <a:rPr sz="1650" b="1">
                <a:solidFill>
                  <a:srgbClr val="598C6C"/>
                </a:solidFill>
                <a:latin typeface="Arial"/>
                <a:ea typeface="Arial"/>
                <a:cs typeface="Arial"/>
              </a:rPr>
              <a:t>05–08</a:t>
            </a:r>
          </a:p>
        </p:txBody>
      </p:sp>
      <p:sp>
        <p:nvSpPr>
          <p:cNvPr id="16" name="矩形 15">
            <a:extLst>
              <a:ext uri="{FF2B5EF4-FFF2-40B4-BE49-F238E27FC236}">
                <a16:creationId xmlns:a16="http://schemas.microsoft.com/office/drawing/2014/main" id="{C51A9E86-7E5E-400F-99BA-41D3F68FA431}"/>
              </a:ext>
            </a:extLst>
          </p:cNvPr>
          <p:cNvSpPr>
            <a:spLocks noGrp="1"/>
          </p:cNvSpPr>
          <p:nvPr/>
        </p:nvSpPr>
        <p:spPr>
          <a:xfrm>
            <a:off x="457200" y="2981325"/>
            <a:ext cx="11277600" cy="9525"/>
          </a:xfrm>
          <a:prstGeom prst="rect">
            <a:avLst/>
          </a:prstGeom>
          <a:solidFill>
            <a:srgbClr val="B7BA9A"/>
          </a:solidFill>
          <a:ln w="0">
            <a:noFill/>
            <a:prstDash val="solid"/>
          </a:ln>
        </p:spPr>
      </p:sp>
      <p:sp>
        <p:nvSpPr>
          <p:cNvPr id="17" name="矩形 16">
            <a:extLst>
              <a:ext uri="{FF2B5EF4-FFF2-40B4-BE49-F238E27FC236}">
                <a16:creationId xmlns:a16="http://schemas.microsoft.com/office/drawing/2014/main" id="{7BC0862B-185A-4BF1-902A-6FB3D3836082}"/>
              </a:ext>
            </a:extLst>
          </p:cNvPr>
          <p:cNvSpPr>
            <a:spLocks noGrp="1"/>
          </p:cNvSpPr>
          <p:nvPr/>
        </p:nvSpPr>
        <p:spPr>
          <a:xfrm>
            <a:off x="457200" y="3133725"/>
            <a:ext cx="619125" cy="400050"/>
          </a:xfrm>
          <a:prstGeom prst="rect">
            <a:avLst/>
          </a:prstGeom>
          <a:noFill/>
          <a:ln w="0">
            <a:noFill/>
            <a:prstDash val="solid"/>
          </a:ln>
        </p:spPr>
        <p:txBody>
          <a:bodyPr wrap="square" lIns="0" tIns="0" rIns="0" bIns="0" anchor="t">
            <a:noAutofit/>
          </a:bodyPr>
          <a:lstStyle>
            <a:defPPr algn="l">
              <a:defRPr sz="2250" b="1">
                <a:solidFill>
                  <a:srgbClr val="B57906"/>
                </a:solidFill>
                <a:latin typeface="Arial"/>
                <a:ea typeface="Arial"/>
                <a:cs typeface="Arial"/>
              </a:defRPr>
            </a:defPPr>
            <a:lvl1pPr algn="l">
              <a:defRPr sz="2250" b="1">
                <a:solidFill>
                  <a:srgbClr val="B57906"/>
                </a:solidFill>
                <a:latin typeface="Arial"/>
                <a:ea typeface="Arial"/>
                <a:cs typeface="Arial"/>
              </a:defRPr>
            </a:lvl1pPr>
            <a:lvl2pPr algn="l">
              <a:defRPr sz="2250" b="1">
                <a:solidFill>
                  <a:srgbClr val="B57906"/>
                </a:solidFill>
                <a:latin typeface="Arial"/>
                <a:ea typeface="Arial"/>
                <a:cs typeface="Arial"/>
              </a:defRPr>
            </a:lvl2pPr>
            <a:lvl3pPr algn="l">
              <a:defRPr sz="2250" b="1">
                <a:solidFill>
                  <a:srgbClr val="B57906"/>
                </a:solidFill>
                <a:latin typeface="Arial"/>
                <a:ea typeface="Arial"/>
                <a:cs typeface="Arial"/>
              </a:defRPr>
            </a:lvl3pPr>
            <a:lvl4pPr algn="l">
              <a:defRPr sz="2250" b="1">
                <a:solidFill>
                  <a:srgbClr val="B57906"/>
                </a:solidFill>
                <a:latin typeface="Arial"/>
                <a:ea typeface="Arial"/>
                <a:cs typeface="Arial"/>
              </a:defRPr>
            </a:lvl4pPr>
            <a:lvl5pPr algn="l">
              <a:defRPr sz="2250" b="1">
                <a:solidFill>
                  <a:srgbClr val="B57906"/>
                </a:solidFill>
                <a:latin typeface="Arial"/>
                <a:ea typeface="Arial"/>
                <a:cs typeface="Arial"/>
              </a:defRPr>
            </a:lvl5pPr>
            <a:lvl6pPr algn="l">
              <a:defRPr sz="2250" b="1">
                <a:solidFill>
                  <a:srgbClr val="B57906"/>
                </a:solidFill>
                <a:latin typeface="Arial"/>
                <a:ea typeface="Arial"/>
                <a:cs typeface="Arial"/>
              </a:defRPr>
            </a:lvl6pPr>
            <a:lvl7pPr algn="l">
              <a:defRPr sz="2250" b="1">
                <a:solidFill>
                  <a:srgbClr val="B57906"/>
                </a:solidFill>
                <a:latin typeface="Arial"/>
                <a:ea typeface="Arial"/>
                <a:cs typeface="Arial"/>
              </a:defRPr>
            </a:lvl7pPr>
            <a:lvl8pPr algn="l">
              <a:defRPr sz="2250" b="1">
                <a:solidFill>
                  <a:srgbClr val="B57906"/>
                </a:solidFill>
                <a:latin typeface="Arial"/>
                <a:ea typeface="Arial"/>
                <a:cs typeface="Arial"/>
              </a:defRPr>
            </a:lvl8pPr>
            <a:lvl9pPr algn="l">
              <a:defRPr sz="2250" b="1">
                <a:solidFill>
                  <a:srgbClr val="B57906"/>
                </a:solidFill>
                <a:latin typeface="Arial"/>
                <a:ea typeface="Arial"/>
                <a:cs typeface="Arial"/>
              </a:defRPr>
            </a:lvl9pPr>
          </a:lstStyle>
          <a:p>
            <a:pPr algn="l">
              <a:defRPr sz="2250" b="1">
                <a:solidFill>
                  <a:srgbClr val="B57906"/>
                </a:solidFill>
                <a:latin typeface="Arial"/>
                <a:ea typeface="Arial"/>
                <a:cs typeface="Arial"/>
              </a:defRPr>
            </a:pPr>
            <a:r>
              <a:rPr sz="2250" b="1">
                <a:solidFill>
                  <a:srgbClr val="B57906"/>
                </a:solidFill>
                <a:latin typeface="Arial"/>
                <a:ea typeface="Arial"/>
                <a:cs typeface="Arial"/>
              </a:rPr>
              <a:t>03</a:t>
            </a:r>
          </a:p>
        </p:txBody>
      </p:sp>
      <p:sp>
        <p:nvSpPr>
          <p:cNvPr id="18" name="矩形 17">
            <a:extLst>
              <a:ext uri="{FF2B5EF4-FFF2-40B4-BE49-F238E27FC236}">
                <a16:creationId xmlns:a16="http://schemas.microsoft.com/office/drawing/2014/main" id="{FED06FDA-F11B-491B-8D0B-5096ABE5D51A}"/>
              </a:ext>
            </a:extLst>
          </p:cNvPr>
          <p:cNvSpPr>
            <a:spLocks noGrp="1"/>
          </p:cNvSpPr>
          <p:nvPr/>
        </p:nvSpPr>
        <p:spPr>
          <a:xfrm>
            <a:off x="1257300" y="3133725"/>
            <a:ext cx="4676775" cy="400050"/>
          </a:xfrm>
          <a:prstGeom prst="rect">
            <a:avLst/>
          </a:prstGeom>
          <a:noFill/>
          <a:ln w="0">
            <a:noFill/>
            <a:prstDash val="solid"/>
          </a:ln>
        </p:spPr>
        <p:txBody>
          <a:bodyPr wrap="square" lIns="0" tIns="0" rIns="0" bIns="0" anchor="t">
            <a:noAutofit/>
          </a:bodyPr>
          <a:lstStyle>
            <a:defPPr algn="l">
              <a:defRPr sz="2025" b="1">
                <a:solidFill>
                  <a:srgbClr val="163B2A"/>
                </a:solidFill>
                <a:latin typeface="Arial"/>
                <a:ea typeface="Arial"/>
                <a:cs typeface="Arial"/>
              </a:defRPr>
            </a:defPPr>
            <a:lvl1pPr algn="l">
              <a:defRPr sz="2025" b="1">
                <a:solidFill>
                  <a:srgbClr val="163B2A"/>
                </a:solidFill>
                <a:latin typeface="Arial"/>
                <a:ea typeface="Arial"/>
                <a:cs typeface="Arial"/>
              </a:defRPr>
            </a:lvl1pPr>
            <a:lvl2pPr algn="l">
              <a:defRPr sz="2025" b="1">
                <a:solidFill>
                  <a:srgbClr val="163B2A"/>
                </a:solidFill>
                <a:latin typeface="Arial"/>
                <a:ea typeface="Arial"/>
                <a:cs typeface="Arial"/>
              </a:defRPr>
            </a:lvl2pPr>
            <a:lvl3pPr algn="l">
              <a:defRPr sz="2025" b="1">
                <a:solidFill>
                  <a:srgbClr val="163B2A"/>
                </a:solidFill>
                <a:latin typeface="Arial"/>
                <a:ea typeface="Arial"/>
                <a:cs typeface="Arial"/>
              </a:defRPr>
            </a:lvl3pPr>
            <a:lvl4pPr algn="l">
              <a:defRPr sz="2025" b="1">
                <a:solidFill>
                  <a:srgbClr val="163B2A"/>
                </a:solidFill>
                <a:latin typeface="Arial"/>
                <a:ea typeface="Arial"/>
                <a:cs typeface="Arial"/>
              </a:defRPr>
            </a:lvl4pPr>
            <a:lvl5pPr algn="l">
              <a:defRPr sz="2025" b="1">
                <a:solidFill>
                  <a:srgbClr val="163B2A"/>
                </a:solidFill>
                <a:latin typeface="Arial"/>
                <a:ea typeface="Arial"/>
                <a:cs typeface="Arial"/>
              </a:defRPr>
            </a:lvl5pPr>
            <a:lvl6pPr algn="l">
              <a:defRPr sz="2025" b="1">
                <a:solidFill>
                  <a:srgbClr val="163B2A"/>
                </a:solidFill>
                <a:latin typeface="Arial"/>
                <a:ea typeface="Arial"/>
                <a:cs typeface="Arial"/>
              </a:defRPr>
            </a:lvl6pPr>
            <a:lvl7pPr algn="l">
              <a:defRPr sz="2025" b="1">
                <a:solidFill>
                  <a:srgbClr val="163B2A"/>
                </a:solidFill>
                <a:latin typeface="Arial"/>
                <a:ea typeface="Arial"/>
                <a:cs typeface="Arial"/>
              </a:defRPr>
            </a:lvl7pPr>
            <a:lvl8pPr algn="l">
              <a:defRPr sz="2025" b="1">
                <a:solidFill>
                  <a:srgbClr val="163B2A"/>
                </a:solidFill>
                <a:latin typeface="Arial"/>
                <a:ea typeface="Arial"/>
                <a:cs typeface="Arial"/>
              </a:defRPr>
            </a:lvl8pPr>
            <a:lvl9pPr algn="l">
              <a:defRPr sz="2025" b="1">
                <a:solidFill>
                  <a:srgbClr val="163B2A"/>
                </a:solidFill>
                <a:latin typeface="Arial"/>
                <a:ea typeface="Arial"/>
                <a:cs typeface="Arial"/>
              </a:defRPr>
            </a:lvl9pPr>
          </a:lstStyle>
          <a:p>
            <a:pPr algn="l">
              <a:defRPr sz="2025" b="1">
                <a:solidFill>
                  <a:srgbClr val="163B2A"/>
                </a:solidFill>
                <a:latin typeface="Arial"/>
                <a:ea typeface="Arial"/>
                <a:cs typeface="Arial"/>
              </a:defRPr>
            </a:pPr>
            <a:r>
              <a:rPr sz="2025" b="1">
                <a:solidFill>
                  <a:srgbClr val="163B2A"/>
                </a:solidFill>
                <a:latin typeface="Arial"/>
                <a:ea typeface="Arial"/>
                <a:cs typeface="Arial"/>
              </a:rPr>
              <a:t>SDGs and projected impact</a:t>
            </a:r>
          </a:p>
        </p:txBody>
      </p:sp>
      <p:sp>
        <p:nvSpPr>
          <p:cNvPr id="19" name="矩形 18">
            <a:extLst>
              <a:ext uri="{FF2B5EF4-FFF2-40B4-BE49-F238E27FC236}">
                <a16:creationId xmlns:a16="http://schemas.microsoft.com/office/drawing/2014/main" id="{620BD15E-96CF-4E26-8F55-B8EF29857D65}"/>
              </a:ext>
            </a:extLst>
          </p:cNvPr>
          <p:cNvSpPr>
            <a:spLocks noGrp="1"/>
          </p:cNvSpPr>
          <p:nvPr/>
        </p:nvSpPr>
        <p:spPr>
          <a:xfrm>
            <a:off x="6191250" y="3171825"/>
            <a:ext cx="3714750" cy="51435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Relevant goals and conditional scale</a:t>
            </a:r>
          </a:p>
        </p:txBody>
      </p:sp>
      <p:sp>
        <p:nvSpPr>
          <p:cNvPr id="20" name="NAV-9">
            <a:hlinkClick r:id="rId6" action="ppaction://hlinksldjump"/>
            <a:extLst>
              <a:ext uri="{FF2B5EF4-FFF2-40B4-BE49-F238E27FC236}">
                <a16:creationId xmlns:a16="http://schemas.microsoft.com/office/drawing/2014/main" id="{0329340D-1FBD-4265-9CB4-25F490753229}"/>
              </a:ext>
            </a:extLst>
          </p:cNvPr>
          <p:cNvSpPr>
            <a:spLocks noGrp="1"/>
          </p:cNvSpPr>
          <p:nvPr/>
        </p:nvSpPr>
        <p:spPr>
          <a:xfrm>
            <a:off x="10096500" y="3171825"/>
            <a:ext cx="1638300" cy="361950"/>
          </a:xfrm>
          <a:prstGeom prst="rect">
            <a:avLst/>
          </a:prstGeom>
          <a:noFill/>
          <a:ln w="0">
            <a:noFill/>
            <a:prstDash val="solid"/>
          </a:ln>
        </p:spPr>
        <p:txBody>
          <a:bodyPr wrap="square" lIns="0" tIns="0" rIns="0" bIns="0" anchor="t">
            <a:noAutofit/>
          </a:bodyPr>
          <a:lstStyle>
            <a:defPPr algn="r">
              <a:defRPr sz="1650" b="1">
                <a:solidFill>
                  <a:srgbClr val="598C6C"/>
                </a:solidFill>
                <a:latin typeface="Arial"/>
                <a:ea typeface="Arial"/>
                <a:cs typeface="Arial"/>
              </a:defRPr>
            </a:defPPr>
            <a:lvl1pPr algn="r">
              <a:defRPr sz="1650" b="1">
                <a:solidFill>
                  <a:srgbClr val="598C6C"/>
                </a:solidFill>
                <a:latin typeface="Arial"/>
                <a:ea typeface="Arial"/>
                <a:cs typeface="Arial"/>
              </a:defRPr>
            </a:lvl1pPr>
            <a:lvl2pPr algn="r">
              <a:defRPr sz="1650" b="1">
                <a:solidFill>
                  <a:srgbClr val="598C6C"/>
                </a:solidFill>
                <a:latin typeface="Arial"/>
                <a:ea typeface="Arial"/>
                <a:cs typeface="Arial"/>
              </a:defRPr>
            </a:lvl2pPr>
            <a:lvl3pPr algn="r">
              <a:defRPr sz="1650" b="1">
                <a:solidFill>
                  <a:srgbClr val="598C6C"/>
                </a:solidFill>
                <a:latin typeface="Arial"/>
                <a:ea typeface="Arial"/>
                <a:cs typeface="Arial"/>
              </a:defRPr>
            </a:lvl3pPr>
            <a:lvl4pPr algn="r">
              <a:defRPr sz="1650" b="1">
                <a:solidFill>
                  <a:srgbClr val="598C6C"/>
                </a:solidFill>
                <a:latin typeface="Arial"/>
                <a:ea typeface="Arial"/>
                <a:cs typeface="Arial"/>
              </a:defRPr>
            </a:lvl4pPr>
            <a:lvl5pPr algn="r">
              <a:defRPr sz="1650" b="1">
                <a:solidFill>
                  <a:srgbClr val="598C6C"/>
                </a:solidFill>
                <a:latin typeface="Arial"/>
                <a:ea typeface="Arial"/>
                <a:cs typeface="Arial"/>
              </a:defRPr>
            </a:lvl5pPr>
            <a:lvl6pPr algn="r">
              <a:defRPr sz="1650" b="1">
                <a:solidFill>
                  <a:srgbClr val="598C6C"/>
                </a:solidFill>
                <a:latin typeface="Arial"/>
                <a:ea typeface="Arial"/>
                <a:cs typeface="Arial"/>
              </a:defRPr>
            </a:lvl6pPr>
            <a:lvl7pPr algn="r">
              <a:defRPr sz="1650" b="1">
                <a:solidFill>
                  <a:srgbClr val="598C6C"/>
                </a:solidFill>
                <a:latin typeface="Arial"/>
                <a:ea typeface="Arial"/>
                <a:cs typeface="Arial"/>
              </a:defRPr>
            </a:lvl7pPr>
            <a:lvl8pPr algn="r">
              <a:defRPr sz="1650" b="1">
                <a:solidFill>
                  <a:srgbClr val="598C6C"/>
                </a:solidFill>
                <a:latin typeface="Arial"/>
                <a:ea typeface="Arial"/>
                <a:cs typeface="Arial"/>
              </a:defRPr>
            </a:lvl8pPr>
            <a:lvl9pPr algn="r">
              <a:defRPr sz="1650" b="1">
                <a:solidFill>
                  <a:srgbClr val="598C6C"/>
                </a:solidFill>
                <a:latin typeface="Arial"/>
                <a:ea typeface="Arial"/>
                <a:cs typeface="Arial"/>
              </a:defRPr>
            </a:lvl9pPr>
          </a:lstStyle>
          <a:p>
            <a:pPr algn="r">
              <a:defRPr sz="1650" b="1">
                <a:solidFill>
                  <a:srgbClr val="598C6C"/>
                </a:solidFill>
                <a:latin typeface="Arial"/>
                <a:ea typeface="Arial"/>
                <a:cs typeface="Arial"/>
              </a:defRPr>
            </a:pPr>
            <a:r>
              <a:rPr sz="1650" b="1">
                <a:solidFill>
                  <a:srgbClr val="598C6C"/>
                </a:solidFill>
                <a:latin typeface="Arial"/>
                <a:ea typeface="Arial"/>
                <a:cs typeface="Arial"/>
              </a:rPr>
              <a:t>09–10</a:t>
            </a:r>
          </a:p>
        </p:txBody>
      </p:sp>
      <p:sp>
        <p:nvSpPr>
          <p:cNvPr id="21" name="矩形 20">
            <a:extLst>
              <a:ext uri="{FF2B5EF4-FFF2-40B4-BE49-F238E27FC236}">
                <a16:creationId xmlns:a16="http://schemas.microsoft.com/office/drawing/2014/main" id="{E10B3949-8EE3-4EE4-B833-681E135EE066}"/>
              </a:ext>
            </a:extLst>
          </p:cNvPr>
          <p:cNvSpPr>
            <a:spLocks noGrp="1"/>
          </p:cNvSpPr>
          <p:nvPr/>
        </p:nvSpPr>
        <p:spPr>
          <a:xfrm>
            <a:off x="457200" y="3638550"/>
            <a:ext cx="11277600" cy="9525"/>
          </a:xfrm>
          <a:prstGeom prst="rect">
            <a:avLst/>
          </a:prstGeom>
          <a:solidFill>
            <a:srgbClr val="B7BA9A"/>
          </a:solidFill>
          <a:ln w="0">
            <a:noFill/>
            <a:prstDash val="solid"/>
          </a:ln>
        </p:spPr>
      </p:sp>
      <p:sp>
        <p:nvSpPr>
          <p:cNvPr id="22" name="矩形 21">
            <a:extLst>
              <a:ext uri="{FF2B5EF4-FFF2-40B4-BE49-F238E27FC236}">
                <a16:creationId xmlns:a16="http://schemas.microsoft.com/office/drawing/2014/main" id="{2062D8C2-980B-4956-8DFD-4E42F94B523A}"/>
              </a:ext>
            </a:extLst>
          </p:cNvPr>
          <p:cNvSpPr>
            <a:spLocks noGrp="1"/>
          </p:cNvSpPr>
          <p:nvPr/>
        </p:nvSpPr>
        <p:spPr>
          <a:xfrm>
            <a:off x="457200" y="3790950"/>
            <a:ext cx="619125" cy="400050"/>
          </a:xfrm>
          <a:prstGeom prst="rect">
            <a:avLst/>
          </a:prstGeom>
          <a:noFill/>
          <a:ln w="0">
            <a:noFill/>
            <a:prstDash val="solid"/>
          </a:ln>
        </p:spPr>
        <p:txBody>
          <a:bodyPr wrap="square" lIns="0" tIns="0" rIns="0" bIns="0" anchor="t">
            <a:noAutofit/>
          </a:bodyPr>
          <a:lstStyle>
            <a:defPPr algn="l">
              <a:defRPr sz="2250" b="1">
                <a:solidFill>
                  <a:srgbClr val="B57906"/>
                </a:solidFill>
                <a:latin typeface="Arial"/>
                <a:ea typeface="Arial"/>
                <a:cs typeface="Arial"/>
              </a:defRPr>
            </a:defPPr>
            <a:lvl1pPr algn="l">
              <a:defRPr sz="2250" b="1">
                <a:solidFill>
                  <a:srgbClr val="B57906"/>
                </a:solidFill>
                <a:latin typeface="Arial"/>
                <a:ea typeface="Arial"/>
                <a:cs typeface="Arial"/>
              </a:defRPr>
            </a:lvl1pPr>
            <a:lvl2pPr algn="l">
              <a:defRPr sz="2250" b="1">
                <a:solidFill>
                  <a:srgbClr val="B57906"/>
                </a:solidFill>
                <a:latin typeface="Arial"/>
                <a:ea typeface="Arial"/>
                <a:cs typeface="Arial"/>
              </a:defRPr>
            </a:lvl2pPr>
            <a:lvl3pPr algn="l">
              <a:defRPr sz="2250" b="1">
                <a:solidFill>
                  <a:srgbClr val="B57906"/>
                </a:solidFill>
                <a:latin typeface="Arial"/>
                <a:ea typeface="Arial"/>
                <a:cs typeface="Arial"/>
              </a:defRPr>
            </a:lvl3pPr>
            <a:lvl4pPr algn="l">
              <a:defRPr sz="2250" b="1">
                <a:solidFill>
                  <a:srgbClr val="B57906"/>
                </a:solidFill>
                <a:latin typeface="Arial"/>
                <a:ea typeface="Arial"/>
                <a:cs typeface="Arial"/>
              </a:defRPr>
            </a:lvl4pPr>
            <a:lvl5pPr algn="l">
              <a:defRPr sz="2250" b="1">
                <a:solidFill>
                  <a:srgbClr val="B57906"/>
                </a:solidFill>
                <a:latin typeface="Arial"/>
                <a:ea typeface="Arial"/>
                <a:cs typeface="Arial"/>
              </a:defRPr>
            </a:lvl5pPr>
            <a:lvl6pPr algn="l">
              <a:defRPr sz="2250" b="1">
                <a:solidFill>
                  <a:srgbClr val="B57906"/>
                </a:solidFill>
                <a:latin typeface="Arial"/>
                <a:ea typeface="Arial"/>
                <a:cs typeface="Arial"/>
              </a:defRPr>
            </a:lvl6pPr>
            <a:lvl7pPr algn="l">
              <a:defRPr sz="2250" b="1">
                <a:solidFill>
                  <a:srgbClr val="B57906"/>
                </a:solidFill>
                <a:latin typeface="Arial"/>
                <a:ea typeface="Arial"/>
                <a:cs typeface="Arial"/>
              </a:defRPr>
            </a:lvl7pPr>
            <a:lvl8pPr algn="l">
              <a:defRPr sz="2250" b="1">
                <a:solidFill>
                  <a:srgbClr val="B57906"/>
                </a:solidFill>
                <a:latin typeface="Arial"/>
                <a:ea typeface="Arial"/>
                <a:cs typeface="Arial"/>
              </a:defRPr>
            </a:lvl8pPr>
            <a:lvl9pPr algn="l">
              <a:defRPr sz="2250" b="1">
                <a:solidFill>
                  <a:srgbClr val="B57906"/>
                </a:solidFill>
                <a:latin typeface="Arial"/>
                <a:ea typeface="Arial"/>
                <a:cs typeface="Arial"/>
              </a:defRPr>
            </a:lvl9pPr>
          </a:lstStyle>
          <a:p>
            <a:pPr algn="l">
              <a:defRPr sz="2250" b="1">
                <a:solidFill>
                  <a:srgbClr val="B57906"/>
                </a:solidFill>
                <a:latin typeface="Arial"/>
                <a:ea typeface="Arial"/>
                <a:cs typeface="Arial"/>
              </a:defRPr>
            </a:pPr>
            <a:r>
              <a:rPr sz="2250" b="1">
                <a:solidFill>
                  <a:srgbClr val="B57906"/>
                </a:solidFill>
                <a:latin typeface="Arial"/>
                <a:ea typeface="Arial"/>
                <a:cs typeface="Arial"/>
              </a:rPr>
              <a:t>04</a:t>
            </a:r>
          </a:p>
        </p:txBody>
      </p:sp>
      <p:sp>
        <p:nvSpPr>
          <p:cNvPr id="23" name="矩形 22">
            <a:extLst>
              <a:ext uri="{FF2B5EF4-FFF2-40B4-BE49-F238E27FC236}">
                <a16:creationId xmlns:a16="http://schemas.microsoft.com/office/drawing/2014/main" id="{17401E63-96B3-49B6-B317-9447B76A554C}"/>
              </a:ext>
            </a:extLst>
          </p:cNvPr>
          <p:cNvSpPr>
            <a:spLocks noGrp="1"/>
          </p:cNvSpPr>
          <p:nvPr/>
        </p:nvSpPr>
        <p:spPr>
          <a:xfrm>
            <a:off x="1257300" y="3790950"/>
            <a:ext cx="4676775" cy="400050"/>
          </a:xfrm>
          <a:prstGeom prst="rect">
            <a:avLst/>
          </a:prstGeom>
          <a:noFill/>
          <a:ln w="0">
            <a:noFill/>
            <a:prstDash val="solid"/>
          </a:ln>
        </p:spPr>
        <p:txBody>
          <a:bodyPr wrap="square" lIns="0" tIns="0" rIns="0" bIns="0" anchor="t">
            <a:noAutofit/>
          </a:bodyPr>
          <a:lstStyle>
            <a:defPPr algn="l">
              <a:defRPr sz="2025" b="1">
                <a:solidFill>
                  <a:srgbClr val="163B2A"/>
                </a:solidFill>
                <a:latin typeface="Arial"/>
                <a:ea typeface="Arial"/>
                <a:cs typeface="Arial"/>
              </a:defRPr>
            </a:defPPr>
            <a:lvl1pPr algn="l">
              <a:defRPr sz="2025" b="1">
                <a:solidFill>
                  <a:srgbClr val="163B2A"/>
                </a:solidFill>
                <a:latin typeface="Arial"/>
                <a:ea typeface="Arial"/>
                <a:cs typeface="Arial"/>
              </a:defRPr>
            </a:lvl1pPr>
            <a:lvl2pPr algn="l">
              <a:defRPr sz="2025" b="1">
                <a:solidFill>
                  <a:srgbClr val="163B2A"/>
                </a:solidFill>
                <a:latin typeface="Arial"/>
                <a:ea typeface="Arial"/>
                <a:cs typeface="Arial"/>
              </a:defRPr>
            </a:lvl2pPr>
            <a:lvl3pPr algn="l">
              <a:defRPr sz="2025" b="1">
                <a:solidFill>
                  <a:srgbClr val="163B2A"/>
                </a:solidFill>
                <a:latin typeface="Arial"/>
                <a:ea typeface="Arial"/>
                <a:cs typeface="Arial"/>
              </a:defRPr>
            </a:lvl3pPr>
            <a:lvl4pPr algn="l">
              <a:defRPr sz="2025" b="1">
                <a:solidFill>
                  <a:srgbClr val="163B2A"/>
                </a:solidFill>
                <a:latin typeface="Arial"/>
                <a:ea typeface="Arial"/>
                <a:cs typeface="Arial"/>
              </a:defRPr>
            </a:lvl4pPr>
            <a:lvl5pPr algn="l">
              <a:defRPr sz="2025" b="1">
                <a:solidFill>
                  <a:srgbClr val="163B2A"/>
                </a:solidFill>
                <a:latin typeface="Arial"/>
                <a:ea typeface="Arial"/>
                <a:cs typeface="Arial"/>
              </a:defRPr>
            </a:lvl5pPr>
            <a:lvl6pPr algn="l">
              <a:defRPr sz="2025" b="1">
                <a:solidFill>
                  <a:srgbClr val="163B2A"/>
                </a:solidFill>
                <a:latin typeface="Arial"/>
                <a:ea typeface="Arial"/>
                <a:cs typeface="Arial"/>
              </a:defRPr>
            </a:lvl6pPr>
            <a:lvl7pPr algn="l">
              <a:defRPr sz="2025" b="1">
                <a:solidFill>
                  <a:srgbClr val="163B2A"/>
                </a:solidFill>
                <a:latin typeface="Arial"/>
                <a:ea typeface="Arial"/>
                <a:cs typeface="Arial"/>
              </a:defRPr>
            </a:lvl7pPr>
            <a:lvl8pPr algn="l">
              <a:defRPr sz="2025" b="1">
                <a:solidFill>
                  <a:srgbClr val="163B2A"/>
                </a:solidFill>
                <a:latin typeface="Arial"/>
                <a:ea typeface="Arial"/>
                <a:cs typeface="Arial"/>
              </a:defRPr>
            </a:lvl8pPr>
            <a:lvl9pPr algn="l">
              <a:defRPr sz="2025" b="1">
                <a:solidFill>
                  <a:srgbClr val="163B2A"/>
                </a:solidFill>
                <a:latin typeface="Arial"/>
                <a:ea typeface="Arial"/>
                <a:cs typeface="Arial"/>
              </a:defRPr>
            </a:lvl9pPr>
          </a:lstStyle>
          <a:p>
            <a:pPr algn="l">
              <a:defRPr sz="2025" b="1">
                <a:solidFill>
                  <a:srgbClr val="163B2A"/>
                </a:solidFill>
                <a:latin typeface="Arial"/>
                <a:ea typeface="Arial"/>
                <a:cs typeface="Arial"/>
              </a:defRPr>
            </a:pPr>
            <a:r>
              <a:rPr sz="2025" b="1">
                <a:solidFill>
                  <a:srgbClr val="163B2A"/>
                </a:solidFill>
                <a:latin typeface="Arial"/>
                <a:ea typeface="Arial"/>
                <a:cs typeface="Arial"/>
              </a:rPr>
              <a:t>Promotion and business model</a:t>
            </a:r>
          </a:p>
        </p:txBody>
      </p:sp>
      <p:sp>
        <p:nvSpPr>
          <p:cNvPr id="24" name="矩形 23">
            <a:extLst>
              <a:ext uri="{FF2B5EF4-FFF2-40B4-BE49-F238E27FC236}">
                <a16:creationId xmlns:a16="http://schemas.microsoft.com/office/drawing/2014/main" id="{E991AEDC-C55A-4073-8266-9FC7A9B0C09D}"/>
              </a:ext>
            </a:extLst>
          </p:cNvPr>
          <p:cNvSpPr>
            <a:spLocks noGrp="1"/>
          </p:cNvSpPr>
          <p:nvPr/>
        </p:nvSpPr>
        <p:spPr>
          <a:xfrm>
            <a:off x="6191250" y="3829050"/>
            <a:ext cx="3714750" cy="51435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Collected orders and pricing</a:t>
            </a:r>
          </a:p>
        </p:txBody>
      </p:sp>
      <p:sp>
        <p:nvSpPr>
          <p:cNvPr id="25" name="NAV-11">
            <a:hlinkClick r:id="rId7" action="ppaction://hlinksldjump"/>
            <a:extLst>
              <a:ext uri="{FF2B5EF4-FFF2-40B4-BE49-F238E27FC236}">
                <a16:creationId xmlns:a16="http://schemas.microsoft.com/office/drawing/2014/main" id="{8B9F6144-7D1F-4514-AC03-31A8F7335A85}"/>
              </a:ext>
            </a:extLst>
          </p:cNvPr>
          <p:cNvSpPr>
            <a:spLocks noGrp="1"/>
          </p:cNvSpPr>
          <p:nvPr/>
        </p:nvSpPr>
        <p:spPr>
          <a:xfrm>
            <a:off x="10096500" y="3829050"/>
            <a:ext cx="1638300" cy="361950"/>
          </a:xfrm>
          <a:prstGeom prst="rect">
            <a:avLst/>
          </a:prstGeom>
          <a:noFill/>
          <a:ln w="0">
            <a:noFill/>
            <a:prstDash val="solid"/>
          </a:ln>
        </p:spPr>
        <p:txBody>
          <a:bodyPr wrap="square" lIns="0" tIns="0" rIns="0" bIns="0" anchor="t">
            <a:noAutofit/>
          </a:bodyPr>
          <a:lstStyle>
            <a:defPPr algn="r">
              <a:defRPr sz="1650" b="1">
                <a:solidFill>
                  <a:srgbClr val="598C6C"/>
                </a:solidFill>
                <a:latin typeface="Arial"/>
                <a:ea typeface="Arial"/>
                <a:cs typeface="Arial"/>
              </a:defRPr>
            </a:defPPr>
            <a:lvl1pPr algn="r">
              <a:defRPr sz="1650" b="1">
                <a:solidFill>
                  <a:srgbClr val="598C6C"/>
                </a:solidFill>
                <a:latin typeface="Arial"/>
                <a:ea typeface="Arial"/>
                <a:cs typeface="Arial"/>
              </a:defRPr>
            </a:lvl1pPr>
            <a:lvl2pPr algn="r">
              <a:defRPr sz="1650" b="1">
                <a:solidFill>
                  <a:srgbClr val="598C6C"/>
                </a:solidFill>
                <a:latin typeface="Arial"/>
                <a:ea typeface="Arial"/>
                <a:cs typeface="Arial"/>
              </a:defRPr>
            </a:lvl2pPr>
            <a:lvl3pPr algn="r">
              <a:defRPr sz="1650" b="1">
                <a:solidFill>
                  <a:srgbClr val="598C6C"/>
                </a:solidFill>
                <a:latin typeface="Arial"/>
                <a:ea typeface="Arial"/>
                <a:cs typeface="Arial"/>
              </a:defRPr>
            </a:lvl3pPr>
            <a:lvl4pPr algn="r">
              <a:defRPr sz="1650" b="1">
                <a:solidFill>
                  <a:srgbClr val="598C6C"/>
                </a:solidFill>
                <a:latin typeface="Arial"/>
                <a:ea typeface="Arial"/>
                <a:cs typeface="Arial"/>
              </a:defRPr>
            </a:lvl4pPr>
            <a:lvl5pPr algn="r">
              <a:defRPr sz="1650" b="1">
                <a:solidFill>
                  <a:srgbClr val="598C6C"/>
                </a:solidFill>
                <a:latin typeface="Arial"/>
                <a:ea typeface="Arial"/>
                <a:cs typeface="Arial"/>
              </a:defRPr>
            </a:lvl5pPr>
            <a:lvl6pPr algn="r">
              <a:defRPr sz="1650" b="1">
                <a:solidFill>
                  <a:srgbClr val="598C6C"/>
                </a:solidFill>
                <a:latin typeface="Arial"/>
                <a:ea typeface="Arial"/>
                <a:cs typeface="Arial"/>
              </a:defRPr>
            </a:lvl6pPr>
            <a:lvl7pPr algn="r">
              <a:defRPr sz="1650" b="1">
                <a:solidFill>
                  <a:srgbClr val="598C6C"/>
                </a:solidFill>
                <a:latin typeface="Arial"/>
                <a:ea typeface="Arial"/>
                <a:cs typeface="Arial"/>
              </a:defRPr>
            </a:lvl7pPr>
            <a:lvl8pPr algn="r">
              <a:defRPr sz="1650" b="1">
                <a:solidFill>
                  <a:srgbClr val="598C6C"/>
                </a:solidFill>
                <a:latin typeface="Arial"/>
                <a:ea typeface="Arial"/>
                <a:cs typeface="Arial"/>
              </a:defRPr>
            </a:lvl8pPr>
            <a:lvl9pPr algn="r">
              <a:defRPr sz="1650" b="1">
                <a:solidFill>
                  <a:srgbClr val="598C6C"/>
                </a:solidFill>
                <a:latin typeface="Arial"/>
                <a:ea typeface="Arial"/>
                <a:cs typeface="Arial"/>
              </a:defRPr>
            </a:lvl9pPr>
          </a:lstStyle>
          <a:p>
            <a:pPr algn="r">
              <a:defRPr sz="1650" b="1">
                <a:solidFill>
                  <a:srgbClr val="598C6C"/>
                </a:solidFill>
                <a:latin typeface="Arial"/>
                <a:ea typeface="Arial"/>
                <a:cs typeface="Arial"/>
              </a:defRPr>
            </a:pPr>
            <a:r>
              <a:rPr sz="1650" b="1">
                <a:solidFill>
                  <a:srgbClr val="598C6C"/>
                </a:solidFill>
                <a:latin typeface="Arial"/>
                <a:ea typeface="Arial"/>
                <a:cs typeface="Arial"/>
              </a:rPr>
              <a:t>11–12</a:t>
            </a:r>
          </a:p>
        </p:txBody>
      </p:sp>
      <p:sp>
        <p:nvSpPr>
          <p:cNvPr id="26" name="矩形 25">
            <a:extLst>
              <a:ext uri="{FF2B5EF4-FFF2-40B4-BE49-F238E27FC236}">
                <a16:creationId xmlns:a16="http://schemas.microsoft.com/office/drawing/2014/main" id="{DCC160BF-699D-4273-8412-FC70C171AABC}"/>
              </a:ext>
            </a:extLst>
          </p:cNvPr>
          <p:cNvSpPr>
            <a:spLocks noGrp="1"/>
          </p:cNvSpPr>
          <p:nvPr/>
        </p:nvSpPr>
        <p:spPr>
          <a:xfrm>
            <a:off x="457200" y="4295775"/>
            <a:ext cx="11277600" cy="9525"/>
          </a:xfrm>
          <a:prstGeom prst="rect">
            <a:avLst/>
          </a:prstGeom>
          <a:solidFill>
            <a:srgbClr val="B7BA9A"/>
          </a:solidFill>
          <a:ln w="0">
            <a:noFill/>
            <a:prstDash val="solid"/>
          </a:ln>
        </p:spPr>
      </p:sp>
      <p:sp>
        <p:nvSpPr>
          <p:cNvPr id="27" name="矩形 26">
            <a:extLst>
              <a:ext uri="{FF2B5EF4-FFF2-40B4-BE49-F238E27FC236}">
                <a16:creationId xmlns:a16="http://schemas.microsoft.com/office/drawing/2014/main" id="{C9F622B9-3200-4C0D-89A2-7BB273585A05}"/>
              </a:ext>
            </a:extLst>
          </p:cNvPr>
          <p:cNvSpPr>
            <a:spLocks noGrp="1"/>
          </p:cNvSpPr>
          <p:nvPr/>
        </p:nvSpPr>
        <p:spPr>
          <a:xfrm>
            <a:off x="457200" y="4448175"/>
            <a:ext cx="619125" cy="400050"/>
          </a:xfrm>
          <a:prstGeom prst="rect">
            <a:avLst/>
          </a:prstGeom>
          <a:noFill/>
          <a:ln w="0">
            <a:noFill/>
            <a:prstDash val="solid"/>
          </a:ln>
        </p:spPr>
        <p:txBody>
          <a:bodyPr wrap="square" lIns="0" tIns="0" rIns="0" bIns="0" anchor="t">
            <a:noAutofit/>
          </a:bodyPr>
          <a:lstStyle>
            <a:defPPr algn="l">
              <a:defRPr sz="2250" b="1">
                <a:solidFill>
                  <a:srgbClr val="B57906"/>
                </a:solidFill>
                <a:latin typeface="Arial"/>
                <a:ea typeface="Arial"/>
                <a:cs typeface="Arial"/>
              </a:defRPr>
            </a:defPPr>
            <a:lvl1pPr algn="l">
              <a:defRPr sz="2250" b="1">
                <a:solidFill>
                  <a:srgbClr val="B57906"/>
                </a:solidFill>
                <a:latin typeface="Arial"/>
                <a:ea typeface="Arial"/>
                <a:cs typeface="Arial"/>
              </a:defRPr>
            </a:lvl1pPr>
            <a:lvl2pPr algn="l">
              <a:defRPr sz="2250" b="1">
                <a:solidFill>
                  <a:srgbClr val="B57906"/>
                </a:solidFill>
                <a:latin typeface="Arial"/>
                <a:ea typeface="Arial"/>
                <a:cs typeface="Arial"/>
              </a:defRPr>
            </a:lvl2pPr>
            <a:lvl3pPr algn="l">
              <a:defRPr sz="2250" b="1">
                <a:solidFill>
                  <a:srgbClr val="B57906"/>
                </a:solidFill>
                <a:latin typeface="Arial"/>
                <a:ea typeface="Arial"/>
                <a:cs typeface="Arial"/>
              </a:defRPr>
            </a:lvl3pPr>
            <a:lvl4pPr algn="l">
              <a:defRPr sz="2250" b="1">
                <a:solidFill>
                  <a:srgbClr val="B57906"/>
                </a:solidFill>
                <a:latin typeface="Arial"/>
                <a:ea typeface="Arial"/>
                <a:cs typeface="Arial"/>
              </a:defRPr>
            </a:lvl4pPr>
            <a:lvl5pPr algn="l">
              <a:defRPr sz="2250" b="1">
                <a:solidFill>
                  <a:srgbClr val="B57906"/>
                </a:solidFill>
                <a:latin typeface="Arial"/>
                <a:ea typeface="Arial"/>
                <a:cs typeface="Arial"/>
              </a:defRPr>
            </a:lvl5pPr>
            <a:lvl6pPr algn="l">
              <a:defRPr sz="2250" b="1">
                <a:solidFill>
                  <a:srgbClr val="B57906"/>
                </a:solidFill>
                <a:latin typeface="Arial"/>
                <a:ea typeface="Arial"/>
                <a:cs typeface="Arial"/>
              </a:defRPr>
            </a:lvl6pPr>
            <a:lvl7pPr algn="l">
              <a:defRPr sz="2250" b="1">
                <a:solidFill>
                  <a:srgbClr val="B57906"/>
                </a:solidFill>
                <a:latin typeface="Arial"/>
                <a:ea typeface="Arial"/>
                <a:cs typeface="Arial"/>
              </a:defRPr>
            </a:lvl7pPr>
            <a:lvl8pPr algn="l">
              <a:defRPr sz="2250" b="1">
                <a:solidFill>
                  <a:srgbClr val="B57906"/>
                </a:solidFill>
                <a:latin typeface="Arial"/>
                <a:ea typeface="Arial"/>
                <a:cs typeface="Arial"/>
              </a:defRPr>
            </a:lvl8pPr>
            <a:lvl9pPr algn="l">
              <a:defRPr sz="2250" b="1">
                <a:solidFill>
                  <a:srgbClr val="B57906"/>
                </a:solidFill>
                <a:latin typeface="Arial"/>
                <a:ea typeface="Arial"/>
                <a:cs typeface="Arial"/>
              </a:defRPr>
            </a:lvl9pPr>
          </a:lstStyle>
          <a:p>
            <a:pPr algn="l">
              <a:defRPr sz="2250" b="1">
                <a:solidFill>
                  <a:srgbClr val="B57906"/>
                </a:solidFill>
                <a:latin typeface="Arial"/>
                <a:ea typeface="Arial"/>
                <a:cs typeface="Arial"/>
              </a:defRPr>
            </a:pPr>
            <a:r>
              <a:rPr sz="2250" b="1">
                <a:solidFill>
                  <a:srgbClr val="B57906"/>
                </a:solidFill>
                <a:latin typeface="Arial"/>
                <a:ea typeface="Arial"/>
                <a:cs typeface="Arial"/>
              </a:rPr>
              <a:t>05</a:t>
            </a:r>
          </a:p>
        </p:txBody>
      </p:sp>
      <p:sp>
        <p:nvSpPr>
          <p:cNvPr id="28" name="矩形 27">
            <a:extLst>
              <a:ext uri="{FF2B5EF4-FFF2-40B4-BE49-F238E27FC236}">
                <a16:creationId xmlns:a16="http://schemas.microsoft.com/office/drawing/2014/main" id="{4CD2BFF9-60DE-4C50-A777-D4937D3651B2}"/>
              </a:ext>
            </a:extLst>
          </p:cNvPr>
          <p:cNvSpPr>
            <a:spLocks noGrp="1"/>
          </p:cNvSpPr>
          <p:nvPr/>
        </p:nvSpPr>
        <p:spPr>
          <a:xfrm>
            <a:off x="1257300" y="4448175"/>
            <a:ext cx="4676775" cy="400050"/>
          </a:xfrm>
          <a:prstGeom prst="rect">
            <a:avLst/>
          </a:prstGeom>
          <a:noFill/>
          <a:ln w="0">
            <a:noFill/>
            <a:prstDash val="solid"/>
          </a:ln>
        </p:spPr>
        <p:txBody>
          <a:bodyPr wrap="square" lIns="0" tIns="0" rIns="0" bIns="0" anchor="t">
            <a:noAutofit/>
          </a:bodyPr>
          <a:lstStyle>
            <a:defPPr algn="l">
              <a:defRPr sz="2025" b="1">
                <a:solidFill>
                  <a:srgbClr val="163B2A"/>
                </a:solidFill>
                <a:latin typeface="Arial"/>
                <a:ea typeface="Arial"/>
                <a:cs typeface="Arial"/>
              </a:defRPr>
            </a:defPPr>
            <a:lvl1pPr algn="l">
              <a:defRPr sz="2025" b="1">
                <a:solidFill>
                  <a:srgbClr val="163B2A"/>
                </a:solidFill>
                <a:latin typeface="Arial"/>
                <a:ea typeface="Arial"/>
                <a:cs typeface="Arial"/>
              </a:defRPr>
            </a:lvl1pPr>
            <a:lvl2pPr algn="l">
              <a:defRPr sz="2025" b="1">
                <a:solidFill>
                  <a:srgbClr val="163B2A"/>
                </a:solidFill>
                <a:latin typeface="Arial"/>
                <a:ea typeface="Arial"/>
                <a:cs typeface="Arial"/>
              </a:defRPr>
            </a:lvl2pPr>
            <a:lvl3pPr algn="l">
              <a:defRPr sz="2025" b="1">
                <a:solidFill>
                  <a:srgbClr val="163B2A"/>
                </a:solidFill>
                <a:latin typeface="Arial"/>
                <a:ea typeface="Arial"/>
                <a:cs typeface="Arial"/>
              </a:defRPr>
            </a:lvl3pPr>
            <a:lvl4pPr algn="l">
              <a:defRPr sz="2025" b="1">
                <a:solidFill>
                  <a:srgbClr val="163B2A"/>
                </a:solidFill>
                <a:latin typeface="Arial"/>
                <a:ea typeface="Arial"/>
                <a:cs typeface="Arial"/>
              </a:defRPr>
            </a:lvl4pPr>
            <a:lvl5pPr algn="l">
              <a:defRPr sz="2025" b="1">
                <a:solidFill>
                  <a:srgbClr val="163B2A"/>
                </a:solidFill>
                <a:latin typeface="Arial"/>
                <a:ea typeface="Arial"/>
                <a:cs typeface="Arial"/>
              </a:defRPr>
            </a:lvl5pPr>
            <a:lvl6pPr algn="l">
              <a:defRPr sz="2025" b="1">
                <a:solidFill>
                  <a:srgbClr val="163B2A"/>
                </a:solidFill>
                <a:latin typeface="Arial"/>
                <a:ea typeface="Arial"/>
                <a:cs typeface="Arial"/>
              </a:defRPr>
            </a:lvl6pPr>
            <a:lvl7pPr algn="l">
              <a:defRPr sz="2025" b="1">
                <a:solidFill>
                  <a:srgbClr val="163B2A"/>
                </a:solidFill>
                <a:latin typeface="Arial"/>
                <a:ea typeface="Arial"/>
                <a:cs typeface="Arial"/>
              </a:defRPr>
            </a:lvl7pPr>
            <a:lvl8pPr algn="l">
              <a:defRPr sz="2025" b="1">
                <a:solidFill>
                  <a:srgbClr val="163B2A"/>
                </a:solidFill>
                <a:latin typeface="Arial"/>
                <a:ea typeface="Arial"/>
                <a:cs typeface="Arial"/>
              </a:defRPr>
            </a:lvl8pPr>
            <a:lvl9pPr algn="l">
              <a:defRPr sz="2025" b="1">
                <a:solidFill>
                  <a:srgbClr val="163B2A"/>
                </a:solidFill>
                <a:latin typeface="Arial"/>
                <a:ea typeface="Arial"/>
                <a:cs typeface="Arial"/>
              </a:defRPr>
            </a:lvl9pPr>
          </a:lstStyle>
          <a:p>
            <a:pPr algn="l">
              <a:defRPr sz="2025" b="1">
                <a:solidFill>
                  <a:srgbClr val="163B2A"/>
                </a:solidFill>
                <a:latin typeface="Arial"/>
                <a:ea typeface="Arial"/>
                <a:cs typeface="Arial"/>
              </a:defRPr>
            </a:pPr>
            <a:r>
              <a:rPr sz="2025" b="1">
                <a:solidFill>
                  <a:srgbClr val="163B2A"/>
                </a:solidFill>
                <a:latin typeface="Arial"/>
                <a:ea typeface="Arial"/>
                <a:cs typeface="Arial"/>
              </a:rPr>
              <a:t>Technology and pilot plan</a:t>
            </a:r>
          </a:p>
        </p:txBody>
      </p:sp>
      <p:sp>
        <p:nvSpPr>
          <p:cNvPr id="29" name="矩形 28">
            <a:extLst>
              <a:ext uri="{FF2B5EF4-FFF2-40B4-BE49-F238E27FC236}">
                <a16:creationId xmlns:a16="http://schemas.microsoft.com/office/drawing/2014/main" id="{EA797793-3E85-4D41-8491-463ECC917BC1}"/>
              </a:ext>
            </a:extLst>
          </p:cNvPr>
          <p:cNvSpPr>
            <a:spLocks noGrp="1"/>
          </p:cNvSpPr>
          <p:nvPr/>
        </p:nvSpPr>
        <p:spPr>
          <a:xfrm>
            <a:off x="6191250" y="4486275"/>
            <a:ext cx="3714750" cy="51435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Architecture, feasibility and pivots</a:t>
            </a:r>
          </a:p>
        </p:txBody>
      </p:sp>
      <p:sp>
        <p:nvSpPr>
          <p:cNvPr id="30" name="NAV-13">
            <a:hlinkClick r:id="rId8" action="ppaction://hlinksldjump"/>
            <a:extLst>
              <a:ext uri="{FF2B5EF4-FFF2-40B4-BE49-F238E27FC236}">
                <a16:creationId xmlns:a16="http://schemas.microsoft.com/office/drawing/2014/main" id="{147EFDAB-65FB-4B95-ADDE-390E3F41160B}"/>
              </a:ext>
            </a:extLst>
          </p:cNvPr>
          <p:cNvSpPr>
            <a:spLocks noGrp="1"/>
          </p:cNvSpPr>
          <p:nvPr/>
        </p:nvSpPr>
        <p:spPr>
          <a:xfrm>
            <a:off x="10096500" y="4486275"/>
            <a:ext cx="1638300" cy="361950"/>
          </a:xfrm>
          <a:prstGeom prst="rect">
            <a:avLst/>
          </a:prstGeom>
          <a:noFill/>
          <a:ln w="0">
            <a:noFill/>
            <a:prstDash val="solid"/>
          </a:ln>
        </p:spPr>
        <p:txBody>
          <a:bodyPr wrap="square" lIns="0" tIns="0" rIns="0" bIns="0" anchor="t">
            <a:noAutofit/>
          </a:bodyPr>
          <a:lstStyle>
            <a:defPPr algn="r">
              <a:defRPr sz="1650" b="1">
                <a:solidFill>
                  <a:srgbClr val="598C6C"/>
                </a:solidFill>
                <a:latin typeface="Arial"/>
                <a:ea typeface="Arial"/>
                <a:cs typeface="Arial"/>
              </a:defRPr>
            </a:defPPr>
            <a:lvl1pPr algn="r">
              <a:defRPr sz="1650" b="1">
                <a:solidFill>
                  <a:srgbClr val="598C6C"/>
                </a:solidFill>
                <a:latin typeface="Arial"/>
                <a:ea typeface="Arial"/>
                <a:cs typeface="Arial"/>
              </a:defRPr>
            </a:lvl1pPr>
            <a:lvl2pPr algn="r">
              <a:defRPr sz="1650" b="1">
                <a:solidFill>
                  <a:srgbClr val="598C6C"/>
                </a:solidFill>
                <a:latin typeface="Arial"/>
                <a:ea typeface="Arial"/>
                <a:cs typeface="Arial"/>
              </a:defRPr>
            </a:lvl2pPr>
            <a:lvl3pPr algn="r">
              <a:defRPr sz="1650" b="1">
                <a:solidFill>
                  <a:srgbClr val="598C6C"/>
                </a:solidFill>
                <a:latin typeface="Arial"/>
                <a:ea typeface="Arial"/>
                <a:cs typeface="Arial"/>
              </a:defRPr>
            </a:lvl3pPr>
            <a:lvl4pPr algn="r">
              <a:defRPr sz="1650" b="1">
                <a:solidFill>
                  <a:srgbClr val="598C6C"/>
                </a:solidFill>
                <a:latin typeface="Arial"/>
                <a:ea typeface="Arial"/>
                <a:cs typeface="Arial"/>
              </a:defRPr>
            </a:lvl4pPr>
            <a:lvl5pPr algn="r">
              <a:defRPr sz="1650" b="1">
                <a:solidFill>
                  <a:srgbClr val="598C6C"/>
                </a:solidFill>
                <a:latin typeface="Arial"/>
                <a:ea typeface="Arial"/>
                <a:cs typeface="Arial"/>
              </a:defRPr>
            </a:lvl5pPr>
            <a:lvl6pPr algn="r">
              <a:defRPr sz="1650" b="1">
                <a:solidFill>
                  <a:srgbClr val="598C6C"/>
                </a:solidFill>
                <a:latin typeface="Arial"/>
                <a:ea typeface="Arial"/>
                <a:cs typeface="Arial"/>
              </a:defRPr>
            </a:lvl6pPr>
            <a:lvl7pPr algn="r">
              <a:defRPr sz="1650" b="1">
                <a:solidFill>
                  <a:srgbClr val="598C6C"/>
                </a:solidFill>
                <a:latin typeface="Arial"/>
                <a:ea typeface="Arial"/>
                <a:cs typeface="Arial"/>
              </a:defRPr>
            </a:lvl7pPr>
            <a:lvl8pPr algn="r">
              <a:defRPr sz="1650" b="1">
                <a:solidFill>
                  <a:srgbClr val="598C6C"/>
                </a:solidFill>
                <a:latin typeface="Arial"/>
                <a:ea typeface="Arial"/>
                <a:cs typeface="Arial"/>
              </a:defRPr>
            </a:lvl8pPr>
            <a:lvl9pPr algn="r">
              <a:defRPr sz="1650" b="1">
                <a:solidFill>
                  <a:srgbClr val="598C6C"/>
                </a:solidFill>
                <a:latin typeface="Arial"/>
                <a:ea typeface="Arial"/>
                <a:cs typeface="Arial"/>
              </a:defRPr>
            </a:lvl9pPr>
          </a:lstStyle>
          <a:p>
            <a:pPr algn="r">
              <a:defRPr sz="1650" b="1">
                <a:solidFill>
                  <a:srgbClr val="598C6C"/>
                </a:solidFill>
                <a:latin typeface="Arial"/>
                <a:ea typeface="Arial"/>
                <a:cs typeface="Arial"/>
              </a:defRPr>
            </a:pPr>
            <a:r>
              <a:rPr sz="1650" b="1">
                <a:solidFill>
                  <a:srgbClr val="598C6C"/>
                </a:solidFill>
                <a:latin typeface="Arial"/>
                <a:ea typeface="Arial"/>
                <a:cs typeface="Arial"/>
              </a:rPr>
              <a:t>13–14</a:t>
            </a:r>
          </a:p>
        </p:txBody>
      </p:sp>
      <p:sp>
        <p:nvSpPr>
          <p:cNvPr id="31" name="矩形 30">
            <a:extLst>
              <a:ext uri="{FF2B5EF4-FFF2-40B4-BE49-F238E27FC236}">
                <a16:creationId xmlns:a16="http://schemas.microsoft.com/office/drawing/2014/main" id="{FA84573F-0C66-49D4-8A29-F194CA1CAB30}"/>
              </a:ext>
            </a:extLst>
          </p:cNvPr>
          <p:cNvSpPr>
            <a:spLocks noGrp="1"/>
          </p:cNvSpPr>
          <p:nvPr/>
        </p:nvSpPr>
        <p:spPr>
          <a:xfrm>
            <a:off x="457200" y="4953000"/>
            <a:ext cx="11277600" cy="9525"/>
          </a:xfrm>
          <a:prstGeom prst="rect">
            <a:avLst/>
          </a:prstGeom>
          <a:solidFill>
            <a:srgbClr val="B7BA9A"/>
          </a:solidFill>
          <a:ln w="0">
            <a:noFill/>
            <a:prstDash val="solid"/>
          </a:ln>
        </p:spPr>
      </p:sp>
      <p:sp>
        <p:nvSpPr>
          <p:cNvPr id="32" name="矩形 31">
            <a:extLst>
              <a:ext uri="{FF2B5EF4-FFF2-40B4-BE49-F238E27FC236}">
                <a16:creationId xmlns:a16="http://schemas.microsoft.com/office/drawing/2014/main" id="{379138AA-9810-4675-AC77-0398866F89C8}"/>
              </a:ext>
            </a:extLst>
          </p:cNvPr>
          <p:cNvSpPr>
            <a:spLocks noGrp="1"/>
          </p:cNvSpPr>
          <p:nvPr/>
        </p:nvSpPr>
        <p:spPr>
          <a:xfrm>
            <a:off x="457200" y="5105400"/>
            <a:ext cx="619125" cy="400050"/>
          </a:xfrm>
          <a:prstGeom prst="rect">
            <a:avLst/>
          </a:prstGeom>
          <a:noFill/>
          <a:ln w="0">
            <a:noFill/>
            <a:prstDash val="solid"/>
          </a:ln>
        </p:spPr>
        <p:txBody>
          <a:bodyPr wrap="square" lIns="0" tIns="0" rIns="0" bIns="0" anchor="t">
            <a:noAutofit/>
          </a:bodyPr>
          <a:lstStyle>
            <a:defPPr algn="l">
              <a:defRPr sz="2250" b="1">
                <a:solidFill>
                  <a:srgbClr val="B57906"/>
                </a:solidFill>
                <a:latin typeface="Arial"/>
                <a:ea typeface="Arial"/>
                <a:cs typeface="Arial"/>
              </a:defRPr>
            </a:defPPr>
            <a:lvl1pPr algn="l">
              <a:defRPr sz="2250" b="1">
                <a:solidFill>
                  <a:srgbClr val="B57906"/>
                </a:solidFill>
                <a:latin typeface="Arial"/>
                <a:ea typeface="Arial"/>
                <a:cs typeface="Arial"/>
              </a:defRPr>
            </a:lvl1pPr>
            <a:lvl2pPr algn="l">
              <a:defRPr sz="2250" b="1">
                <a:solidFill>
                  <a:srgbClr val="B57906"/>
                </a:solidFill>
                <a:latin typeface="Arial"/>
                <a:ea typeface="Arial"/>
                <a:cs typeface="Arial"/>
              </a:defRPr>
            </a:lvl2pPr>
            <a:lvl3pPr algn="l">
              <a:defRPr sz="2250" b="1">
                <a:solidFill>
                  <a:srgbClr val="B57906"/>
                </a:solidFill>
                <a:latin typeface="Arial"/>
                <a:ea typeface="Arial"/>
                <a:cs typeface="Arial"/>
              </a:defRPr>
            </a:lvl3pPr>
            <a:lvl4pPr algn="l">
              <a:defRPr sz="2250" b="1">
                <a:solidFill>
                  <a:srgbClr val="B57906"/>
                </a:solidFill>
                <a:latin typeface="Arial"/>
                <a:ea typeface="Arial"/>
                <a:cs typeface="Arial"/>
              </a:defRPr>
            </a:lvl4pPr>
            <a:lvl5pPr algn="l">
              <a:defRPr sz="2250" b="1">
                <a:solidFill>
                  <a:srgbClr val="B57906"/>
                </a:solidFill>
                <a:latin typeface="Arial"/>
                <a:ea typeface="Arial"/>
                <a:cs typeface="Arial"/>
              </a:defRPr>
            </a:lvl5pPr>
            <a:lvl6pPr algn="l">
              <a:defRPr sz="2250" b="1">
                <a:solidFill>
                  <a:srgbClr val="B57906"/>
                </a:solidFill>
                <a:latin typeface="Arial"/>
                <a:ea typeface="Arial"/>
                <a:cs typeface="Arial"/>
              </a:defRPr>
            </a:lvl6pPr>
            <a:lvl7pPr algn="l">
              <a:defRPr sz="2250" b="1">
                <a:solidFill>
                  <a:srgbClr val="B57906"/>
                </a:solidFill>
                <a:latin typeface="Arial"/>
                <a:ea typeface="Arial"/>
                <a:cs typeface="Arial"/>
              </a:defRPr>
            </a:lvl7pPr>
            <a:lvl8pPr algn="l">
              <a:defRPr sz="2250" b="1">
                <a:solidFill>
                  <a:srgbClr val="B57906"/>
                </a:solidFill>
                <a:latin typeface="Arial"/>
                <a:ea typeface="Arial"/>
                <a:cs typeface="Arial"/>
              </a:defRPr>
            </a:lvl8pPr>
            <a:lvl9pPr algn="l">
              <a:defRPr sz="2250" b="1">
                <a:solidFill>
                  <a:srgbClr val="B57906"/>
                </a:solidFill>
                <a:latin typeface="Arial"/>
                <a:ea typeface="Arial"/>
                <a:cs typeface="Arial"/>
              </a:defRPr>
            </a:lvl9pPr>
          </a:lstStyle>
          <a:p>
            <a:pPr algn="l">
              <a:defRPr sz="2250" b="1">
                <a:solidFill>
                  <a:srgbClr val="B57906"/>
                </a:solidFill>
                <a:latin typeface="Arial"/>
                <a:ea typeface="Arial"/>
                <a:cs typeface="Arial"/>
              </a:defRPr>
            </a:pPr>
            <a:r>
              <a:rPr sz="2250" b="1">
                <a:solidFill>
                  <a:srgbClr val="B57906"/>
                </a:solidFill>
                <a:latin typeface="Arial"/>
                <a:ea typeface="Arial"/>
                <a:cs typeface="Arial"/>
              </a:rPr>
              <a:t>06</a:t>
            </a:r>
          </a:p>
        </p:txBody>
      </p:sp>
      <p:sp>
        <p:nvSpPr>
          <p:cNvPr id="33" name="矩形 32">
            <a:extLst>
              <a:ext uri="{FF2B5EF4-FFF2-40B4-BE49-F238E27FC236}">
                <a16:creationId xmlns:a16="http://schemas.microsoft.com/office/drawing/2014/main" id="{9C9898EB-6117-4885-852B-BDEE5E4EB6ED}"/>
              </a:ext>
            </a:extLst>
          </p:cNvPr>
          <p:cNvSpPr>
            <a:spLocks noGrp="1"/>
          </p:cNvSpPr>
          <p:nvPr/>
        </p:nvSpPr>
        <p:spPr>
          <a:xfrm>
            <a:off x="1257300" y="5105400"/>
            <a:ext cx="4676775" cy="400050"/>
          </a:xfrm>
          <a:prstGeom prst="rect">
            <a:avLst/>
          </a:prstGeom>
          <a:noFill/>
          <a:ln w="0">
            <a:noFill/>
            <a:prstDash val="solid"/>
          </a:ln>
        </p:spPr>
        <p:txBody>
          <a:bodyPr wrap="square" lIns="0" tIns="0" rIns="0" bIns="0" anchor="t">
            <a:noAutofit/>
          </a:bodyPr>
          <a:lstStyle>
            <a:defPPr algn="l">
              <a:defRPr sz="2025" b="1">
                <a:solidFill>
                  <a:srgbClr val="163B2A"/>
                </a:solidFill>
                <a:latin typeface="Arial"/>
                <a:ea typeface="Arial"/>
                <a:cs typeface="Arial"/>
              </a:defRPr>
            </a:defPPr>
            <a:lvl1pPr algn="l">
              <a:defRPr sz="2025" b="1">
                <a:solidFill>
                  <a:srgbClr val="163B2A"/>
                </a:solidFill>
                <a:latin typeface="Arial"/>
                <a:ea typeface="Arial"/>
                <a:cs typeface="Arial"/>
              </a:defRPr>
            </a:lvl1pPr>
            <a:lvl2pPr algn="l">
              <a:defRPr sz="2025" b="1">
                <a:solidFill>
                  <a:srgbClr val="163B2A"/>
                </a:solidFill>
                <a:latin typeface="Arial"/>
                <a:ea typeface="Arial"/>
                <a:cs typeface="Arial"/>
              </a:defRPr>
            </a:lvl2pPr>
            <a:lvl3pPr algn="l">
              <a:defRPr sz="2025" b="1">
                <a:solidFill>
                  <a:srgbClr val="163B2A"/>
                </a:solidFill>
                <a:latin typeface="Arial"/>
                <a:ea typeface="Arial"/>
                <a:cs typeface="Arial"/>
              </a:defRPr>
            </a:lvl3pPr>
            <a:lvl4pPr algn="l">
              <a:defRPr sz="2025" b="1">
                <a:solidFill>
                  <a:srgbClr val="163B2A"/>
                </a:solidFill>
                <a:latin typeface="Arial"/>
                <a:ea typeface="Arial"/>
                <a:cs typeface="Arial"/>
              </a:defRPr>
            </a:lvl4pPr>
            <a:lvl5pPr algn="l">
              <a:defRPr sz="2025" b="1">
                <a:solidFill>
                  <a:srgbClr val="163B2A"/>
                </a:solidFill>
                <a:latin typeface="Arial"/>
                <a:ea typeface="Arial"/>
                <a:cs typeface="Arial"/>
              </a:defRPr>
            </a:lvl5pPr>
            <a:lvl6pPr algn="l">
              <a:defRPr sz="2025" b="1">
                <a:solidFill>
                  <a:srgbClr val="163B2A"/>
                </a:solidFill>
                <a:latin typeface="Arial"/>
                <a:ea typeface="Arial"/>
                <a:cs typeface="Arial"/>
              </a:defRPr>
            </a:lvl6pPr>
            <a:lvl7pPr algn="l">
              <a:defRPr sz="2025" b="1">
                <a:solidFill>
                  <a:srgbClr val="163B2A"/>
                </a:solidFill>
                <a:latin typeface="Arial"/>
                <a:ea typeface="Arial"/>
                <a:cs typeface="Arial"/>
              </a:defRPr>
            </a:lvl7pPr>
            <a:lvl8pPr algn="l">
              <a:defRPr sz="2025" b="1">
                <a:solidFill>
                  <a:srgbClr val="163B2A"/>
                </a:solidFill>
                <a:latin typeface="Arial"/>
                <a:ea typeface="Arial"/>
                <a:cs typeface="Arial"/>
              </a:defRPr>
            </a:lvl8pPr>
            <a:lvl9pPr algn="l">
              <a:defRPr sz="2025" b="1">
                <a:solidFill>
                  <a:srgbClr val="163B2A"/>
                </a:solidFill>
                <a:latin typeface="Arial"/>
                <a:ea typeface="Arial"/>
                <a:cs typeface="Arial"/>
              </a:defRPr>
            </a:lvl9pPr>
          </a:lstStyle>
          <a:p>
            <a:pPr algn="l">
              <a:defRPr sz="2025" b="1">
                <a:solidFill>
                  <a:srgbClr val="163B2A"/>
                </a:solidFill>
                <a:latin typeface="Arial"/>
                <a:ea typeface="Arial"/>
                <a:cs typeface="Arial"/>
              </a:defRPr>
            </a:pPr>
            <a:r>
              <a:rPr sz="2025" b="1">
                <a:solidFill>
                  <a:srgbClr val="163B2A"/>
                </a:solidFill>
                <a:latin typeface="Arial"/>
                <a:ea typeface="Arial"/>
                <a:cs typeface="Arial"/>
              </a:rPr>
              <a:t>Pilot request and Q&amp;A</a:t>
            </a:r>
          </a:p>
        </p:txBody>
      </p:sp>
      <p:sp>
        <p:nvSpPr>
          <p:cNvPr id="34" name="矩形 33">
            <a:extLst>
              <a:ext uri="{FF2B5EF4-FFF2-40B4-BE49-F238E27FC236}">
                <a16:creationId xmlns:a16="http://schemas.microsoft.com/office/drawing/2014/main" id="{0D59A3A4-7163-4E70-B8C5-EE1283A1CD1D}"/>
              </a:ext>
            </a:extLst>
          </p:cNvPr>
          <p:cNvSpPr>
            <a:spLocks noGrp="1"/>
          </p:cNvSpPr>
          <p:nvPr/>
        </p:nvSpPr>
        <p:spPr>
          <a:xfrm>
            <a:off x="6191250" y="5143500"/>
            <a:ext cx="3714750" cy="51435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Supporting evidence in the appendix</a:t>
            </a:r>
          </a:p>
        </p:txBody>
      </p:sp>
      <p:sp>
        <p:nvSpPr>
          <p:cNvPr id="35" name="NAV-15">
            <a:hlinkClick r:id="rId9" action="ppaction://hlinksldjump"/>
            <a:extLst>
              <a:ext uri="{FF2B5EF4-FFF2-40B4-BE49-F238E27FC236}">
                <a16:creationId xmlns:a16="http://schemas.microsoft.com/office/drawing/2014/main" id="{28383CCB-F1EE-417B-BF60-FDA21F5E880F}"/>
              </a:ext>
            </a:extLst>
          </p:cNvPr>
          <p:cNvSpPr>
            <a:spLocks noGrp="1"/>
          </p:cNvSpPr>
          <p:nvPr/>
        </p:nvSpPr>
        <p:spPr>
          <a:xfrm>
            <a:off x="10096500" y="5143500"/>
            <a:ext cx="1638300" cy="361950"/>
          </a:xfrm>
          <a:prstGeom prst="rect">
            <a:avLst/>
          </a:prstGeom>
          <a:noFill/>
          <a:ln w="0">
            <a:noFill/>
            <a:prstDash val="solid"/>
          </a:ln>
        </p:spPr>
        <p:txBody>
          <a:bodyPr wrap="square" lIns="0" tIns="0" rIns="0" bIns="0" anchor="t">
            <a:noAutofit/>
          </a:bodyPr>
          <a:lstStyle>
            <a:defPPr algn="r">
              <a:defRPr sz="1650" b="1">
                <a:solidFill>
                  <a:srgbClr val="598C6C"/>
                </a:solidFill>
                <a:latin typeface="Arial"/>
                <a:ea typeface="Arial"/>
                <a:cs typeface="Arial"/>
              </a:defRPr>
            </a:defPPr>
            <a:lvl1pPr algn="r">
              <a:defRPr sz="1650" b="1">
                <a:solidFill>
                  <a:srgbClr val="598C6C"/>
                </a:solidFill>
                <a:latin typeface="Arial"/>
                <a:ea typeface="Arial"/>
                <a:cs typeface="Arial"/>
              </a:defRPr>
            </a:lvl1pPr>
            <a:lvl2pPr algn="r">
              <a:defRPr sz="1650" b="1">
                <a:solidFill>
                  <a:srgbClr val="598C6C"/>
                </a:solidFill>
                <a:latin typeface="Arial"/>
                <a:ea typeface="Arial"/>
                <a:cs typeface="Arial"/>
              </a:defRPr>
            </a:lvl2pPr>
            <a:lvl3pPr algn="r">
              <a:defRPr sz="1650" b="1">
                <a:solidFill>
                  <a:srgbClr val="598C6C"/>
                </a:solidFill>
                <a:latin typeface="Arial"/>
                <a:ea typeface="Arial"/>
                <a:cs typeface="Arial"/>
              </a:defRPr>
            </a:lvl3pPr>
            <a:lvl4pPr algn="r">
              <a:defRPr sz="1650" b="1">
                <a:solidFill>
                  <a:srgbClr val="598C6C"/>
                </a:solidFill>
                <a:latin typeface="Arial"/>
                <a:ea typeface="Arial"/>
                <a:cs typeface="Arial"/>
              </a:defRPr>
            </a:lvl4pPr>
            <a:lvl5pPr algn="r">
              <a:defRPr sz="1650" b="1">
                <a:solidFill>
                  <a:srgbClr val="598C6C"/>
                </a:solidFill>
                <a:latin typeface="Arial"/>
                <a:ea typeface="Arial"/>
                <a:cs typeface="Arial"/>
              </a:defRPr>
            </a:lvl5pPr>
            <a:lvl6pPr algn="r">
              <a:defRPr sz="1650" b="1">
                <a:solidFill>
                  <a:srgbClr val="598C6C"/>
                </a:solidFill>
                <a:latin typeface="Arial"/>
                <a:ea typeface="Arial"/>
                <a:cs typeface="Arial"/>
              </a:defRPr>
            </a:lvl6pPr>
            <a:lvl7pPr algn="r">
              <a:defRPr sz="1650" b="1">
                <a:solidFill>
                  <a:srgbClr val="598C6C"/>
                </a:solidFill>
                <a:latin typeface="Arial"/>
                <a:ea typeface="Arial"/>
                <a:cs typeface="Arial"/>
              </a:defRPr>
            </a:lvl7pPr>
            <a:lvl8pPr algn="r">
              <a:defRPr sz="1650" b="1">
                <a:solidFill>
                  <a:srgbClr val="598C6C"/>
                </a:solidFill>
                <a:latin typeface="Arial"/>
                <a:ea typeface="Arial"/>
                <a:cs typeface="Arial"/>
              </a:defRPr>
            </a:lvl8pPr>
            <a:lvl9pPr algn="r">
              <a:defRPr sz="1650" b="1">
                <a:solidFill>
                  <a:srgbClr val="598C6C"/>
                </a:solidFill>
                <a:latin typeface="Arial"/>
                <a:ea typeface="Arial"/>
                <a:cs typeface="Arial"/>
              </a:defRPr>
            </a:lvl9pPr>
          </a:lstStyle>
          <a:p>
            <a:pPr algn="r">
              <a:defRPr sz="1650" b="1">
                <a:solidFill>
                  <a:srgbClr val="598C6C"/>
                </a:solidFill>
                <a:latin typeface="Arial"/>
                <a:ea typeface="Arial"/>
                <a:cs typeface="Arial"/>
              </a:defRPr>
            </a:pPr>
            <a:r>
              <a:rPr sz="1650" b="1">
                <a:solidFill>
                  <a:srgbClr val="598C6C"/>
                </a:solidFill>
                <a:latin typeface="Arial"/>
                <a:ea typeface="Arial"/>
                <a:cs typeface="Arial"/>
              </a:rPr>
              <a:t>15 / 16–32</a:t>
            </a:r>
          </a:p>
        </p:txBody>
      </p:sp>
      <p:sp>
        <p:nvSpPr>
          <p:cNvPr id="36" name="矩形 35">
            <a:extLst>
              <a:ext uri="{FF2B5EF4-FFF2-40B4-BE49-F238E27FC236}">
                <a16:creationId xmlns:a16="http://schemas.microsoft.com/office/drawing/2014/main" id="{B9D4F182-D8DB-4681-A6D9-C170B1242F01}"/>
              </a:ext>
            </a:extLst>
          </p:cNvPr>
          <p:cNvSpPr>
            <a:spLocks noGrp="1"/>
          </p:cNvSpPr>
          <p:nvPr/>
        </p:nvSpPr>
        <p:spPr>
          <a:xfrm>
            <a:off x="457200" y="5857875"/>
            <a:ext cx="11277600" cy="381000"/>
          </a:xfrm>
          <a:prstGeom prst="rect">
            <a:avLst/>
          </a:prstGeom>
          <a:noFill/>
          <a:ln w="0">
            <a:noFill/>
            <a:prstDash val="solid"/>
          </a:ln>
        </p:spPr>
        <p:txBody>
          <a:bodyPr wrap="square" lIns="0" tIns="0" rIns="0" bIns="0" anchor="t">
            <a:noAutofit/>
          </a:bodyPr>
          <a:lstStyle>
            <a:defPPr algn="l">
              <a:defRPr sz="1875" b="1">
                <a:solidFill>
                  <a:srgbClr val="598C6C"/>
                </a:solidFill>
                <a:latin typeface="Arial"/>
                <a:ea typeface="Arial"/>
                <a:cs typeface="Arial"/>
              </a:defRPr>
            </a:defPPr>
            <a:lvl1pPr algn="l">
              <a:defRPr sz="1875" b="1">
                <a:solidFill>
                  <a:srgbClr val="598C6C"/>
                </a:solidFill>
                <a:latin typeface="Arial"/>
                <a:ea typeface="Arial"/>
                <a:cs typeface="Arial"/>
              </a:defRPr>
            </a:lvl1pPr>
            <a:lvl2pPr algn="l">
              <a:defRPr sz="1875" b="1">
                <a:solidFill>
                  <a:srgbClr val="598C6C"/>
                </a:solidFill>
                <a:latin typeface="Arial"/>
                <a:ea typeface="Arial"/>
                <a:cs typeface="Arial"/>
              </a:defRPr>
            </a:lvl2pPr>
            <a:lvl3pPr algn="l">
              <a:defRPr sz="1875" b="1">
                <a:solidFill>
                  <a:srgbClr val="598C6C"/>
                </a:solidFill>
                <a:latin typeface="Arial"/>
                <a:ea typeface="Arial"/>
                <a:cs typeface="Arial"/>
              </a:defRPr>
            </a:lvl3pPr>
            <a:lvl4pPr algn="l">
              <a:defRPr sz="1875" b="1">
                <a:solidFill>
                  <a:srgbClr val="598C6C"/>
                </a:solidFill>
                <a:latin typeface="Arial"/>
                <a:ea typeface="Arial"/>
                <a:cs typeface="Arial"/>
              </a:defRPr>
            </a:lvl4pPr>
            <a:lvl5pPr algn="l">
              <a:defRPr sz="1875" b="1">
                <a:solidFill>
                  <a:srgbClr val="598C6C"/>
                </a:solidFill>
                <a:latin typeface="Arial"/>
                <a:ea typeface="Arial"/>
                <a:cs typeface="Arial"/>
              </a:defRPr>
            </a:lvl5pPr>
            <a:lvl6pPr algn="l">
              <a:defRPr sz="1875" b="1">
                <a:solidFill>
                  <a:srgbClr val="598C6C"/>
                </a:solidFill>
                <a:latin typeface="Arial"/>
                <a:ea typeface="Arial"/>
                <a:cs typeface="Arial"/>
              </a:defRPr>
            </a:lvl6pPr>
            <a:lvl7pPr algn="l">
              <a:defRPr sz="1875" b="1">
                <a:solidFill>
                  <a:srgbClr val="598C6C"/>
                </a:solidFill>
                <a:latin typeface="Arial"/>
                <a:ea typeface="Arial"/>
                <a:cs typeface="Arial"/>
              </a:defRPr>
            </a:lvl7pPr>
            <a:lvl8pPr algn="l">
              <a:defRPr sz="1875" b="1">
                <a:solidFill>
                  <a:srgbClr val="598C6C"/>
                </a:solidFill>
                <a:latin typeface="Arial"/>
                <a:ea typeface="Arial"/>
                <a:cs typeface="Arial"/>
              </a:defRPr>
            </a:lvl8pPr>
            <a:lvl9pPr algn="l">
              <a:defRPr sz="1875" b="1">
                <a:solidFill>
                  <a:srgbClr val="598C6C"/>
                </a:solidFill>
                <a:latin typeface="Arial"/>
                <a:ea typeface="Arial"/>
                <a:cs typeface="Arial"/>
              </a:defRPr>
            </a:lvl9pPr>
          </a:lstStyle>
          <a:p>
            <a:pPr algn="l">
              <a:defRPr sz="1875" b="1">
                <a:solidFill>
                  <a:srgbClr val="598C6C"/>
                </a:solidFill>
                <a:latin typeface="Arial"/>
                <a:ea typeface="Arial"/>
                <a:cs typeface="Arial"/>
              </a:defRPr>
            </a:pPr>
            <a:r>
              <a:rPr sz="1875" b="1">
                <a:solidFill>
                  <a:srgbClr val="598C6C"/>
                </a:solidFill>
                <a:latin typeface="Arial"/>
                <a:ea typeface="Arial"/>
                <a:cs typeface="Arial"/>
              </a:rPr>
              <a:t>Main presentation 01–15. Supporting evidence 16–32.</a:t>
            </a:r>
          </a:p>
        </p:txBody>
      </p:sp>
    </p:spTree>
    <p:extLst>
      <p:ext uri="{BB962C8B-B14F-4D97-AF65-F5344CB8AC3E}">
        <p14:creationId xmlns:p14="http://schemas.microsoft.com/office/powerpoint/2010/main" val="1399636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61999D75-74B9-455F-AC86-61BD88844509}"/>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95292639-3933-4913-BF98-C2BD482ADFC5}"/>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What does one extra box change?</a:t>
            </a:r>
          </a:p>
        </p:txBody>
      </p:sp>
      <p:sp>
        <p:nvSpPr>
          <p:cNvPr id="3" name="矩形 2">
            <a:extLst>
              <a:ext uri="{FF2B5EF4-FFF2-40B4-BE49-F238E27FC236}">
                <a16:creationId xmlns:a16="http://schemas.microsoft.com/office/drawing/2014/main" id="{91712494-9E8E-4BB1-B79D-42BACB07CD25}"/>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Hypothetical quantities / the same 10-item batch / before other operating costs</a:t>
            </a:r>
          </a:p>
        </p:txBody>
      </p:sp>
      <p:sp>
        <p:nvSpPr>
          <p:cNvPr id="4" name="矩形 3">
            <a:extLst>
              <a:ext uri="{FF2B5EF4-FFF2-40B4-BE49-F238E27FC236}">
                <a16:creationId xmlns:a16="http://schemas.microsoft.com/office/drawing/2014/main" id="{225E1B10-BCC2-49EA-8489-C2FAAB688E9A}"/>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BE9D2F18-FED0-482D-984D-BFB9770C2C96}"/>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DCA5C26E-9D64-4CEA-B0AA-C163588FFD2F}"/>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03 / 32</a:t>
            </a:r>
          </a:p>
        </p:txBody>
      </p:sp>
      <p:graphicFrame>
        <p:nvGraphicFramePr>
          <p:cNvPr id="7" name="表格 6">
            <a:extLst>
              <a:ext uri="{FF2B5EF4-FFF2-40B4-BE49-F238E27FC236}">
                <a16:creationId xmlns:a16="http://schemas.microsoft.com/office/drawing/2014/main" id="{876748AD-14B6-4F91-9A1C-0CC4198F6671}"/>
              </a:ext>
            </a:extLst>
          </p:cNvPr>
          <p:cNvGraphicFramePr/>
          <p:nvPr/>
        </p:nvGraphicFramePr>
        <p:xfrm>
          <a:off x="457200" y="1743075"/>
          <a:ext cx="11277600" cy="3505200"/>
        </p:xfrm>
        <a:graphic>
          <a:graphicData uri="http://schemas.openxmlformats.org/drawingml/2006/table">
            <a:tbl>
              <a:tblPr/>
              <a:tblGrid>
                <a:gridCol w="4191000">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2362200">
                  <a:extLst>
                    <a:ext uri="{9D8B030D-6E8A-4147-A177-3AD203B41FA5}">
                      <a16:colId xmlns:a16="http://schemas.microsoft.com/office/drawing/2014/main" val="20003"/>
                    </a:ext>
                  </a:extLst>
                </a:gridCol>
              </a:tblGrid>
              <a:tr h="438150">
                <a:tc>
                  <a:txBody>
                    <a:bodyPr/>
                    <a:lstStyle/>
                    <a:p>
                      <a:pPr algn="l"/>
                      <a:r>
                        <a:rPr sz="1575" b="1">
                          <a:solidFill>
                            <a:srgbClr val="163B2A"/>
                          </a:solidFill>
                          <a:latin typeface="Arial"/>
                          <a:ea typeface="Arial"/>
                          <a:cs typeface="Arial"/>
                        </a:rPr>
                        <a:t>Batch of 10 items</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75" b="1">
                          <a:solidFill>
                            <a:srgbClr val="163B2A"/>
                          </a:solidFill>
                          <a:latin typeface="Arial"/>
                          <a:ea typeface="Arial"/>
                          <a:cs typeface="Arial"/>
                        </a:rPr>
                        <a:t>Half-price: 4 sold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75" b="1">
                          <a:solidFill>
                            <a:srgbClr val="163B2A"/>
                          </a:solidFill>
                          <a:latin typeface="Arial"/>
                          <a:ea typeface="Arial"/>
                          <a:cs typeface="Arial"/>
                        </a:rPr>
                        <a:t>Boxes: 6 sold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75" b="1">
                          <a:solidFill>
                            <a:srgbClr val="163B2A"/>
                          </a:solidFill>
                          <a:latin typeface="Arial"/>
                          <a:ea typeface="Arial"/>
                          <a:cs typeface="Arial"/>
                        </a:rPr>
                        <a:t>Boxes: 8 sold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438150">
                <a:tc>
                  <a:txBody>
                    <a:bodyPr/>
                    <a:lstStyle/>
                    <a:p>
                      <a:pPr algn="l"/>
                      <a:r>
                        <a:rPr sz="1650" b="0">
                          <a:solidFill>
                            <a:srgbClr val="163B2A"/>
                          </a:solidFill>
                          <a:latin typeface="Arial"/>
                          <a:ea typeface="Arial"/>
                          <a:cs typeface="Arial"/>
                        </a:rPr>
                        <a:t>Items collected / initial items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4 / 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6 / 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8 / 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438150">
                <a:tc>
                  <a:txBody>
                    <a:bodyPr/>
                    <a:lstStyle/>
                    <a:p>
                      <a:pPr algn="l"/>
                      <a:r>
                        <a:rPr sz="1650" b="0">
                          <a:solidFill>
                            <a:srgbClr val="163B2A"/>
                          </a:solidFill>
                          <a:latin typeface="Arial"/>
                          <a:ea typeface="Arial"/>
                          <a:cs typeface="Arial"/>
                        </a:rPr>
                        <a:t>Orders, 2 items each</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2</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3</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4</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438150">
                <a:tc>
                  <a:txBody>
                    <a:bodyPr/>
                    <a:lstStyle/>
                    <a:p>
                      <a:pPr algn="l"/>
                      <a:r>
                        <a:rPr sz="1650" b="0">
                          <a:solidFill>
                            <a:srgbClr val="163B2A"/>
                          </a:solidFill>
                          <a:latin typeface="Arial"/>
                          <a:ea typeface="Arial"/>
                          <a:cs typeface="Arial"/>
                        </a:rPr>
                        <a:t>Sales revenue</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RM12.00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RM17.10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RM22.80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r h="438150">
                <a:tc>
                  <a:txBody>
                    <a:bodyPr/>
                    <a:lstStyle/>
                    <a:p>
                      <a:pPr algn="l"/>
                      <a:r>
                        <a:rPr sz="1650" b="0">
                          <a:solidFill>
                            <a:srgbClr val="163B2A"/>
                          </a:solidFill>
                          <a:latin typeface="Arial"/>
                          <a:ea typeface="Arial"/>
                          <a:cs typeface="Arial"/>
                        </a:rPr>
                        <a:t>Packaging, RM0.50 / order</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RM1.00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RM1.50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RM2.00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4"/>
                  </a:ext>
                </a:extLst>
              </a:tr>
              <a:tr h="438150">
                <a:tc>
                  <a:txBody>
                    <a:bodyPr/>
                    <a:lstStyle/>
                    <a:p>
                      <a:pPr algn="l"/>
                      <a:r>
                        <a:rPr sz="1650" b="0">
                          <a:solidFill>
                            <a:srgbClr val="163B2A"/>
                          </a:solidFill>
                          <a:latin typeface="Arial"/>
                          <a:ea typeface="Arial"/>
                          <a:cs typeface="Arial"/>
                        </a:rPr>
                        <a:t>Whole-batch product cost</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RM20.00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RM20.00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RM20.00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5"/>
                  </a:ext>
                </a:extLst>
              </a:tr>
              <a:tr h="438150">
                <a:tc>
                  <a:txBody>
                    <a:bodyPr/>
                    <a:lstStyle/>
                    <a:p>
                      <a:pPr algn="l"/>
                      <a:r>
                        <a:rPr sz="1650" b="0">
                          <a:solidFill>
                            <a:srgbClr val="163B2A"/>
                          </a:solidFill>
                          <a:latin typeface="Arial"/>
                          <a:ea typeface="Arial"/>
                          <a:cs typeface="Arial"/>
                        </a:rPr>
                        <a:t>Balance after listed costs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−RM9.00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−RM4.40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+RM0.80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6"/>
                  </a:ext>
                </a:extLst>
              </a:tr>
              <a:tr h="438150">
                <a:tc>
                  <a:txBody>
                    <a:bodyPr/>
                    <a:lstStyle/>
                    <a:p>
                      <a:pPr algn="l"/>
                      <a:r>
                        <a:rPr sz="1650" b="0">
                          <a:solidFill>
                            <a:srgbClr val="163B2A"/>
                          </a:solidFill>
                          <a:latin typeface="Arial"/>
                          <a:ea typeface="Arial"/>
                          <a:cs typeface="Arial"/>
                        </a:rPr>
                        <a:t>Improvement over 4 half-price sales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Baseline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+RM4.60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+RM9.80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7"/>
                  </a:ext>
                </a:extLst>
              </a:tr>
            </a:tbl>
          </a:graphicData>
        </a:graphic>
      </p:graphicFrame>
      <p:sp>
        <p:nvSpPr>
          <p:cNvPr id="8" name="A01-result-1">
            <a:extLst>
              <a:ext uri="{FF2B5EF4-FFF2-40B4-BE49-F238E27FC236}">
                <a16:creationId xmlns:a16="http://schemas.microsoft.com/office/drawing/2014/main" id="{6C033534-B0E8-4A8C-B9CC-B8ED59A51265}"/>
              </a:ext>
            </a:extLst>
          </p:cNvPr>
          <p:cNvSpPr>
            <a:spLocks noGrp="1"/>
          </p:cNvSpPr>
          <p:nvPr/>
        </p:nvSpPr>
        <p:spPr>
          <a:xfrm>
            <a:off x="457200" y="5505450"/>
            <a:ext cx="11277600" cy="542925"/>
          </a:xfrm>
          <a:prstGeom prst="rect">
            <a:avLst/>
          </a:prstGeom>
          <a:noFill/>
          <a:ln w="0">
            <a:noFill/>
            <a:prstDash val="solid"/>
          </a:ln>
        </p:spPr>
        <p:txBody>
          <a:bodyPr wrap="square" lIns="0" tIns="0" rIns="0" bIns="0" anchor="t">
            <a:noAutofit/>
          </a:bodyPr>
          <a:lstStyle>
            <a:defPPr algn="l">
              <a:defRPr sz="2100" b="1">
                <a:solidFill>
                  <a:srgbClr val="598C6C"/>
                </a:solidFill>
                <a:latin typeface="Arial"/>
                <a:ea typeface="Arial"/>
                <a:cs typeface="Arial"/>
              </a:defRPr>
            </a:defPPr>
            <a:lvl1pPr algn="l">
              <a:defRPr sz="2100" b="1">
                <a:solidFill>
                  <a:srgbClr val="598C6C"/>
                </a:solidFill>
                <a:latin typeface="Arial"/>
                <a:ea typeface="Arial"/>
                <a:cs typeface="Arial"/>
              </a:defRPr>
            </a:lvl1pPr>
            <a:lvl2pPr algn="l">
              <a:defRPr sz="2100" b="1">
                <a:solidFill>
                  <a:srgbClr val="598C6C"/>
                </a:solidFill>
                <a:latin typeface="Arial"/>
                <a:ea typeface="Arial"/>
                <a:cs typeface="Arial"/>
              </a:defRPr>
            </a:lvl2pPr>
            <a:lvl3pPr algn="l">
              <a:defRPr sz="2100" b="1">
                <a:solidFill>
                  <a:srgbClr val="598C6C"/>
                </a:solidFill>
                <a:latin typeface="Arial"/>
                <a:ea typeface="Arial"/>
                <a:cs typeface="Arial"/>
              </a:defRPr>
            </a:lvl3pPr>
            <a:lvl4pPr algn="l">
              <a:defRPr sz="2100" b="1">
                <a:solidFill>
                  <a:srgbClr val="598C6C"/>
                </a:solidFill>
                <a:latin typeface="Arial"/>
                <a:ea typeface="Arial"/>
                <a:cs typeface="Arial"/>
              </a:defRPr>
            </a:lvl4pPr>
            <a:lvl5pPr algn="l">
              <a:defRPr sz="2100" b="1">
                <a:solidFill>
                  <a:srgbClr val="598C6C"/>
                </a:solidFill>
                <a:latin typeface="Arial"/>
                <a:ea typeface="Arial"/>
                <a:cs typeface="Arial"/>
              </a:defRPr>
            </a:lvl5pPr>
            <a:lvl6pPr algn="l">
              <a:defRPr sz="2100" b="1">
                <a:solidFill>
                  <a:srgbClr val="598C6C"/>
                </a:solidFill>
                <a:latin typeface="Arial"/>
                <a:ea typeface="Arial"/>
                <a:cs typeface="Arial"/>
              </a:defRPr>
            </a:lvl6pPr>
            <a:lvl7pPr algn="l">
              <a:defRPr sz="2100" b="1">
                <a:solidFill>
                  <a:srgbClr val="598C6C"/>
                </a:solidFill>
                <a:latin typeface="Arial"/>
                <a:ea typeface="Arial"/>
                <a:cs typeface="Arial"/>
              </a:defRPr>
            </a:lvl7pPr>
            <a:lvl8pPr algn="l">
              <a:defRPr sz="2100" b="1">
                <a:solidFill>
                  <a:srgbClr val="598C6C"/>
                </a:solidFill>
                <a:latin typeface="Arial"/>
                <a:ea typeface="Arial"/>
                <a:cs typeface="Arial"/>
              </a:defRPr>
            </a:lvl8pPr>
            <a:lvl9pPr algn="l">
              <a:defRPr sz="2100" b="1">
                <a:solidFill>
                  <a:srgbClr val="598C6C"/>
                </a:solidFill>
                <a:latin typeface="Arial"/>
                <a:ea typeface="Arial"/>
                <a:cs typeface="Arial"/>
              </a:defRPr>
            </a:lvl9pPr>
          </a:lstStyle>
          <a:p>
            <a:pPr algn="l">
              <a:defRPr sz="2100" b="1">
                <a:solidFill>
                  <a:srgbClr val="598C6C"/>
                </a:solidFill>
                <a:latin typeface="Arial"/>
                <a:ea typeface="Arial"/>
                <a:cs typeface="Arial"/>
              </a:defRPr>
            </a:pPr>
            <a:r>
              <a:rPr sz="2100" b="1">
                <a:solidFill>
                  <a:srgbClr val="598C6C"/>
                </a:solidFill>
                <a:latin typeface="Arial"/>
                <a:ea typeface="Arial"/>
                <a:cs typeface="Arial"/>
              </a:rPr>
              <a:t>More collections can improve recovery. The batch may still lose money.</a:t>
            </a:r>
          </a:p>
        </p:txBody>
      </p:sp>
    </p:spTree>
    <p:extLst>
      <p:ext uri="{BB962C8B-B14F-4D97-AF65-F5344CB8AC3E}">
        <p14:creationId xmlns:p14="http://schemas.microsoft.com/office/powerpoint/2010/main" val="2036418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8E08331B-B21E-4927-BD80-0EE1B9470DFF}"/>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262BAA6B-C897-4B23-A6F8-77EADA0B3C9F}"/>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Owner needs and key assumptions</a:t>
            </a:r>
          </a:p>
        </p:txBody>
      </p:sp>
      <p:sp>
        <p:nvSpPr>
          <p:cNvPr id="3" name="矩形 2">
            <a:extLst>
              <a:ext uri="{FF2B5EF4-FFF2-40B4-BE49-F238E27FC236}">
                <a16:creationId xmlns:a16="http://schemas.microsoft.com/office/drawing/2014/main" id="{894C5556-7B0D-488C-81C6-F57C8274B8F9}"/>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Store interviews and a pilot must validate the need and willingness to adopt</a:t>
            </a:r>
          </a:p>
        </p:txBody>
      </p:sp>
      <p:sp>
        <p:nvSpPr>
          <p:cNvPr id="4" name="矩形 3">
            <a:extLst>
              <a:ext uri="{FF2B5EF4-FFF2-40B4-BE49-F238E27FC236}">
                <a16:creationId xmlns:a16="http://schemas.microsoft.com/office/drawing/2014/main" id="{EE82C811-A7C8-4D4F-80F8-895F57A0BA45}"/>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0530AAB2-6491-422C-A96F-E5D984CFA4E2}"/>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1677B900-E440-4206-BE3B-771CF6A1AA97}"/>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04 / 32</a:t>
            </a:r>
          </a:p>
        </p:txBody>
      </p:sp>
      <p:sp>
        <p:nvSpPr>
          <p:cNvPr id="7" name="矩形 6">
            <a:extLst>
              <a:ext uri="{FF2B5EF4-FFF2-40B4-BE49-F238E27FC236}">
                <a16:creationId xmlns:a16="http://schemas.microsoft.com/office/drawing/2014/main" id="{3C1C7FC5-B9C5-4E2B-ABFD-B4766CA4730B}"/>
              </a:ext>
            </a:extLst>
          </p:cNvPr>
          <p:cNvSpPr>
            <a:spLocks noGrp="1"/>
          </p:cNvSpPr>
          <p:nvPr/>
        </p:nvSpPr>
        <p:spPr>
          <a:xfrm>
            <a:off x="457200" y="1752600"/>
            <a:ext cx="6248400" cy="400050"/>
          </a:xfrm>
          <a:prstGeom prst="rect">
            <a:avLst/>
          </a:prstGeom>
          <a:noFill/>
          <a:ln w="0">
            <a:noFill/>
            <a:prstDash val="solid"/>
          </a:ln>
        </p:spPr>
        <p:txBody>
          <a:bodyPr wrap="square" lIns="0" tIns="0" rIns="0" bIns="0" anchor="t">
            <a:noAutofit/>
          </a:bodyPr>
          <a:lstStyle>
            <a:defPPr algn="l">
              <a:defRPr sz="2175" b="1">
                <a:solidFill>
                  <a:srgbClr val="B57906"/>
                </a:solidFill>
                <a:latin typeface="Arial"/>
                <a:ea typeface="Arial"/>
                <a:cs typeface="Arial"/>
              </a:defRPr>
            </a:defPPr>
            <a:lvl1pPr algn="l">
              <a:defRPr sz="2175" b="1">
                <a:solidFill>
                  <a:srgbClr val="B57906"/>
                </a:solidFill>
                <a:latin typeface="Arial"/>
                <a:ea typeface="Arial"/>
                <a:cs typeface="Arial"/>
              </a:defRPr>
            </a:lvl1pPr>
            <a:lvl2pPr algn="l">
              <a:defRPr sz="2175" b="1">
                <a:solidFill>
                  <a:srgbClr val="B57906"/>
                </a:solidFill>
                <a:latin typeface="Arial"/>
                <a:ea typeface="Arial"/>
                <a:cs typeface="Arial"/>
              </a:defRPr>
            </a:lvl2pPr>
            <a:lvl3pPr algn="l">
              <a:defRPr sz="2175" b="1">
                <a:solidFill>
                  <a:srgbClr val="B57906"/>
                </a:solidFill>
                <a:latin typeface="Arial"/>
                <a:ea typeface="Arial"/>
                <a:cs typeface="Arial"/>
              </a:defRPr>
            </a:lvl3pPr>
            <a:lvl4pPr algn="l">
              <a:defRPr sz="2175" b="1">
                <a:solidFill>
                  <a:srgbClr val="B57906"/>
                </a:solidFill>
                <a:latin typeface="Arial"/>
                <a:ea typeface="Arial"/>
                <a:cs typeface="Arial"/>
              </a:defRPr>
            </a:lvl4pPr>
            <a:lvl5pPr algn="l">
              <a:defRPr sz="2175" b="1">
                <a:solidFill>
                  <a:srgbClr val="B57906"/>
                </a:solidFill>
                <a:latin typeface="Arial"/>
                <a:ea typeface="Arial"/>
                <a:cs typeface="Arial"/>
              </a:defRPr>
            </a:lvl5pPr>
            <a:lvl6pPr algn="l">
              <a:defRPr sz="2175" b="1">
                <a:solidFill>
                  <a:srgbClr val="B57906"/>
                </a:solidFill>
                <a:latin typeface="Arial"/>
                <a:ea typeface="Arial"/>
                <a:cs typeface="Arial"/>
              </a:defRPr>
            </a:lvl6pPr>
            <a:lvl7pPr algn="l">
              <a:defRPr sz="2175" b="1">
                <a:solidFill>
                  <a:srgbClr val="B57906"/>
                </a:solidFill>
                <a:latin typeface="Arial"/>
                <a:ea typeface="Arial"/>
                <a:cs typeface="Arial"/>
              </a:defRPr>
            </a:lvl7pPr>
            <a:lvl8pPr algn="l">
              <a:defRPr sz="2175" b="1">
                <a:solidFill>
                  <a:srgbClr val="B57906"/>
                </a:solidFill>
                <a:latin typeface="Arial"/>
                <a:ea typeface="Arial"/>
                <a:cs typeface="Arial"/>
              </a:defRPr>
            </a:lvl8pPr>
            <a:lvl9pPr algn="l">
              <a:defRPr sz="2175" b="1">
                <a:solidFill>
                  <a:srgbClr val="B57906"/>
                </a:solidFill>
                <a:latin typeface="Arial"/>
                <a:ea typeface="Arial"/>
                <a:cs typeface="Arial"/>
              </a:defRPr>
            </a:lvl9pPr>
          </a:lstStyle>
          <a:p>
            <a:pPr algn="l">
              <a:defRPr sz="2175" b="1">
                <a:solidFill>
                  <a:srgbClr val="B57906"/>
                </a:solidFill>
                <a:latin typeface="Arial"/>
                <a:ea typeface="Arial"/>
                <a:cs typeface="Arial"/>
              </a:defRPr>
            </a:pPr>
            <a:r>
              <a:rPr sz="2175" b="1">
                <a:solidFill>
                  <a:srgbClr val="B57906"/>
                </a:solidFill>
                <a:latin typeface="Arial"/>
                <a:ea typeface="Arial"/>
                <a:cs typeface="Arial"/>
              </a:rPr>
              <a:t>What the owner needs</a:t>
            </a:r>
          </a:p>
        </p:txBody>
      </p:sp>
      <p:sp>
        <p:nvSpPr>
          <p:cNvPr id="8" name="矩形 7">
            <a:extLst>
              <a:ext uri="{FF2B5EF4-FFF2-40B4-BE49-F238E27FC236}">
                <a16:creationId xmlns:a16="http://schemas.microsoft.com/office/drawing/2014/main" id="{5BB5B574-0067-462C-885B-EC50B20BA78C}"/>
              </a:ext>
            </a:extLst>
          </p:cNvPr>
          <p:cNvSpPr>
            <a:spLocks noGrp="1"/>
          </p:cNvSpPr>
          <p:nvPr/>
        </p:nvSpPr>
        <p:spPr>
          <a:xfrm>
            <a:off x="7620000" y="1752600"/>
            <a:ext cx="4114800" cy="400050"/>
          </a:xfrm>
          <a:prstGeom prst="rect">
            <a:avLst/>
          </a:prstGeom>
          <a:noFill/>
          <a:ln w="0">
            <a:noFill/>
            <a:prstDash val="solid"/>
          </a:ln>
        </p:spPr>
        <p:txBody>
          <a:bodyPr wrap="square" lIns="0" tIns="0" rIns="0" bIns="0" anchor="t">
            <a:noAutofit/>
          </a:bodyPr>
          <a:lstStyle>
            <a:defPPr algn="l">
              <a:defRPr sz="2100" b="1">
                <a:solidFill>
                  <a:srgbClr val="B57906"/>
                </a:solidFill>
                <a:latin typeface="Arial"/>
                <a:ea typeface="Arial"/>
                <a:cs typeface="Arial"/>
              </a:defRPr>
            </a:defPPr>
            <a:lvl1pPr algn="l">
              <a:defRPr sz="2100" b="1">
                <a:solidFill>
                  <a:srgbClr val="B57906"/>
                </a:solidFill>
                <a:latin typeface="Arial"/>
                <a:ea typeface="Arial"/>
                <a:cs typeface="Arial"/>
              </a:defRPr>
            </a:lvl1pPr>
            <a:lvl2pPr algn="l">
              <a:defRPr sz="2100" b="1">
                <a:solidFill>
                  <a:srgbClr val="B57906"/>
                </a:solidFill>
                <a:latin typeface="Arial"/>
                <a:ea typeface="Arial"/>
                <a:cs typeface="Arial"/>
              </a:defRPr>
            </a:lvl2pPr>
            <a:lvl3pPr algn="l">
              <a:defRPr sz="2100" b="1">
                <a:solidFill>
                  <a:srgbClr val="B57906"/>
                </a:solidFill>
                <a:latin typeface="Arial"/>
                <a:ea typeface="Arial"/>
                <a:cs typeface="Arial"/>
              </a:defRPr>
            </a:lvl3pPr>
            <a:lvl4pPr algn="l">
              <a:defRPr sz="2100" b="1">
                <a:solidFill>
                  <a:srgbClr val="B57906"/>
                </a:solidFill>
                <a:latin typeface="Arial"/>
                <a:ea typeface="Arial"/>
                <a:cs typeface="Arial"/>
              </a:defRPr>
            </a:lvl4pPr>
            <a:lvl5pPr algn="l">
              <a:defRPr sz="2100" b="1">
                <a:solidFill>
                  <a:srgbClr val="B57906"/>
                </a:solidFill>
                <a:latin typeface="Arial"/>
                <a:ea typeface="Arial"/>
                <a:cs typeface="Arial"/>
              </a:defRPr>
            </a:lvl5pPr>
            <a:lvl6pPr algn="l">
              <a:defRPr sz="2100" b="1">
                <a:solidFill>
                  <a:srgbClr val="B57906"/>
                </a:solidFill>
                <a:latin typeface="Arial"/>
                <a:ea typeface="Arial"/>
                <a:cs typeface="Arial"/>
              </a:defRPr>
            </a:lvl6pPr>
            <a:lvl7pPr algn="l">
              <a:defRPr sz="2100" b="1">
                <a:solidFill>
                  <a:srgbClr val="B57906"/>
                </a:solidFill>
                <a:latin typeface="Arial"/>
                <a:ea typeface="Arial"/>
                <a:cs typeface="Arial"/>
              </a:defRPr>
            </a:lvl7pPr>
            <a:lvl8pPr algn="l">
              <a:defRPr sz="2100" b="1">
                <a:solidFill>
                  <a:srgbClr val="B57906"/>
                </a:solidFill>
                <a:latin typeface="Arial"/>
                <a:ea typeface="Arial"/>
                <a:cs typeface="Arial"/>
              </a:defRPr>
            </a:lvl8pPr>
            <a:lvl9pPr algn="l">
              <a:defRPr sz="2100" b="1">
                <a:solidFill>
                  <a:srgbClr val="B57906"/>
                </a:solidFill>
                <a:latin typeface="Arial"/>
                <a:ea typeface="Arial"/>
                <a:cs typeface="Arial"/>
              </a:defRPr>
            </a:lvl9pPr>
          </a:lstStyle>
          <a:p>
            <a:pPr algn="l">
              <a:defRPr sz="2100" b="1">
                <a:solidFill>
                  <a:srgbClr val="B57906"/>
                </a:solidFill>
                <a:latin typeface="Arial"/>
                <a:ea typeface="Arial"/>
                <a:cs typeface="Arial"/>
              </a:defRPr>
            </a:pPr>
            <a:r>
              <a:rPr sz="2100" b="1">
                <a:solidFill>
                  <a:srgbClr val="B57906"/>
                </a:solidFill>
                <a:latin typeface="Arial"/>
                <a:ea typeface="Arial"/>
                <a:cs typeface="Arial"/>
              </a:rPr>
              <a:t>What we must validate</a:t>
            </a:r>
          </a:p>
        </p:txBody>
      </p:sp>
      <p:sp>
        <p:nvSpPr>
          <p:cNvPr id="9" name="A01-number-2">
            <a:extLst>
              <a:ext uri="{FF2B5EF4-FFF2-40B4-BE49-F238E27FC236}">
                <a16:creationId xmlns:a16="http://schemas.microsoft.com/office/drawing/2014/main" id="{9F6439F6-A042-45F0-8626-DE297A031FD1}"/>
              </a:ext>
            </a:extLst>
          </p:cNvPr>
          <p:cNvSpPr>
            <a:spLocks noGrp="1"/>
          </p:cNvSpPr>
          <p:nvPr/>
        </p:nvSpPr>
        <p:spPr>
          <a:xfrm>
            <a:off x="457200" y="2400300"/>
            <a:ext cx="609600" cy="428625"/>
          </a:xfrm>
          <a:prstGeom prst="rect">
            <a:avLst/>
          </a:prstGeom>
          <a:noFill/>
          <a:ln w="0">
            <a:noFill/>
            <a:prstDash val="solid"/>
          </a:ln>
        </p:spPr>
        <p:txBody>
          <a:bodyPr wrap="square" lIns="0" tIns="0" rIns="0" bIns="0" anchor="t">
            <a:noAutofit/>
          </a:bodyPr>
          <a:lstStyle>
            <a:defPPr algn="l">
              <a:defRPr sz="2400" b="1">
                <a:solidFill>
                  <a:srgbClr val="B57906"/>
                </a:solidFill>
                <a:latin typeface="Arial"/>
                <a:ea typeface="Arial"/>
                <a:cs typeface="Arial"/>
              </a:defRPr>
            </a:defPPr>
            <a:lvl1pPr algn="l">
              <a:defRPr sz="2400" b="1">
                <a:solidFill>
                  <a:srgbClr val="B57906"/>
                </a:solidFill>
                <a:latin typeface="Arial"/>
                <a:ea typeface="Arial"/>
                <a:cs typeface="Arial"/>
              </a:defRPr>
            </a:lvl1pPr>
            <a:lvl2pPr algn="l">
              <a:defRPr sz="2400" b="1">
                <a:solidFill>
                  <a:srgbClr val="B57906"/>
                </a:solidFill>
                <a:latin typeface="Arial"/>
                <a:ea typeface="Arial"/>
                <a:cs typeface="Arial"/>
              </a:defRPr>
            </a:lvl2pPr>
            <a:lvl3pPr algn="l">
              <a:defRPr sz="2400" b="1">
                <a:solidFill>
                  <a:srgbClr val="B57906"/>
                </a:solidFill>
                <a:latin typeface="Arial"/>
                <a:ea typeface="Arial"/>
                <a:cs typeface="Arial"/>
              </a:defRPr>
            </a:lvl3pPr>
            <a:lvl4pPr algn="l">
              <a:defRPr sz="2400" b="1">
                <a:solidFill>
                  <a:srgbClr val="B57906"/>
                </a:solidFill>
                <a:latin typeface="Arial"/>
                <a:ea typeface="Arial"/>
                <a:cs typeface="Arial"/>
              </a:defRPr>
            </a:lvl4pPr>
            <a:lvl5pPr algn="l">
              <a:defRPr sz="2400" b="1">
                <a:solidFill>
                  <a:srgbClr val="B57906"/>
                </a:solidFill>
                <a:latin typeface="Arial"/>
                <a:ea typeface="Arial"/>
                <a:cs typeface="Arial"/>
              </a:defRPr>
            </a:lvl5pPr>
            <a:lvl6pPr algn="l">
              <a:defRPr sz="2400" b="1">
                <a:solidFill>
                  <a:srgbClr val="B57906"/>
                </a:solidFill>
                <a:latin typeface="Arial"/>
                <a:ea typeface="Arial"/>
                <a:cs typeface="Arial"/>
              </a:defRPr>
            </a:lvl6pPr>
            <a:lvl7pPr algn="l">
              <a:defRPr sz="2400" b="1">
                <a:solidFill>
                  <a:srgbClr val="B57906"/>
                </a:solidFill>
                <a:latin typeface="Arial"/>
                <a:ea typeface="Arial"/>
                <a:cs typeface="Arial"/>
              </a:defRPr>
            </a:lvl7pPr>
            <a:lvl8pPr algn="l">
              <a:defRPr sz="2400" b="1">
                <a:solidFill>
                  <a:srgbClr val="B57906"/>
                </a:solidFill>
                <a:latin typeface="Arial"/>
                <a:ea typeface="Arial"/>
                <a:cs typeface="Arial"/>
              </a:defRPr>
            </a:lvl8pPr>
            <a:lvl9pPr algn="l">
              <a:defRPr sz="2400" b="1">
                <a:solidFill>
                  <a:srgbClr val="B57906"/>
                </a:solidFill>
                <a:latin typeface="Arial"/>
                <a:ea typeface="Arial"/>
                <a:cs typeface="Arial"/>
              </a:defRPr>
            </a:lvl9pPr>
          </a:lstStyle>
          <a:p>
            <a:pPr algn="l">
              <a:defRPr sz="2400" b="1">
                <a:solidFill>
                  <a:srgbClr val="B57906"/>
                </a:solidFill>
                <a:latin typeface="Arial"/>
                <a:ea typeface="Arial"/>
                <a:cs typeface="Arial"/>
              </a:defRPr>
            </a:pPr>
            <a:r>
              <a:rPr sz="2400" b="1">
                <a:solidFill>
                  <a:srgbClr val="B57906"/>
                </a:solidFill>
                <a:latin typeface="Arial"/>
                <a:ea typeface="Arial"/>
                <a:cs typeface="Arial"/>
              </a:rPr>
              <a:t>01</a:t>
            </a:r>
          </a:p>
        </p:txBody>
      </p:sp>
      <p:sp>
        <p:nvSpPr>
          <p:cNvPr id="10" name="A01-need-3">
            <a:extLst>
              <a:ext uri="{FF2B5EF4-FFF2-40B4-BE49-F238E27FC236}">
                <a16:creationId xmlns:a16="http://schemas.microsoft.com/office/drawing/2014/main" id="{4C3A1B75-C912-4FB5-AE04-E0D3F6305757}"/>
              </a:ext>
            </a:extLst>
          </p:cNvPr>
          <p:cNvSpPr>
            <a:spLocks noGrp="1"/>
          </p:cNvSpPr>
          <p:nvPr/>
        </p:nvSpPr>
        <p:spPr>
          <a:xfrm>
            <a:off x="1257300" y="2400300"/>
            <a:ext cx="5905500" cy="381000"/>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Clear more surplus</a:t>
            </a:r>
          </a:p>
        </p:txBody>
      </p:sp>
      <p:sp>
        <p:nvSpPr>
          <p:cNvPr id="11" name="A01-detail-4">
            <a:extLst>
              <a:ext uri="{FF2B5EF4-FFF2-40B4-BE49-F238E27FC236}">
                <a16:creationId xmlns:a16="http://schemas.microsoft.com/office/drawing/2014/main" id="{AA2D2CB3-EE4A-4F97-9D3C-A9016CEF6194}"/>
              </a:ext>
            </a:extLst>
          </p:cNvPr>
          <p:cNvSpPr>
            <a:spLocks noGrp="1"/>
          </p:cNvSpPr>
          <p:nvPr/>
        </p:nvSpPr>
        <p:spPr>
          <a:xfrm>
            <a:off x="1257300" y="2857500"/>
            <a:ext cx="5905500" cy="504825"/>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Track what remains and what gets collected.</a:t>
            </a:r>
          </a:p>
        </p:txBody>
      </p:sp>
      <p:sp>
        <p:nvSpPr>
          <p:cNvPr id="12" name="A01-assumption-5">
            <a:extLst>
              <a:ext uri="{FF2B5EF4-FFF2-40B4-BE49-F238E27FC236}">
                <a16:creationId xmlns:a16="http://schemas.microsoft.com/office/drawing/2014/main" id="{99444FB5-AE16-4A88-8CA7-2F58572AFDE5}"/>
              </a:ext>
            </a:extLst>
          </p:cNvPr>
          <p:cNvSpPr>
            <a:spLocks noGrp="1"/>
          </p:cNvSpPr>
          <p:nvPr/>
        </p:nvSpPr>
        <p:spPr>
          <a:xfrm>
            <a:off x="7620000" y="2400300"/>
            <a:ext cx="4114800" cy="381000"/>
          </a:xfrm>
          <a:prstGeom prst="rect">
            <a:avLst/>
          </a:prstGeom>
          <a:noFill/>
          <a:ln w="0">
            <a:noFill/>
            <a:prstDash val="solid"/>
          </a:ln>
        </p:spPr>
        <p:txBody>
          <a:bodyPr wrap="square" lIns="0" tIns="0" rIns="0" bIns="0" anchor="t">
            <a:noAutofit/>
          </a:bodyPr>
          <a:lstStyle>
            <a:defPPr algn="l">
              <a:defRPr sz="1875" b="1">
                <a:solidFill>
                  <a:srgbClr val="598C6C"/>
                </a:solidFill>
                <a:latin typeface="Arial"/>
                <a:ea typeface="Arial"/>
                <a:cs typeface="Arial"/>
              </a:defRPr>
            </a:defPPr>
            <a:lvl1pPr algn="l">
              <a:defRPr sz="1875" b="1">
                <a:solidFill>
                  <a:srgbClr val="598C6C"/>
                </a:solidFill>
                <a:latin typeface="Arial"/>
                <a:ea typeface="Arial"/>
                <a:cs typeface="Arial"/>
              </a:defRPr>
            </a:lvl1pPr>
            <a:lvl2pPr algn="l">
              <a:defRPr sz="1875" b="1">
                <a:solidFill>
                  <a:srgbClr val="598C6C"/>
                </a:solidFill>
                <a:latin typeface="Arial"/>
                <a:ea typeface="Arial"/>
                <a:cs typeface="Arial"/>
              </a:defRPr>
            </a:lvl2pPr>
            <a:lvl3pPr algn="l">
              <a:defRPr sz="1875" b="1">
                <a:solidFill>
                  <a:srgbClr val="598C6C"/>
                </a:solidFill>
                <a:latin typeface="Arial"/>
                <a:ea typeface="Arial"/>
                <a:cs typeface="Arial"/>
              </a:defRPr>
            </a:lvl3pPr>
            <a:lvl4pPr algn="l">
              <a:defRPr sz="1875" b="1">
                <a:solidFill>
                  <a:srgbClr val="598C6C"/>
                </a:solidFill>
                <a:latin typeface="Arial"/>
                <a:ea typeface="Arial"/>
                <a:cs typeface="Arial"/>
              </a:defRPr>
            </a:lvl4pPr>
            <a:lvl5pPr algn="l">
              <a:defRPr sz="1875" b="1">
                <a:solidFill>
                  <a:srgbClr val="598C6C"/>
                </a:solidFill>
                <a:latin typeface="Arial"/>
                <a:ea typeface="Arial"/>
                <a:cs typeface="Arial"/>
              </a:defRPr>
            </a:lvl5pPr>
            <a:lvl6pPr algn="l">
              <a:defRPr sz="1875" b="1">
                <a:solidFill>
                  <a:srgbClr val="598C6C"/>
                </a:solidFill>
                <a:latin typeface="Arial"/>
                <a:ea typeface="Arial"/>
                <a:cs typeface="Arial"/>
              </a:defRPr>
            </a:lvl6pPr>
            <a:lvl7pPr algn="l">
              <a:defRPr sz="1875" b="1">
                <a:solidFill>
                  <a:srgbClr val="598C6C"/>
                </a:solidFill>
                <a:latin typeface="Arial"/>
                <a:ea typeface="Arial"/>
                <a:cs typeface="Arial"/>
              </a:defRPr>
            </a:lvl7pPr>
            <a:lvl8pPr algn="l">
              <a:defRPr sz="1875" b="1">
                <a:solidFill>
                  <a:srgbClr val="598C6C"/>
                </a:solidFill>
                <a:latin typeface="Arial"/>
                <a:ea typeface="Arial"/>
                <a:cs typeface="Arial"/>
              </a:defRPr>
            </a:lvl8pPr>
            <a:lvl9pPr algn="l">
              <a:defRPr sz="1875" b="1">
                <a:solidFill>
                  <a:srgbClr val="598C6C"/>
                </a:solidFill>
                <a:latin typeface="Arial"/>
                <a:ea typeface="Arial"/>
                <a:cs typeface="Arial"/>
              </a:defRPr>
            </a:lvl9pPr>
          </a:lstStyle>
          <a:p>
            <a:pPr algn="l">
              <a:defRPr sz="1875" b="1">
                <a:solidFill>
                  <a:srgbClr val="598C6C"/>
                </a:solidFill>
                <a:latin typeface="Arial"/>
                <a:ea typeface="Arial"/>
                <a:cs typeface="Arial"/>
              </a:defRPr>
            </a:pPr>
            <a:r>
              <a:rPr sz="1875" b="1">
                <a:solidFill>
                  <a:srgbClr val="598C6C"/>
                </a:solidFill>
                <a:latin typeface="Arial"/>
                <a:ea typeface="Arial"/>
                <a:cs typeface="Arial"/>
              </a:rPr>
              <a:t>Is surplus frequent enough?</a:t>
            </a:r>
          </a:p>
        </p:txBody>
      </p:sp>
      <p:sp>
        <p:nvSpPr>
          <p:cNvPr id="13" name="A01-validation-6">
            <a:extLst>
              <a:ext uri="{FF2B5EF4-FFF2-40B4-BE49-F238E27FC236}">
                <a16:creationId xmlns:a16="http://schemas.microsoft.com/office/drawing/2014/main" id="{74CD2670-C30E-4070-B5B6-37712919A1BC}"/>
              </a:ext>
            </a:extLst>
          </p:cNvPr>
          <p:cNvSpPr>
            <a:spLocks noGrp="1"/>
          </p:cNvSpPr>
          <p:nvPr/>
        </p:nvSpPr>
        <p:spPr>
          <a:xfrm>
            <a:off x="7620000" y="2857500"/>
            <a:ext cx="4114800" cy="561975"/>
          </a:xfrm>
          <a:prstGeom prst="rect">
            <a:avLst/>
          </a:prstGeom>
          <a:noFill/>
          <a:ln w="0">
            <a:noFill/>
            <a:prstDash val="solid"/>
          </a:ln>
        </p:spPr>
        <p:txBody>
          <a:bodyPr wrap="square" lIns="0" tIns="0" rIns="0" bIns="0" anchor="t">
            <a:noAutofit/>
          </a:bodyPr>
          <a:lstStyle>
            <a:defPPr algn="l">
              <a:defRPr sz="1650" b="0">
                <a:solidFill>
                  <a:srgbClr val="586958"/>
                </a:solidFill>
                <a:latin typeface="Arial"/>
                <a:ea typeface="Arial"/>
                <a:cs typeface="Arial"/>
              </a:defRPr>
            </a:defPPr>
            <a:lvl1pPr algn="l">
              <a:defRPr sz="1650" b="0">
                <a:solidFill>
                  <a:srgbClr val="586958"/>
                </a:solidFill>
                <a:latin typeface="Arial"/>
                <a:ea typeface="Arial"/>
                <a:cs typeface="Arial"/>
              </a:defRPr>
            </a:lvl1pPr>
            <a:lvl2pPr algn="l">
              <a:defRPr sz="1650" b="0">
                <a:solidFill>
                  <a:srgbClr val="586958"/>
                </a:solidFill>
                <a:latin typeface="Arial"/>
                <a:ea typeface="Arial"/>
                <a:cs typeface="Arial"/>
              </a:defRPr>
            </a:lvl2pPr>
            <a:lvl3pPr algn="l">
              <a:defRPr sz="1650" b="0">
                <a:solidFill>
                  <a:srgbClr val="586958"/>
                </a:solidFill>
                <a:latin typeface="Arial"/>
                <a:ea typeface="Arial"/>
                <a:cs typeface="Arial"/>
              </a:defRPr>
            </a:lvl3pPr>
            <a:lvl4pPr algn="l">
              <a:defRPr sz="1650" b="0">
                <a:solidFill>
                  <a:srgbClr val="586958"/>
                </a:solidFill>
                <a:latin typeface="Arial"/>
                <a:ea typeface="Arial"/>
                <a:cs typeface="Arial"/>
              </a:defRPr>
            </a:lvl4pPr>
            <a:lvl5pPr algn="l">
              <a:defRPr sz="1650" b="0">
                <a:solidFill>
                  <a:srgbClr val="586958"/>
                </a:solidFill>
                <a:latin typeface="Arial"/>
                <a:ea typeface="Arial"/>
                <a:cs typeface="Arial"/>
              </a:defRPr>
            </a:lvl5pPr>
            <a:lvl6pPr algn="l">
              <a:defRPr sz="1650" b="0">
                <a:solidFill>
                  <a:srgbClr val="586958"/>
                </a:solidFill>
                <a:latin typeface="Arial"/>
                <a:ea typeface="Arial"/>
                <a:cs typeface="Arial"/>
              </a:defRPr>
            </a:lvl6pPr>
            <a:lvl7pPr algn="l">
              <a:defRPr sz="1650" b="0">
                <a:solidFill>
                  <a:srgbClr val="586958"/>
                </a:solidFill>
                <a:latin typeface="Arial"/>
                <a:ea typeface="Arial"/>
                <a:cs typeface="Arial"/>
              </a:defRPr>
            </a:lvl7pPr>
            <a:lvl8pPr algn="l">
              <a:defRPr sz="1650" b="0">
                <a:solidFill>
                  <a:srgbClr val="586958"/>
                </a:solidFill>
                <a:latin typeface="Arial"/>
                <a:ea typeface="Arial"/>
                <a:cs typeface="Arial"/>
              </a:defRPr>
            </a:lvl8pPr>
            <a:lvl9pPr algn="l">
              <a:defRPr sz="1650" b="0">
                <a:solidFill>
                  <a:srgbClr val="586958"/>
                </a:solidFill>
                <a:latin typeface="Arial"/>
                <a:ea typeface="Arial"/>
                <a:cs typeface="Arial"/>
              </a:defRPr>
            </a:lvl9pPr>
          </a:lstStyle>
          <a:p>
            <a:pPr algn="l">
              <a:defRPr sz="1650" b="0">
                <a:solidFill>
                  <a:srgbClr val="586958"/>
                </a:solidFill>
                <a:latin typeface="Arial"/>
                <a:ea typeface="Arial"/>
                <a:cs typeface="Arial"/>
              </a:defRPr>
            </a:pPr>
            <a:r>
              <a:rPr sz="1650" b="0">
                <a:solidFill>
                  <a:srgbClr val="586958"/>
                </a:solidFill>
                <a:latin typeface="Arial"/>
                <a:ea typeface="Arial"/>
                <a:cs typeface="Arial"/>
              </a:rPr>
              <a:t>Interview owners and record comparable shifts.</a:t>
            </a:r>
          </a:p>
        </p:txBody>
      </p:sp>
      <p:sp>
        <p:nvSpPr>
          <p:cNvPr id="14" name="矩形 13">
            <a:extLst>
              <a:ext uri="{FF2B5EF4-FFF2-40B4-BE49-F238E27FC236}">
                <a16:creationId xmlns:a16="http://schemas.microsoft.com/office/drawing/2014/main" id="{BC60926F-A0CA-4456-BD94-8457015BB145}"/>
              </a:ext>
            </a:extLst>
          </p:cNvPr>
          <p:cNvSpPr>
            <a:spLocks noGrp="1"/>
          </p:cNvSpPr>
          <p:nvPr/>
        </p:nvSpPr>
        <p:spPr>
          <a:xfrm>
            <a:off x="457200" y="3371850"/>
            <a:ext cx="11277600" cy="9525"/>
          </a:xfrm>
          <a:prstGeom prst="rect">
            <a:avLst/>
          </a:prstGeom>
          <a:solidFill>
            <a:srgbClr val="B7BA9A"/>
          </a:solidFill>
          <a:ln w="0">
            <a:noFill/>
            <a:prstDash val="solid"/>
          </a:ln>
        </p:spPr>
      </p:sp>
      <p:sp>
        <p:nvSpPr>
          <p:cNvPr id="15" name="A02-number-7">
            <a:extLst>
              <a:ext uri="{FF2B5EF4-FFF2-40B4-BE49-F238E27FC236}">
                <a16:creationId xmlns:a16="http://schemas.microsoft.com/office/drawing/2014/main" id="{503A7839-617F-4A11-A27E-3E7B881C0D44}"/>
              </a:ext>
            </a:extLst>
          </p:cNvPr>
          <p:cNvSpPr>
            <a:spLocks noGrp="1"/>
          </p:cNvSpPr>
          <p:nvPr/>
        </p:nvSpPr>
        <p:spPr>
          <a:xfrm>
            <a:off x="457200" y="3543300"/>
            <a:ext cx="609600" cy="428625"/>
          </a:xfrm>
          <a:prstGeom prst="rect">
            <a:avLst/>
          </a:prstGeom>
          <a:noFill/>
          <a:ln w="0">
            <a:noFill/>
            <a:prstDash val="solid"/>
          </a:ln>
        </p:spPr>
        <p:txBody>
          <a:bodyPr wrap="square" lIns="0" tIns="0" rIns="0" bIns="0" anchor="t">
            <a:noAutofit/>
          </a:bodyPr>
          <a:lstStyle>
            <a:defPPr algn="l">
              <a:defRPr sz="2400" b="1">
                <a:solidFill>
                  <a:srgbClr val="B57906"/>
                </a:solidFill>
                <a:latin typeface="Arial"/>
                <a:ea typeface="Arial"/>
                <a:cs typeface="Arial"/>
              </a:defRPr>
            </a:defPPr>
            <a:lvl1pPr algn="l">
              <a:defRPr sz="2400" b="1">
                <a:solidFill>
                  <a:srgbClr val="B57906"/>
                </a:solidFill>
                <a:latin typeface="Arial"/>
                <a:ea typeface="Arial"/>
                <a:cs typeface="Arial"/>
              </a:defRPr>
            </a:lvl1pPr>
            <a:lvl2pPr algn="l">
              <a:defRPr sz="2400" b="1">
                <a:solidFill>
                  <a:srgbClr val="B57906"/>
                </a:solidFill>
                <a:latin typeface="Arial"/>
                <a:ea typeface="Arial"/>
                <a:cs typeface="Arial"/>
              </a:defRPr>
            </a:lvl2pPr>
            <a:lvl3pPr algn="l">
              <a:defRPr sz="2400" b="1">
                <a:solidFill>
                  <a:srgbClr val="B57906"/>
                </a:solidFill>
                <a:latin typeface="Arial"/>
                <a:ea typeface="Arial"/>
                <a:cs typeface="Arial"/>
              </a:defRPr>
            </a:lvl3pPr>
            <a:lvl4pPr algn="l">
              <a:defRPr sz="2400" b="1">
                <a:solidFill>
                  <a:srgbClr val="B57906"/>
                </a:solidFill>
                <a:latin typeface="Arial"/>
                <a:ea typeface="Arial"/>
                <a:cs typeface="Arial"/>
              </a:defRPr>
            </a:lvl4pPr>
            <a:lvl5pPr algn="l">
              <a:defRPr sz="2400" b="1">
                <a:solidFill>
                  <a:srgbClr val="B57906"/>
                </a:solidFill>
                <a:latin typeface="Arial"/>
                <a:ea typeface="Arial"/>
                <a:cs typeface="Arial"/>
              </a:defRPr>
            </a:lvl5pPr>
            <a:lvl6pPr algn="l">
              <a:defRPr sz="2400" b="1">
                <a:solidFill>
                  <a:srgbClr val="B57906"/>
                </a:solidFill>
                <a:latin typeface="Arial"/>
                <a:ea typeface="Arial"/>
                <a:cs typeface="Arial"/>
              </a:defRPr>
            </a:lvl6pPr>
            <a:lvl7pPr algn="l">
              <a:defRPr sz="2400" b="1">
                <a:solidFill>
                  <a:srgbClr val="B57906"/>
                </a:solidFill>
                <a:latin typeface="Arial"/>
                <a:ea typeface="Arial"/>
                <a:cs typeface="Arial"/>
              </a:defRPr>
            </a:lvl7pPr>
            <a:lvl8pPr algn="l">
              <a:defRPr sz="2400" b="1">
                <a:solidFill>
                  <a:srgbClr val="B57906"/>
                </a:solidFill>
                <a:latin typeface="Arial"/>
                <a:ea typeface="Arial"/>
                <a:cs typeface="Arial"/>
              </a:defRPr>
            </a:lvl8pPr>
            <a:lvl9pPr algn="l">
              <a:defRPr sz="2400" b="1">
                <a:solidFill>
                  <a:srgbClr val="B57906"/>
                </a:solidFill>
                <a:latin typeface="Arial"/>
                <a:ea typeface="Arial"/>
                <a:cs typeface="Arial"/>
              </a:defRPr>
            </a:lvl9pPr>
          </a:lstStyle>
          <a:p>
            <a:pPr algn="l">
              <a:defRPr sz="2400" b="1">
                <a:solidFill>
                  <a:srgbClr val="B57906"/>
                </a:solidFill>
                <a:latin typeface="Arial"/>
                <a:ea typeface="Arial"/>
                <a:cs typeface="Arial"/>
              </a:defRPr>
            </a:pPr>
            <a:r>
              <a:rPr sz="2400" b="1">
                <a:solidFill>
                  <a:srgbClr val="B57906"/>
                </a:solidFill>
                <a:latin typeface="Arial"/>
                <a:ea typeface="Arial"/>
                <a:cs typeface="Arial"/>
              </a:rPr>
              <a:t>02</a:t>
            </a:r>
          </a:p>
        </p:txBody>
      </p:sp>
      <p:sp>
        <p:nvSpPr>
          <p:cNvPr id="16" name="A02-need-8">
            <a:extLst>
              <a:ext uri="{FF2B5EF4-FFF2-40B4-BE49-F238E27FC236}">
                <a16:creationId xmlns:a16="http://schemas.microsoft.com/office/drawing/2014/main" id="{B17F29AF-1EEC-4F07-B598-B47C0A5FF069}"/>
              </a:ext>
            </a:extLst>
          </p:cNvPr>
          <p:cNvSpPr>
            <a:spLocks noGrp="1"/>
          </p:cNvSpPr>
          <p:nvPr/>
        </p:nvSpPr>
        <p:spPr>
          <a:xfrm>
            <a:off x="1257300" y="3543300"/>
            <a:ext cx="5905500" cy="381000"/>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Less repetitive closing work</a:t>
            </a:r>
          </a:p>
        </p:txBody>
      </p:sp>
      <p:sp>
        <p:nvSpPr>
          <p:cNvPr id="17" name="A02-detail-9">
            <a:extLst>
              <a:ext uri="{FF2B5EF4-FFF2-40B4-BE49-F238E27FC236}">
                <a16:creationId xmlns:a16="http://schemas.microsoft.com/office/drawing/2014/main" id="{6BB2483A-D8EC-470B-9CD3-842DB17DB6D1}"/>
              </a:ext>
            </a:extLst>
          </p:cNvPr>
          <p:cNvSpPr>
            <a:spLocks noGrp="1"/>
          </p:cNvSpPr>
          <p:nvPr/>
        </p:nvSpPr>
        <p:spPr>
          <a:xfrm>
            <a:off x="1257300" y="4000500"/>
            <a:ext cx="5905500" cy="504825"/>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Connect pricing, copy, review and collection.</a:t>
            </a:r>
          </a:p>
        </p:txBody>
      </p:sp>
      <p:sp>
        <p:nvSpPr>
          <p:cNvPr id="18" name="A02-assumption-10">
            <a:extLst>
              <a:ext uri="{FF2B5EF4-FFF2-40B4-BE49-F238E27FC236}">
                <a16:creationId xmlns:a16="http://schemas.microsoft.com/office/drawing/2014/main" id="{5A839155-F8E3-499D-9460-C5132CA706A8}"/>
              </a:ext>
            </a:extLst>
          </p:cNvPr>
          <p:cNvSpPr>
            <a:spLocks noGrp="1"/>
          </p:cNvSpPr>
          <p:nvPr/>
        </p:nvSpPr>
        <p:spPr>
          <a:xfrm>
            <a:off x="7620000" y="3543300"/>
            <a:ext cx="4114800" cy="381000"/>
          </a:xfrm>
          <a:prstGeom prst="rect">
            <a:avLst/>
          </a:prstGeom>
          <a:noFill/>
          <a:ln w="0">
            <a:noFill/>
            <a:prstDash val="solid"/>
          </a:ln>
        </p:spPr>
        <p:txBody>
          <a:bodyPr wrap="square" lIns="0" tIns="0" rIns="0" bIns="0" anchor="t">
            <a:noAutofit/>
          </a:bodyPr>
          <a:lstStyle>
            <a:defPPr algn="l">
              <a:defRPr sz="1875" b="1">
                <a:solidFill>
                  <a:srgbClr val="598C6C"/>
                </a:solidFill>
                <a:latin typeface="Arial"/>
                <a:ea typeface="Arial"/>
                <a:cs typeface="Arial"/>
              </a:defRPr>
            </a:defPPr>
            <a:lvl1pPr algn="l">
              <a:defRPr sz="1875" b="1">
                <a:solidFill>
                  <a:srgbClr val="598C6C"/>
                </a:solidFill>
                <a:latin typeface="Arial"/>
                <a:ea typeface="Arial"/>
                <a:cs typeface="Arial"/>
              </a:defRPr>
            </a:lvl1pPr>
            <a:lvl2pPr algn="l">
              <a:defRPr sz="1875" b="1">
                <a:solidFill>
                  <a:srgbClr val="598C6C"/>
                </a:solidFill>
                <a:latin typeface="Arial"/>
                <a:ea typeface="Arial"/>
                <a:cs typeface="Arial"/>
              </a:defRPr>
            </a:lvl2pPr>
            <a:lvl3pPr algn="l">
              <a:defRPr sz="1875" b="1">
                <a:solidFill>
                  <a:srgbClr val="598C6C"/>
                </a:solidFill>
                <a:latin typeface="Arial"/>
                <a:ea typeface="Arial"/>
                <a:cs typeface="Arial"/>
              </a:defRPr>
            </a:lvl3pPr>
            <a:lvl4pPr algn="l">
              <a:defRPr sz="1875" b="1">
                <a:solidFill>
                  <a:srgbClr val="598C6C"/>
                </a:solidFill>
                <a:latin typeface="Arial"/>
                <a:ea typeface="Arial"/>
                <a:cs typeface="Arial"/>
              </a:defRPr>
            </a:lvl4pPr>
            <a:lvl5pPr algn="l">
              <a:defRPr sz="1875" b="1">
                <a:solidFill>
                  <a:srgbClr val="598C6C"/>
                </a:solidFill>
                <a:latin typeface="Arial"/>
                <a:ea typeface="Arial"/>
                <a:cs typeface="Arial"/>
              </a:defRPr>
            </a:lvl5pPr>
            <a:lvl6pPr algn="l">
              <a:defRPr sz="1875" b="1">
                <a:solidFill>
                  <a:srgbClr val="598C6C"/>
                </a:solidFill>
                <a:latin typeface="Arial"/>
                <a:ea typeface="Arial"/>
                <a:cs typeface="Arial"/>
              </a:defRPr>
            </a:lvl6pPr>
            <a:lvl7pPr algn="l">
              <a:defRPr sz="1875" b="1">
                <a:solidFill>
                  <a:srgbClr val="598C6C"/>
                </a:solidFill>
                <a:latin typeface="Arial"/>
                <a:ea typeface="Arial"/>
                <a:cs typeface="Arial"/>
              </a:defRPr>
            </a:lvl7pPr>
            <a:lvl8pPr algn="l">
              <a:defRPr sz="1875" b="1">
                <a:solidFill>
                  <a:srgbClr val="598C6C"/>
                </a:solidFill>
                <a:latin typeface="Arial"/>
                <a:ea typeface="Arial"/>
                <a:cs typeface="Arial"/>
              </a:defRPr>
            </a:lvl8pPr>
            <a:lvl9pPr algn="l">
              <a:defRPr sz="1875" b="1">
                <a:solidFill>
                  <a:srgbClr val="598C6C"/>
                </a:solidFill>
                <a:latin typeface="Arial"/>
                <a:ea typeface="Arial"/>
                <a:cs typeface="Arial"/>
              </a:defRPr>
            </a:lvl9pPr>
          </a:lstStyle>
          <a:p>
            <a:pPr algn="l">
              <a:defRPr sz="1875" b="1">
                <a:solidFill>
                  <a:srgbClr val="598C6C"/>
                </a:solidFill>
                <a:latin typeface="Arial"/>
                <a:ea typeface="Arial"/>
                <a:cs typeface="Arial"/>
              </a:defRPr>
            </a:pPr>
            <a:r>
              <a:rPr sz="1875" b="1">
                <a:solidFill>
                  <a:srgbClr val="598C6C"/>
                </a:solidFill>
                <a:latin typeface="Arial"/>
                <a:ea typeface="Arial"/>
                <a:cs typeface="Arial"/>
              </a:rPr>
              <a:t>Will staff adopt the workflow?</a:t>
            </a:r>
          </a:p>
        </p:txBody>
      </p:sp>
      <p:sp>
        <p:nvSpPr>
          <p:cNvPr id="19" name="A02-validation-11">
            <a:extLst>
              <a:ext uri="{FF2B5EF4-FFF2-40B4-BE49-F238E27FC236}">
                <a16:creationId xmlns:a16="http://schemas.microsoft.com/office/drawing/2014/main" id="{D30BE2E2-CB07-4271-B02B-7C3D83610268}"/>
              </a:ext>
            </a:extLst>
          </p:cNvPr>
          <p:cNvSpPr>
            <a:spLocks noGrp="1"/>
          </p:cNvSpPr>
          <p:nvPr/>
        </p:nvSpPr>
        <p:spPr>
          <a:xfrm>
            <a:off x="7620000" y="4000500"/>
            <a:ext cx="4114800" cy="561975"/>
          </a:xfrm>
          <a:prstGeom prst="rect">
            <a:avLst/>
          </a:prstGeom>
          <a:noFill/>
          <a:ln w="0">
            <a:noFill/>
            <a:prstDash val="solid"/>
          </a:ln>
        </p:spPr>
        <p:txBody>
          <a:bodyPr wrap="square" lIns="0" tIns="0" rIns="0" bIns="0" anchor="t">
            <a:noAutofit/>
          </a:bodyPr>
          <a:lstStyle>
            <a:defPPr algn="l">
              <a:defRPr sz="1650" b="0">
                <a:solidFill>
                  <a:srgbClr val="586958"/>
                </a:solidFill>
                <a:latin typeface="Arial"/>
                <a:ea typeface="Arial"/>
                <a:cs typeface="Arial"/>
              </a:defRPr>
            </a:defPPr>
            <a:lvl1pPr algn="l">
              <a:defRPr sz="1650" b="0">
                <a:solidFill>
                  <a:srgbClr val="586958"/>
                </a:solidFill>
                <a:latin typeface="Arial"/>
                <a:ea typeface="Arial"/>
                <a:cs typeface="Arial"/>
              </a:defRPr>
            </a:lvl1pPr>
            <a:lvl2pPr algn="l">
              <a:defRPr sz="1650" b="0">
                <a:solidFill>
                  <a:srgbClr val="586958"/>
                </a:solidFill>
                <a:latin typeface="Arial"/>
                <a:ea typeface="Arial"/>
                <a:cs typeface="Arial"/>
              </a:defRPr>
            </a:lvl2pPr>
            <a:lvl3pPr algn="l">
              <a:defRPr sz="1650" b="0">
                <a:solidFill>
                  <a:srgbClr val="586958"/>
                </a:solidFill>
                <a:latin typeface="Arial"/>
                <a:ea typeface="Arial"/>
                <a:cs typeface="Arial"/>
              </a:defRPr>
            </a:lvl3pPr>
            <a:lvl4pPr algn="l">
              <a:defRPr sz="1650" b="0">
                <a:solidFill>
                  <a:srgbClr val="586958"/>
                </a:solidFill>
                <a:latin typeface="Arial"/>
                <a:ea typeface="Arial"/>
                <a:cs typeface="Arial"/>
              </a:defRPr>
            </a:lvl4pPr>
            <a:lvl5pPr algn="l">
              <a:defRPr sz="1650" b="0">
                <a:solidFill>
                  <a:srgbClr val="586958"/>
                </a:solidFill>
                <a:latin typeface="Arial"/>
                <a:ea typeface="Arial"/>
                <a:cs typeface="Arial"/>
              </a:defRPr>
            </a:lvl5pPr>
            <a:lvl6pPr algn="l">
              <a:defRPr sz="1650" b="0">
                <a:solidFill>
                  <a:srgbClr val="586958"/>
                </a:solidFill>
                <a:latin typeface="Arial"/>
                <a:ea typeface="Arial"/>
                <a:cs typeface="Arial"/>
              </a:defRPr>
            </a:lvl6pPr>
            <a:lvl7pPr algn="l">
              <a:defRPr sz="1650" b="0">
                <a:solidFill>
                  <a:srgbClr val="586958"/>
                </a:solidFill>
                <a:latin typeface="Arial"/>
                <a:ea typeface="Arial"/>
                <a:cs typeface="Arial"/>
              </a:defRPr>
            </a:lvl7pPr>
            <a:lvl8pPr algn="l">
              <a:defRPr sz="1650" b="0">
                <a:solidFill>
                  <a:srgbClr val="586958"/>
                </a:solidFill>
                <a:latin typeface="Arial"/>
                <a:ea typeface="Arial"/>
                <a:cs typeface="Arial"/>
              </a:defRPr>
            </a:lvl8pPr>
            <a:lvl9pPr algn="l">
              <a:defRPr sz="1650" b="0">
                <a:solidFill>
                  <a:srgbClr val="586958"/>
                </a:solidFill>
                <a:latin typeface="Arial"/>
                <a:ea typeface="Arial"/>
                <a:cs typeface="Arial"/>
              </a:defRPr>
            </a:lvl9pPr>
          </a:lstStyle>
          <a:p>
            <a:pPr algn="l">
              <a:defRPr sz="1650" b="0">
                <a:solidFill>
                  <a:srgbClr val="586958"/>
                </a:solidFill>
                <a:latin typeface="Arial"/>
                <a:ea typeface="Arial"/>
                <a:cs typeface="Arial"/>
              </a:defRPr>
            </a:pPr>
            <a:r>
              <a:rPr sz="1650" b="0">
                <a:solidFill>
                  <a:srgbClr val="586958"/>
                </a:solidFill>
                <a:latin typeface="Arial"/>
                <a:ea typeface="Arial"/>
                <a:cs typeface="Arial"/>
              </a:rPr>
              <a:t>Time the routine and record repeated use.</a:t>
            </a:r>
          </a:p>
        </p:txBody>
      </p:sp>
      <p:sp>
        <p:nvSpPr>
          <p:cNvPr id="20" name="矩形 19">
            <a:extLst>
              <a:ext uri="{FF2B5EF4-FFF2-40B4-BE49-F238E27FC236}">
                <a16:creationId xmlns:a16="http://schemas.microsoft.com/office/drawing/2014/main" id="{A0021147-79B8-47DF-9A55-D99E6B5BB529}"/>
              </a:ext>
            </a:extLst>
          </p:cNvPr>
          <p:cNvSpPr>
            <a:spLocks noGrp="1"/>
          </p:cNvSpPr>
          <p:nvPr/>
        </p:nvSpPr>
        <p:spPr>
          <a:xfrm>
            <a:off x="457200" y="4514850"/>
            <a:ext cx="11277600" cy="9525"/>
          </a:xfrm>
          <a:prstGeom prst="rect">
            <a:avLst/>
          </a:prstGeom>
          <a:solidFill>
            <a:srgbClr val="B7BA9A"/>
          </a:solidFill>
          <a:ln w="0">
            <a:noFill/>
            <a:prstDash val="solid"/>
          </a:ln>
        </p:spPr>
      </p:sp>
      <p:sp>
        <p:nvSpPr>
          <p:cNvPr id="21" name="A03-number-12">
            <a:extLst>
              <a:ext uri="{FF2B5EF4-FFF2-40B4-BE49-F238E27FC236}">
                <a16:creationId xmlns:a16="http://schemas.microsoft.com/office/drawing/2014/main" id="{E3DF07C9-8E23-49EB-AED1-8B0F9DCADEA4}"/>
              </a:ext>
            </a:extLst>
          </p:cNvPr>
          <p:cNvSpPr>
            <a:spLocks noGrp="1"/>
          </p:cNvSpPr>
          <p:nvPr/>
        </p:nvSpPr>
        <p:spPr>
          <a:xfrm>
            <a:off x="457200" y="4686300"/>
            <a:ext cx="609600" cy="428625"/>
          </a:xfrm>
          <a:prstGeom prst="rect">
            <a:avLst/>
          </a:prstGeom>
          <a:noFill/>
          <a:ln w="0">
            <a:noFill/>
            <a:prstDash val="solid"/>
          </a:ln>
        </p:spPr>
        <p:txBody>
          <a:bodyPr wrap="square" lIns="0" tIns="0" rIns="0" bIns="0" anchor="t">
            <a:noAutofit/>
          </a:bodyPr>
          <a:lstStyle>
            <a:defPPr algn="l">
              <a:defRPr sz="2400" b="1">
                <a:solidFill>
                  <a:srgbClr val="B57906"/>
                </a:solidFill>
                <a:latin typeface="Arial"/>
                <a:ea typeface="Arial"/>
                <a:cs typeface="Arial"/>
              </a:defRPr>
            </a:defPPr>
            <a:lvl1pPr algn="l">
              <a:defRPr sz="2400" b="1">
                <a:solidFill>
                  <a:srgbClr val="B57906"/>
                </a:solidFill>
                <a:latin typeface="Arial"/>
                <a:ea typeface="Arial"/>
                <a:cs typeface="Arial"/>
              </a:defRPr>
            </a:lvl1pPr>
            <a:lvl2pPr algn="l">
              <a:defRPr sz="2400" b="1">
                <a:solidFill>
                  <a:srgbClr val="B57906"/>
                </a:solidFill>
                <a:latin typeface="Arial"/>
                <a:ea typeface="Arial"/>
                <a:cs typeface="Arial"/>
              </a:defRPr>
            </a:lvl2pPr>
            <a:lvl3pPr algn="l">
              <a:defRPr sz="2400" b="1">
                <a:solidFill>
                  <a:srgbClr val="B57906"/>
                </a:solidFill>
                <a:latin typeface="Arial"/>
                <a:ea typeface="Arial"/>
                <a:cs typeface="Arial"/>
              </a:defRPr>
            </a:lvl3pPr>
            <a:lvl4pPr algn="l">
              <a:defRPr sz="2400" b="1">
                <a:solidFill>
                  <a:srgbClr val="B57906"/>
                </a:solidFill>
                <a:latin typeface="Arial"/>
                <a:ea typeface="Arial"/>
                <a:cs typeface="Arial"/>
              </a:defRPr>
            </a:lvl4pPr>
            <a:lvl5pPr algn="l">
              <a:defRPr sz="2400" b="1">
                <a:solidFill>
                  <a:srgbClr val="B57906"/>
                </a:solidFill>
                <a:latin typeface="Arial"/>
                <a:ea typeface="Arial"/>
                <a:cs typeface="Arial"/>
              </a:defRPr>
            </a:lvl5pPr>
            <a:lvl6pPr algn="l">
              <a:defRPr sz="2400" b="1">
                <a:solidFill>
                  <a:srgbClr val="B57906"/>
                </a:solidFill>
                <a:latin typeface="Arial"/>
                <a:ea typeface="Arial"/>
                <a:cs typeface="Arial"/>
              </a:defRPr>
            </a:lvl6pPr>
            <a:lvl7pPr algn="l">
              <a:defRPr sz="2400" b="1">
                <a:solidFill>
                  <a:srgbClr val="B57906"/>
                </a:solidFill>
                <a:latin typeface="Arial"/>
                <a:ea typeface="Arial"/>
                <a:cs typeface="Arial"/>
              </a:defRPr>
            </a:lvl7pPr>
            <a:lvl8pPr algn="l">
              <a:defRPr sz="2400" b="1">
                <a:solidFill>
                  <a:srgbClr val="B57906"/>
                </a:solidFill>
                <a:latin typeface="Arial"/>
                <a:ea typeface="Arial"/>
                <a:cs typeface="Arial"/>
              </a:defRPr>
            </a:lvl8pPr>
            <a:lvl9pPr algn="l">
              <a:defRPr sz="2400" b="1">
                <a:solidFill>
                  <a:srgbClr val="B57906"/>
                </a:solidFill>
                <a:latin typeface="Arial"/>
                <a:ea typeface="Arial"/>
                <a:cs typeface="Arial"/>
              </a:defRPr>
            </a:lvl9pPr>
          </a:lstStyle>
          <a:p>
            <a:pPr algn="l">
              <a:defRPr sz="2400" b="1">
                <a:solidFill>
                  <a:srgbClr val="B57906"/>
                </a:solidFill>
                <a:latin typeface="Arial"/>
                <a:ea typeface="Arial"/>
                <a:cs typeface="Arial"/>
              </a:defRPr>
            </a:pPr>
            <a:r>
              <a:rPr sz="2400" b="1">
                <a:solidFill>
                  <a:srgbClr val="B57906"/>
                </a:solidFill>
                <a:latin typeface="Arial"/>
                <a:ea typeface="Arial"/>
                <a:cs typeface="Arial"/>
              </a:rPr>
              <a:t>03</a:t>
            </a:r>
          </a:p>
        </p:txBody>
      </p:sp>
      <p:sp>
        <p:nvSpPr>
          <p:cNvPr id="22" name="A03-need-13">
            <a:extLst>
              <a:ext uri="{FF2B5EF4-FFF2-40B4-BE49-F238E27FC236}">
                <a16:creationId xmlns:a16="http://schemas.microsoft.com/office/drawing/2014/main" id="{414C7F64-5240-4244-8C15-D8B128D9B19B}"/>
              </a:ext>
            </a:extLst>
          </p:cNvPr>
          <p:cNvSpPr>
            <a:spLocks noGrp="1"/>
          </p:cNvSpPr>
          <p:nvPr/>
        </p:nvSpPr>
        <p:spPr>
          <a:xfrm>
            <a:off x="1257300" y="4686300"/>
            <a:ext cx="5905500" cy="381000"/>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More predictable recovery income</a:t>
            </a:r>
          </a:p>
        </p:txBody>
      </p:sp>
      <p:sp>
        <p:nvSpPr>
          <p:cNvPr id="23" name="A03-detail-14">
            <a:extLst>
              <a:ext uri="{FF2B5EF4-FFF2-40B4-BE49-F238E27FC236}">
                <a16:creationId xmlns:a16="http://schemas.microsoft.com/office/drawing/2014/main" id="{117E7FF2-0648-4DB3-8ECF-A7F403C11495}"/>
              </a:ext>
            </a:extLst>
          </p:cNvPr>
          <p:cNvSpPr>
            <a:spLocks noGrp="1"/>
          </p:cNvSpPr>
          <p:nvPr/>
        </p:nvSpPr>
        <p:spPr>
          <a:xfrm>
            <a:off x="1257300" y="5143500"/>
            <a:ext cx="5905500" cy="504825"/>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Track average recovery and low-revenue days.</a:t>
            </a:r>
          </a:p>
        </p:txBody>
      </p:sp>
      <p:sp>
        <p:nvSpPr>
          <p:cNvPr id="24" name="A03-assumption-15">
            <a:extLst>
              <a:ext uri="{FF2B5EF4-FFF2-40B4-BE49-F238E27FC236}">
                <a16:creationId xmlns:a16="http://schemas.microsoft.com/office/drawing/2014/main" id="{2629A658-CFA0-4E76-8B6E-3670E75AA9A7}"/>
              </a:ext>
            </a:extLst>
          </p:cNvPr>
          <p:cNvSpPr>
            <a:spLocks noGrp="1"/>
          </p:cNvSpPr>
          <p:nvPr/>
        </p:nvSpPr>
        <p:spPr>
          <a:xfrm>
            <a:off x="7620000" y="4686300"/>
            <a:ext cx="4114800" cy="381000"/>
          </a:xfrm>
          <a:prstGeom prst="rect">
            <a:avLst/>
          </a:prstGeom>
          <a:noFill/>
          <a:ln w="0">
            <a:noFill/>
            <a:prstDash val="solid"/>
          </a:ln>
        </p:spPr>
        <p:txBody>
          <a:bodyPr wrap="square" lIns="0" tIns="0" rIns="0" bIns="0" anchor="t">
            <a:noAutofit/>
          </a:bodyPr>
          <a:lstStyle>
            <a:defPPr algn="l">
              <a:defRPr sz="1875" b="1">
                <a:solidFill>
                  <a:srgbClr val="598C6C"/>
                </a:solidFill>
                <a:latin typeface="Arial"/>
                <a:ea typeface="Arial"/>
                <a:cs typeface="Arial"/>
              </a:defRPr>
            </a:defPPr>
            <a:lvl1pPr algn="l">
              <a:defRPr sz="1875" b="1">
                <a:solidFill>
                  <a:srgbClr val="598C6C"/>
                </a:solidFill>
                <a:latin typeface="Arial"/>
                <a:ea typeface="Arial"/>
                <a:cs typeface="Arial"/>
              </a:defRPr>
            </a:lvl1pPr>
            <a:lvl2pPr algn="l">
              <a:defRPr sz="1875" b="1">
                <a:solidFill>
                  <a:srgbClr val="598C6C"/>
                </a:solidFill>
                <a:latin typeface="Arial"/>
                <a:ea typeface="Arial"/>
                <a:cs typeface="Arial"/>
              </a:defRPr>
            </a:lvl2pPr>
            <a:lvl3pPr algn="l">
              <a:defRPr sz="1875" b="1">
                <a:solidFill>
                  <a:srgbClr val="598C6C"/>
                </a:solidFill>
                <a:latin typeface="Arial"/>
                <a:ea typeface="Arial"/>
                <a:cs typeface="Arial"/>
              </a:defRPr>
            </a:lvl3pPr>
            <a:lvl4pPr algn="l">
              <a:defRPr sz="1875" b="1">
                <a:solidFill>
                  <a:srgbClr val="598C6C"/>
                </a:solidFill>
                <a:latin typeface="Arial"/>
                <a:ea typeface="Arial"/>
                <a:cs typeface="Arial"/>
              </a:defRPr>
            </a:lvl4pPr>
            <a:lvl5pPr algn="l">
              <a:defRPr sz="1875" b="1">
                <a:solidFill>
                  <a:srgbClr val="598C6C"/>
                </a:solidFill>
                <a:latin typeface="Arial"/>
                <a:ea typeface="Arial"/>
                <a:cs typeface="Arial"/>
              </a:defRPr>
            </a:lvl5pPr>
            <a:lvl6pPr algn="l">
              <a:defRPr sz="1875" b="1">
                <a:solidFill>
                  <a:srgbClr val="598C6C"/>
                </a:solidFill>
                <a:latin typeface="Arial"/>
                <a:ea typeface="Arial"/>
                <a:cs typeface="Arial"/>
              </a:defRPr>
            </a:lvl6pPr>
            <a:lvl7pPr algn="l">
              <a:defRPr sz="1875" b="1">
                <a:solidFill>
                  <a:srgbClr val="598C6C"/>
                </a:solidFill>
                <a:latin typeface="Arial"/>
                <a:ea typeface="Arial"/>
                <a:cs typeface="Arial"/>
              </a:defRPr>
            </a:lvl7pPr>
            <a:lvl8pPr algn="l">
              <a:defRPr sz="1875" b="1">
                <a:solidFill>
                  <a:srgbClr val="598C6C"/>
                </a:solidFill>
                <a:latin typeface="Arial"/>
                <a:ea typeface="Arial"/>
                <a:cs typeface="Arial"/>
              </a:defRPr>
            </a:lvl8pPr>
            <a:lvl9pPr algn="l">
              <a:defRPr sz="1875" b="1">
                <a:solidFill>
                  <a:srgbClr val="598C6C"/>
                </a:solidFill>
                <a:latin typeface="Arial"/>
                <a:ea typeface="Arial"/>
                <a:cs typeface="Arial"/>
              </a:defRPr>
            </a:lvl9pPr>
          </a:lstStyle>
          <a:p>
            <a:pPr algn="l">
              <a:defRPr sz="1875" b="1">
                <a:solidFill>
                  <a:srgbClr val="598C6C"/>
                </a:solidFill>
                <a:latin typeface="Arial"/>
                <a:ea typeface="Arial"/>
                <a:cs typeface="Arial"/>
              </a:defRPr>
            </a:pPr>
            <a:r>
              <a:rPr sz="1875" b="1">
                <a:solidFill>
                  <a:srgbClr val="598C6C"/>
                </a:solidFill>
                <a:latin typeface="Arial"/>
                <a:ea typeface="Arial"/>
                <a:cs typeface="Arial"/>
              </a:rPr>
              <a:t>Does value exceed added cost?</a:t>
            </a:r>
          </a:p>
        </p:txBody>
      </p:sp>
      <p:sp>
        <p:nvSpPr>
          <p:cNvPr id="25" name="A03-validation-16">
            <a:extLst>
              <a:ext uri="{FF2B5EF4-FFF2-40B4-BE49-F238E27FC236}">
                <a16:creationId xmlns:a16="http://schemas.microsoft.com/office/drawing/2014/main" id="{1AD35802-E351-4AE5-AC34-5620E0177260}"/>
              </a:ext>
            </a:extLst>
          </p:cNvPr>
          <p:cNvSpPr>
            <a:spLocks noGrp="1"/>
          </p:cNvSpPr>
          <p:nvPr/>
        </p:nvSpPr>
        <p:spPr>
          <a:xfrm>
            <a:off x="7620000" y="5143500"/>
            <a:ext cx="4114800" cy="561975"/>
          </a:xfrm>
          <a:prstGeom prst="rect">
            <a:avLst/>
          </a:prstGeom>
          <a:noFill/>
          <a:ln w="0">
            <a:noFill/>
            <a:prstDash val="solid"/>
          </a:ln>
        </p:spPr>
        <p:txBody>
          <a:bodyPr wrap="square" lIns="0" tIns="0" rIns="0" bIns="0" anchor="t">
            <a:noAutofit/>
          </a:bodyPr>
          <a:lstStyle>
            <a:defPPr algn="l">
              <a:defRPr sz="1650" b="0">
                <a:solidFill>
                  <a:srgbClr val="586958"/>
                </a:solidFill>
                <a:latin typeface="Arial"/>
                <a:ea typeface="Arial"/>
                <a:cs typeface="Arial"/>
              </a:defRPr>
            </a:defPPr>
            <a:lvl1pPr algn="l">
              <a:defRPr sz="1650" b="0">
                <a:solidFill>
                  <a:srgbClr val="586958"/>
                </a:solidFill>
                <a:latin typeface="Arial"/>
                <a:ea typeface="Arial"/>
                <a:cs typeface="Arial"/>
              </a:defRPr>
            </a:lvl1pPr>
            <a:lvl2pPr algn="l">
              <a:defRPr sz="1650" b="0">
                <a:solidFill>
                  <a:srgbClr val="586958"/>
                </a:solidFill>
                <a:latin typeface="Arial"/>
                <a:ea typeface="Arial"/>
                <a:cs typeface="Arial"/>
              </a:defRPr>
            </a:lvl2pPr>
            <a:lvl3pPr algn="l">
              <a:defRPr sz="1650" b="0">
                <a:solidFill>
                  <a:srgbClr val="586958"/>
                </a:solidFill>
                <a:latin typeface="Arial"/>
                <a:ea typeface="Arial"/>
                <a:cs typeface="Arial"/>
              </a:defRPr>
            </a:lvl3pPr>
            <a:lvl4pPr algn="l">
              <a:defRPr sz="1650" b="0">
                <a:solidFill>
                  <a:srgbClr val="586958"/>
                </a:solidFill>
                <a:latin typeface="Arial"/>
                <a:ea typeface="Arial"/>
                <a:cs typeface="Arial"/>
              </a:defRPr>
            </a:lvl4pPr>
            <a:lvl5pPr algn="l">
              <a:defRPr sz="1650" b="0">
                <a:solidFill>
                  <a:srgbClr val="586958"/>
                </a:solidFill>
                <a:latin typeface="Arial"/>
                <a:ea typeface="Arial"/>
                <a:cs typeface="Arial"/>
              </a:defRPr>
            </a:lvl5pPr>
            <a:lvl6pPr algn="l">
              <a:defRPr sz="1650" b="0">
                <a:solidFill>
                  <a:srgbClr val="586958"/>
                </a:solidFill>
                <a:latin typeface="Arial"/>
                <a:ea typeface="Arial"/>
                <a:cs typeface="Arial"/>
              </a:defRPr>
            </a:lvl6pPr>
            <a:lvl7pPr algn="l">
              <a:defRPr sz="1650" b="0">
                <a:solidFill>
                  <a:srgbClr val="586958"/>
                </a:solidFill>
                <a:latin typeface="Arial"/>
                <a:ea typeface="Arial"/>
                <a:cs typeface="Arial"/>
              </a:defRPr>
            </a:lvl7pPr>
            <a:lvl8pPr algn="l">
              <a:defRPr sz="1650" b="0">
                <a:solidFill>
                  <a:srgbClr val="586958"/>
                </a:solidFill>
                <a:latin typeface="Arial"/>
                <a:ea typeface="Arial"/>
                <a:cs typeface="Arial"/>
              </a:defRPr>
            </a:lvl8pPr>
            <a:lvl9pPr algn="l">
              <a:defRPr sz="1650" b="0">
                <a:solidFill>
                  <a:srgbClr val="586958"/>
                </a:solidFill>
                <a:latin typeface="Arial"/>
                <a:ea typeface="Arial"/>
                <a:cs typeface="Arial"/>
              </a:defRPr>
            </a:lvl9pPr>
          </a:lstStyle>
          <a:p>
            <a:pPr algn="l">
              <a:defRPr sz="1650" b="0">
                <a:solidFill>
                  <a:srgbClr val="586958"/>
                </a:solidFill>
                <a:latin typeface="Arial"/>
                <a:ea typeface="Arial"/>
                <a:cs typeface="Arial"/>
              </a:defRPr>
            </a:pPr>
            <a:r>
              <a:rPr sz="1650" b="0">
                <a:solidFill>
                  <a:srgbClr val="586958"/>
                </a:solidFill>
                <a:latin typeface="Arial"/>
                <a:ea typeface="Arial"/>
                <a:cs typeface="Arial"/>
              </a:rPr>
              <a:t>Compare batch balances, fees and staff effort.</a:t>
            </a:r>
          </a:p>
        </p:txBody>
      </p:sp>
    </p:spTree>
    <p:extLst>
      <p:ext uri="{BB962C8B-B14F-4D97-AF65-F5344CB8AC3E}">
        <p14:creationId xmlns:p14="http://schemas.microsoft.com/office/powerpoint/2010/main" val="1242198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3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3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3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3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3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3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3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3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3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3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3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3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3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3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5" grpId="0"/>
      <p:bldP spid="16" grpId="0"/>
      <p:bldP spid="17" grpId="0"/>
      <p:bldP spid="18" grpId="0"/>
      <p:bldP spid="19" grpId="0"/>
      <p:bldP spid="21" grpId="0"/>
      <p:bldP spid="22" grpId="0"/>
      <p:bldP spid="23" grpId="0"/>
      <p:bldP spid="24" grpId="0"/>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1CE37AE0-F9B7-416F-85D2-EADF7A4D03F0}"/>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7B368ECE-D4E4-4EC4-906C-92D13863DA34}"/>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Five steps, with owner control</a:t>
            </a:r>
          </a:p>
        </p:txBody>
      </p:sp>
      <p:sp>
        <p:nvSpPr>
          <p:cNvPr id="3" name="矩形 2">
            <a:extLst>
              <a:ext uri="{FF2B5EF4-FFF2-40B4-BE49-F238E27FC236}">
                <a16:creationId xmlns:a16="http://schemas.microsoft.com/office/drawing/2014/main" id="{9E6F075B-75D6-444E-BD4F-D42888A7DE13}"/>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Local rules and records / approval and WhatsApp remain page simulations</a:t>
            </a:r>
          </a:p>
        </p:txBody>
      </p:sp>
      <p:sp>
        <p:nvSpPr>
          <p:cNvPr id="4" name="矩形 3">
            <a:extLst>
              <a:ext uri="{FF2B5EF4-FFF2-40B4-BE49-F238E27FC236}">
                <a16:creationId xmlns:a16="http://schemas.microsoft.com/office/drawing/2014/main" id="{876FA3A6-A5BE-4190-8C65-5E80E2C12FD3}"/>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1AE4BF53-1CB3-4B38-AF81-7B05E6809C20}"/>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24DD220C-22DE-4702-89EE-02F61B37B48C}"/>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05 / 32</a:t>
            </a:r>
          </a:p>
        </p:txBody>
      </p:sp>
      <p:pic>
        <p:nvPicPr>
          <p:cNvPr id="7" name="图片 6">
            <a:extLst>
              <a:ext uri="{FF2B5EF4-FFF2-40B4-BE49-F238E27FC236}">
                <a16:creationId xmlns:a16="http://schemas.microsoft.com/office/drawing/2014/main" id="{3D3A1154-31AE-494E-8E6D-19CC55DB5E72}"/>
              </a:ext>
            </a:extLst>
          </p:cNvPr>
          <p:cNvPicPr>
            <a:picLocks noChangeAspect="1"/>
          </p:cNvPicPr>
          <p:nvPr/>
        </p:nvPicPr>
        <p:blipFill>
          <a:blip r:embed="rId4"/>
          <a:stretch/>
        </p:blipFill>
        <p:spPr>
          <a:xfrm>
            <a:off x="809625" y="1972805"/>
            <a:ext cx="1428750" cy="1388390"/>
          </a:xfrm>
          <a:prstGeom prst="rect">
            <a:avLst/>
          </a:prstGeom>
        </p:spPr>
      </p:pic>
      <p:sp>
        <p:nvSpPr>
          <p:cNvPr id="8" name="A01-label-17">
            <a:extLst>
              <a:ext uri="{FF2B5EF4-FFF2-40B4-BE49-F238E27FC236}">
                <a16:creationId xmlns:a16="http://schemas.microsoft.com/office/drawing/2014/main" id="{E9D68FCA-7850-44F1-BA44-3B1280BADC9A}"/>
              </a:ext>
            </a:extLst>
          </p:cNvPr>
          <p:cNvSpPr>
            <a:spLocks noGrp="1"/>
          </p:cNvSpPr>
          <p:nvPr/>
        </p:nvSpPr>
        <p:spPr>
          <a:xfrm>
            <a:off x="457200" y="3705225"/>
            <a:ext cx="2124075" cy="628650"/>
          </a:xfrm>
          <a:prstGeom prst="rect">
            <a:avLst/>
          </a:prstGeom>
          <a:noFill/>
          <a:ln w="0">
            <a:noFill/>
            <a:prstDash val="solid"/>
          </a:ln>
        </p:spPr>
        <p:txBody>
          <a:bodyPr wrap="square" lIns="0" tIns="0" rIns="0" bIns="0" anchor="t">
            <a:noAutofit/>
          </a:bodyPr>
          <a:lstStyle>
            <a:defPPr algn="ctr">
              <a:defRPr sz="2025" b="1">
                <a:solidFill>
                  <a:srgbClr val="163B2A"/>
                </a:solidFill>
                <a:latin typeface="Arial"/>
                <a:ea typeface="Arial"/>
                <a:cs typeface="Arial"/>
              </a:defRPr>
            </a:defPPr>
            <a:lvl1pPr algn="ctr">
              <a:defRPr sz="2025" b="1">
                <a:solidFill>
                  <a:srgbClr val="163B2A"/>
                </a:solidFill>
                <a:latin typeface="Arial"/>
                <a:ea typeface="Arial"/>
                <a:cs typeface="Arial"/>
              </a:defRPr>
            </a:lvl1pPr>
            <a:lvl2pPr algn="ctr">
              <a:defRPr sz="2025" b="1">
                <a:solidFill>
                  <a:srgbClr val="163B2A"/>
                </a:solidFill>
                <a:latin typeface="Arial"/>
                <a:ea typeface="Arial"/>
                <a:cs typeface="Arial"/>
              </a:defRPr>
            </a:lvl2pPr>
            <a:lvl3pPr algn="ctr">
              <a:defRPr sz="2025" b="1">
                <a:solidFill>
                  <a:srgbClr val="163B2A"/>
                </a:solidFill>
                <a:latin typeface="Arial"/>
                <a:ea typeface="Arial"/>
                <a:cs typeface="Arial"/>
              </a:defRPr>
            </a:lvl3pPr>
            <a:lvl4pPr algn="ctr">
              <a:defRPr sz="2025" b="1">
                <a:solidFill>
                  <a:srgbClr val="163B2A"/>
                </a:solidFill>
                <a:latin typeface="Arial"/>
                <a:ea typeface="Arial"/>
                <a:cs typeface="Arial"/>
              </a:defRPr>
            </a:lvl4pPr>
            <a:lvl5pPr algn="ctr">
              <a:defRPr sz="2025" b="1">
                <a:solidFill>
                  <a:srgbClr val="163B2A"/>
                </a:solidFill>
                <a:latin typeface="Arial"/>
                <a:ea typeface="Arial"/>
                <a:cs typeface="Arial"/>
              </a:defRPr>
            </a:lvl5pPr>
            <a:lvl6pPr algn="ctr">
              <a:defRPr sz="2025" b="1">
                <a:solidFill>
                  <a:srgbClr val="163B2A"/>
                </a:solidFill>
                <a:latin typeface="Arial"/>
                <a:ea typeface="Arial"/>
                <a:cs typeface="Arial"/>
              </a:defRPr>
            </a:lvl6pPr>
            <a:lvl7pPr algn="ctr">
              <a:defRPr sz="2025" b="1">
                <a:solidFill>
                  <a:srgbClr val="163B2A"/>
                </a:solidFill>
                <a:latin typeface="Arial"/>
                <a:ea typeface="Arial"/>
                <a:cs typeface="Arial"/>
              </a:defRPr>
            </a:lvl7pPr>
            <a:lvl8pPr algn="ctr">
              <a:defRPr sz="2025" b="1">
                <a:solidFill>
                  <a:srgbClr val="163B2A"/>
                </a:solidFill>
                <a:latin typeface="Arial"/>
                <a:ea typeface="Arial"/>
                <a:cs typeface="Arial"/>
              </a:defRPr>
            </a:lvl8pPr>
            <a:lvl9pPr algn="ctr">
              <a:defRPr sz="2025" b="1">
                <a:solidFill>
                  <a:srgbClr val="163B2A"/>
                </a:solidFill>
                <a:latin typeface="Arial"/>
                <a:ea typeface="Arial"/>
                <a:cs typeface="Arial"/>
              </a:defRPr>
            </a:lvl9pPr>
          </a:lstStyle>
          <a:p>
            <a:pPr algn="ctr">
              <a:defRPr sz="2025" b="1">
                <a:solidFill>
                  <a:srgbClr val="163B2A"/>
                </a:solidFill>
                <a:latin typeface="Arial"/>
                <a:ea typeface="Arial"/>
                <a:cs typeface="Arial"/>
              </a:defRPr>
            </a:pPr>
            <a:r>
              <a:rPr sz="2025" b="1">
                <a:solidFill>
                  <a:srgbClr val="163B2A"/>
                </a:solidFill>
                <a:latin typeface="Arial"/>
                <a:ea typeface="Arial"/>
                <a:cs typeface="Arial"/>
              </a:rPr>
              <a:t>Enter surplus</a:t>
            </a:r>
          </a:p>
        </p:txBody>
      </p:sp>
      <p:sp>
        <p:nvSpPr>
          <p:cNvPr id="9" name="A01-detail-18">
            <a:extLst>
              <a:ext uri="{FF2B5EF4-FFF2-40B4-BE49-F238E27FC236}">
                <a16:creationId xmlns:a16="http://schemas.microsoft.com/office/drawing/2014/main" id="{63EB7B2D-8504-45B1-A561-4F27825078A8}"/>
              </a:ext>
            </a:extLst>
          </p:cNvPr>
          <p:cNvSpPr>
            <a:spLocks noGrp="1"/>
          </p:cNvSpPr>
          <p:nvPr/>
        </p:nvSpPr>
        <p:spPr>
          <a:xfrm>
            <a:off x="457200" y="4448175"/>
            <a:ext cx="2124075" cy="762000"/>
          </a:xfrm>
          <a:prstGeom prst="rect">
            <a:avLst/>
          </a:prstGeom>
          <a:noFill/>
          <a:ln w="0">
            <a:noFill/>
            <a:prstDash val="solid"/>
          </a:ln>
        </p:spPr>
        <p:txBody>
          <a:bodyPr wrap="square" lIns="0" tIns="0" rIns="0" bIns="0" anchor="t">
            <a:noAutofit/>
          </a:bodyPr>
          <a:lstStyle>
            <a:defPPr algn="ctr">
              <a:defRPr sz="1725" b="0">
                <a:solidFill>
                  <a:srgbClr val="586958"/>
                </a:solidFill>
                <a:latin typeface="Arial"/>
                <a:ea typeface="Arial"/>
                <a:cs typeface="Arial"/>
              </a:defRPr>
            </a:defPPr>
            <a:lvl1pPr algn="ctr">
              <a:defRPr sz="1725" b="0">
                <a:solidFill>
                  <a:srgbClr val="586958"/>
                </a:solidFill>
                <a:latin typeface="Arial"/>
                <a:ea typeface="Arial"/>
                <a:cs typeface="Arial"/>
              </a:defRPr>
            </a:lvl1pPr>
            <a:lvl2pPr algn="ctr">
              <a:defRPr sz="1725" b="0">
                <a:solidFill>
                  <a:srgbClr val="586958"/>
                </a:solidFill>
                <a:latin typeface="Arial"/>
                <a:ea typeface="Arial"/>
                <a:cs typeface="Arial"/>
              </a:defRPr>
            </a:lvl2pPr>
            <a:lvl3pPr algn="ctr">
              <a:defRPr sz="1725" b="0">
                <a:solidFill>
                  <a:srgbClr val="586958"/>
                </a:solidFill>
                <a:latin typeface="Arial"/>
                <a:ea typeface="Arial"/>
                <a:cs typeface="Arial"/>
              </a:defRPr>
            </a:lvl3pPr>
            <a:lvl4pPr algn="ctr">
              <a:defRPr sz="1725" b="0">
                <a:solidFill>
                  <a:srgbClr val="586958"/>
                </a:solidFill>
                <a:latin typeface="Arial"/>
                <a:ea typeface="Arial"/>
                <a:cs typeface="Arial"/>
              </a:defRPr>
            </a:lvl4pPr>
            <a:lvl5pPr algn="ctr">
              <a:defRPr sz="1725" b="0">
                <a:solidFill>
                  <a:srgbClr val="586958"/>
                </a:solidFill>
                <a:latin typeface="Arial"/>
                <a:ea typeface="Arial"/>
                <a:cs typeface="Arial"/>
              </a:defRPr>
            </a:lvl5pPr>
            <a:lvl6pPr algn="ctr">
              <a:defRPr sz="1725" b="0">
                <a:solidFill>
                  <a:srgbClr val="586958"/>
                </a:solidFill>
                <a:latin typeface="Arial"/>
                <a:ea typeface="Arial"/>
                <a:cs typeface="Arial"/>
              </a:defRPr>
            </a:lvl6pPr>
            <a:lvl7pPr algn="ctr">
              <a:defRPr sz="1725" b="0">
                <a:solidFill>
                  <a:srgbClr val="586958"/>
                </a:solidFill>
                <a:latin typeface="Arial"/>
                <a:ea typeface="Arial"/>
                <a:cs typeface="Arial"/>
              </a:defRPr>
            </a:lvl7pPr>
            <a:lvl8pPr algn="ctr">
              <a:defRPr sz="1725" b="0">
                <a:solidFill>
                  <a:srgbClr val="586958"/>
                </a:solidFill>
                <a:latin typeface="Arial"/>
                <a:ea typeface="Arial"/>
                <a:cs typeface="Arial"/>
              </a:defRPr>
            </a:lvl8pPr>
            <a:lvl9pPr algn="ctr">
              <a:defRPr sz="1725" b="0">
                <a:solidFill>
                  <a:srgbClr val="586958"/>
                </a:solidFill>
                <a:latin typeface="Arial"/>
                <a:ea typeface="Arial"/>
                <a:cs typeface="Arial"/>
              </a:defRPr>
            </a:lvl9pPr>
          </a:lstStyle>
          <a:p>
            <a:pPr algn="ctr">
              <a:defRPr sz="1725" b="0">
                <a:solidFill>
                  <a:srgbClr val="586958"/>
                </a:solidFill>
                <a:latin typeface="Arial"/>
                <a:ea typeface="Arial"/>
                <a:cs typeface="Arial"/>
              </a:defRPr>
            </a:pPr>
            <a:r>
              <a:rPr sz="1725" b="0">
                <a:solidFill>
                  <a:srgbClr val="586958"/>
                </a:solidFill>
                <a:latin typeface="Arial"/>
                <a:ea typeface="Arial"/>
                <a:cs typeface="Arial"/>
              </a:rPr>
              <a:t>Staff record what is left</a:t>
            </a:r>
          </a:p>
        </p:txBody>
      </p:sp>
      <p:sp>
        <p:nvSpPr>
          <p:cNvPr id="10" name="矩形 9">
            <a:extLst>
              <a:ext uri="{FF2B5EF4-FFF2-40B4-BE49-F238E27FC236}">
                <a16:creationId xmlns:a16="http://schemas.microsoft.com/office/drawing/2014/main" id="{BB5BA733-DC91-435D-A0B5-46EA4B717E84}"/>
              </a:ext>
            </a:extLst>
          </p:cNvPr>
          <p:cNvSpPr>
            <a:spLocks noGrp="1"/>
          </p:cNvSpPr>
          <p:nvPr/>
        </p:nvSpPr>
        <p:spPr>
          <a:xfrm>
            <a:off x="2514600" y="2476500"/>
            <a:ext cx="285750" cy="457200"/>
          </a:xfrm>
          <a:prstGeom prst="rect">
            <a:avLst/>
          </a:prstGeom>
          <a:noFill/>
          <a:ln w="0">
            <a:noFill/>
            <a:prstDash val="solid"/>
          </a:ln>
        </p:spPr>
        <p:txBody>
          <a:bodyPr wrap="square" lIns="0" tIns="0" rIns="0" bIns="0" anchor="t">
            <a:noAutofit/>
          </a:bodyPr>
          <a:lstStyle>
            <a:defPPr algn="l">
              <a:defRPr sz="2400" b="1">
                <a:solidFill>
                  <a:srgbClr val="598C6C"/>
                </a:solidFill>
                <a:latin typeface="Arial"/>
                <a:ea typeface="Arial"/>
                <a:cs typeface="Arial"/>
              </a:defRPr>
            </a:defPPr>
            <a:lvl1pPr algn="l">
              <a:defRPr sz="2400" b="1">
                <a:solidFill>
                  <a:srgbClr val="598C6C"/>
                </a:solidFill>
                <a:latin typeface="Arial"/>
                <a:ea typeface="Arial"/>
                <a:cs typeface="Arial"/>
              </a:defRPr>
            </a:lvl1pPr>
            <a:lvl2pPr algn="l">
              <a:defRPr sz="2400" b="1">
                <a:solidFill>
                  <a:srgbClr val="598C6C"/>
                </a:solidFill>
                <a:latin typeface="Arial"/>
                <a:ea typeface="Arial"/>
                <a:cs typeface="Arial"/>
              </a:defRPr>
            </a:lvl2pPr>
            <a:lvl3pPr algn="l">
              <a:defRPr sz="2400" b="1">
                <a:solidFill>
                  <a:srgbClr val="598C6C"/>
                </a:solidFill>
                <a:latin typeface="Arial"/>
                <a:ea typeface="Arial"/>
                <a:cs typeface="Arial"/>
              </a:defRPr>
            </a:lvl3pPr>
            <a:lvl4pPr algn="l">
              <a:defRPr sz="2400" b="1">
                <a:solidFill>
                  <a:srgbClr val="598C6C"/>
                </a:solidFill>
                <a:latin typeface="Arial"/>
                <a:ea typeface="Arial"/>
                <a:cs typeface="Arial"/>
              </a:defRPr>
            </a:lvl4pPr>
            <a:lvl5pPr algn="l">
              <a:defRPr sz="2400" b="1">
                <a:solidFill>
                  <a:srgbClr val="598C6C"/>
                </a:solidFill>
                <a:latin typeface="Arial"/>
                <a:ea typeface="Arial"/>
                <a:cs typeface="Arial"/>
              </a:defRPr>
            </a:lvl5pPr>
            <a:lvl6pPr algn="l">
              <a:defRPr sz="2400" b="1">
                <a:solidFill>
                  <a:srgbClr val="598C6C"/>
                </a:solidFill>
                <a:latin typeface="Arial"/>
                <a:ea typeface="Arial"/>
                <a:cs typeface="Arial"/>
              </a:defRPr>
            </a:lvl6pPr>
            <a:lvl7pPr algn="l">
              <a:defRPr sz="2400" b="1">
                <a:solidFill>
                  <a:srgbClr val="598C6C"/>
                </a:solidFill>
                <a:latin typeface="Arial"/>
                <a:ea typeface="Arial"/>
                <a:cs typeface="Arial"/>
              </a:defRPr>
            </a:lvl7pPr>
            <a:lvl8pPr algn="l">
              <a:defRPr sz="2400" b="1">
                <a:solidFill>
                  <a:srgbClr val="598C6C"/>
                </a:solidFill>
                <a:latin typeface="Arial"/>
                <a:ea typeface="Arial"/>
                <a:cs typeface="Arial"/>
              </a:defRPr>
            </a:lvl8pPr>
            <a:lvl9pPr algn="l">
              <a:defRPr sz="2400" b="1">
                <a:solidFill>
                  <a:srgbClr val="598C6C"/>
                </a:solidFill>
                <a:latin typeface="Arial"/>
                <a:ea typeface="Arial"/>
                <a:cs typeface="Arial"/>
              </a:defRPr>
            </a:lvl9pPr>
          </a:lstStyle>
          <a:p>
            <a:pPr algn="l">
              <a:defRPr sz="2400" b="1">
                <a:solidFill>
                  <a:srgbClr val="598C6C"/>
                </a:solidFill>
                <a:latin typeface="Arial"/>
                <a:ea typeface="Arial"/>
                <a:cs typeface="Arial"/>
              </a:defRPr>
            </a:pPr>
            <a:r>
              <a:rPr sz="2400" b="1">
                <a:solidFill>
                  <a:srgbClr val="598C6C"/>
                </a:solidFill>
                <a:latin typeface="Arial"/>
                <a:ea typeface="Arial"/>
                <a:cs typeface="Arial"/>
              </a:rPr>
              <a:t>→</a:t>
            </a:r>
          </a:p>
        </p:txBody>
      </p:sp>
      <p:pic>
        <p:nvPicPr>
          <p:cNvPr id="11" name="图片 10">
            <a:extLst>
              <a:ext uri="{FF2B5EF4-FFF2-40B4-BE49-F238E27FC236}">
                <a16:creationId xmlns:a16="http://schemas.microsoft.com/office/drawing/2014/main" id="{562B5BA9-BEB7-4776-A4A7-AE81826D9106}"/>
              </a:ext>
            </a:extLst>
          </p:cNvPr>
          <p:cNvPicPr>
            <a:picLocks noChangeAspect="1"/>
          </p:cNvPicPr>
          <p:nvPr/>
        </p:nvPicPr>
        <p:blipFill>
          <a:blip r:embed="rId5"/>
          <a:stretch/>
        </p:blipFill>
        <p:spPr>
          <a:xfrm>
            <a:off x="3109303" y="1952625"/>
            <a:ext cx="1420443" cy="1428750"/>
          </a:xfrm>
          <a:prstGeom prst="rect">
            <a:avLst/>
          </a:prstGeom>
        </p:spPr>
      </p:pic>
      <p:sp>
        <p:nvSpPr>
          <p:cNvPr id="12" name="A02-label-19">
            <a:extLst>
              <a:ext uri="{FF2B5EF4-FFF2-40B4-BE49-F238E27FC236}">
                <a16:creationId xmlns:a16="http://schemas.microsoft.com/office/drawing/2014/main" id="{941908C2-B3A7-4FB0-ADED-103D05AA7C3C}"/>
              </a:ext>
            </a:extLst>
          </p:cNvPr>
          <p:cNvSpPr>
            <a:spLocks noGrp="1"/>
          </p:cNvSpPr>
          <p:nvPr/>
        </p:nvSpPr>
        <p:spPr>
          <a:xfrm>
            <a:off x="2752725" y="3705225"/>
            <a:ext cx="2124075" cy="628650"/>
          </a:xfrm>
          <a:prstGeom prst="rect">
            <a:avLst/>
          </a:prstGeom>
          <a:noFill/>
          <a:ln w="0">
            <a:noFill/>
            <a:prstDash val="solid"/>
          </a:ln>
        </p:spPr>
        <p:txBody>
          <a:bodyPr wrap="square" lIns="0" tIns="0" rIns="0" bIns="0" anchor="t">
            <a:noAutofit/>
          </a:bodyPr>
          <a:lstStyle>
            <a:defPPr algn="ctr">
              <a:defRPr sz="2025" b="1">
                <a:solidFill>
                  <a:srgbClr val="163B2A"/>
                </a:solidFill>
                <a:latin typeface="Arial"/>
                <a:ea typeface="Arial"/>
                <a:cs typeface="Arial"/>
              </a:defRPr>
            </a:defPPr>
            <a:lvl1pPr algn="ctr">
              <a:defRPr sz="2025" b="1">
                <a:solidFill>
                  <a:srgbClr val="163B2A"/>
                </a:solidFill>
                <a:latin typeface="Arial"/>
                <a:ea typeface="Arial"/>
                <a:cs typeface="Arial"/>
              </a:defRPr>
            </a:lvl1pPr>
            <a:lvl2pPr algn="ctr">
              <a:defRPr sz="2025" b="1">
                <a:solidFill>
                  <a:srgbClr val="163B2A"/>
                </a:solidFill>
                <a:latin typeface="Arial"/>
                <a:ea typeface="Arial"/>
                <a:cs typeface="Arial"/>
              </a:defRPr>
            </a:lvl2pPr>
            <a:lvl3pPr algn="ctr">
              <a:defRPr sz="2025" b="1">
                <a:solidFill>
                  <a:srgbClr val="163B2A"/>
                </a:solidFill>
                <a:latin typeface="Arial"/>
                <a:ea typeface="Arial"/>
                <a:cs typeface="Arial"/>
              </a:defRPr>
            </a:lvl3pPr>
            <a:lvl4pPr algn="ctr">
              <a:defRPr sz="2025" b="1">
                <a:solidFill>
                  <a:srgbClr val="163B2A"/>
                </a:solidFill>
                <a:latin typeface="Arial"/>
                <a:ea typeface="Arial"/>
                <a:cs typeface="Arial"/>
              </a:defRPr>
            </a:lvl4pPr>
            <a:lvl5pPr algn="ctr">
              <a:defRPr sz="2025" b="1">
                <a:solidFill>
                  <a:srgbClr val="163B2A"/>
                </a:solidFill>
                <a:latin typeface="Arial"/>
                <a:ea typeface="Arial"/>
                <a:cs typeface="Arial"/>
              </a:defRPr>
            </a:lvl5pPr>
            <a:lvl6pPr algn="ctr">
              <a:defRPr sz="2025" b="1">
                <a:solidFill>
                  <a:srgbClr val="163B2A"/>
                </a:solidFill>
                <a:latin typeface="Arial"/>
                <a:ea typeface="Arial"/>
                <a:cs typeface="Arial"/>
              </a:defRPr>
            </a:lvl6pPr>
            <a:lvl7pPr algn="ctr">
              <a:defRPr sz="2025" b="1">
                <a:solidFill>
                  <a:srgbClr val="163B2A"/>
                </a:solidFill>
                <a:latin typeface="Arial"/>
                <a:ea typeface="Arial"/>
                <a:cs typeface="Arial"/>
              </a:defRPr>
            </a:lvl7pPr>
            <a:lvl8pPr algn="ctr">
              <a:defRPr sz="2025" b="1">
                <a:solidFill>
                  <a:srgbClr val="163B2A"/>
                </a:solidFill>
                <a:latin typeface="Arial"/>
                <a:ea typeface="Arial"/>
                <a:cs typeface="Arial"/>
              </a:defRPr>
            </a:lvl8pPr>
            <a:lvl9pPr algn="ctr">
              <a:defRPr sz="2025" b="1">
                <a:solidFill>
                  <a:srgbClr val="163B2A"/>
                </a:solidFill>
                <a:latin typeface="Arial"/>
                <a:ea typeface="Arial"/>
                <a:cs typeface="Arial"/>
              </a:defRPr>
            </a:lvl9pPr>
          </a:lstStyle>
          <a:p>
            <a:pPr algn="ctr">
              <a:defRPr sz="2025" b="1">
                <a:solidFill>
                  <a:srgbClr val="163B2A"/>
                </a:solidFill>
                <a:latin typeface="Arial"/>
                <a:ea typeface="Arial"/>
                <a:cs typeface="Arial"/>
              </a:defRPr>
            </a:pPr>
            <a:r>
              <a:rPr sz="2025" b="1">
                <a:solidFill>
                  <a:srgbClr val="163B2A"/>
                </a:solidFill>
                <a:latin typeface="Arial"/>
                <a:ea typeface="Arial"/>
                <a:cs typeface="Arial"/>
              </a:rPr>
              <a:t>Calculate offers</a:t>
            </a:r>
          </a:p>
        </p:txBody>
      </p:sp>
      <p:sp>
        <p:nvSpPr>
          <p:cNvPr id="13" name="A02-detail-20">
            <a:extLst>
              <a:ext uri="{FF2B5EF4-FFF2-40B4-BE49-F238E27FC236}">
                <a16:creationId xmlns:a16="http://schemas.microsoft.com/office/drawing/2014/main" id="{46BD097F-67C3-41A1-9EFA-D42740EEC640}"/>
              </a:ext>
            </a:extLst>
          </p:cNvPr>
          <p:cNvSpPr>
            <a:spLocks noGrp="1"/>
          </p:cNvSpPr>
          <p:nvPr/>
        </p:nvSpPr>
        <p:spPr>
          <a:xfrm>
            <a:off x="2752725" y="4448175"/>
            <a:ext cx="2124075" cy="762000"/>
          </a:xfrm>
          <a:prstGeom prst="rect">
            <a:avLst/>
          </a:prstGeom>
          <a:noFill/>
          <a:ln w="0">
            <a:noFill/>
            <a:prstDash val="solid"/>
          </a:ln>
        </p:spPr>
        <p:txBody>
          <a:bodyPr wrap="square" lIns="0" tIns="0" rIns="0" bIns="0" anchor="t">
            <a:noAutofit/>
          </a:bodyPr>
          <a:lstStyle>
            <a:defPPr algn="ctr">
              <a:defRPr sz="1725" b="0">
                <a:solidFill>
                  <a:srgbClr val="586958"/>
                </a:solidFill>
                <a:latin typeface="Arial"/>
                <a:ea typeface="Arial"/>
                <a:cs typeface="Arial"/>
              </a:defRPr>
            </a:defPPr>
            <a:lvl1pPr algn="ctr">
              <a:defRPr sz="1725" b="0">
                <a:solidFill>
                  <a:srgbClr val="586958"/>
                </a:solidFill>
                <a:latin typeface="Arial"/>
                <a:ea typeface="Arial"/>
                <a:cs typeface="Arial"/>
              </a:defRPr>
            </a:lvl1pPr>
            <a:lvl2pPr algn="ctr">
              <a:defRPr sz="1725" b="0">
                <a:solidFill>
                  <a:srgbClr val="586958"/>
                </a:solidFill>
                <a:latin typeface="Arial"/>
                <a:ea typeface="Arial"/>
                <a:cs typeface="Arial"/>
              </a:defRPr>
            </a:lvl2pPr>
            <a:lvl3pPr algn="ctr">
              <a:defRPr sz="1725" b="0">
                <a:solidFill>
                  <a:srgbClr val="586958"/>
                </a:solidFill>
                <a:latin typeface="Arial"/>
                <a:ea typeface="Arial"/>
                <a:cs typeface="Arial"/>
              </a:defRPr>
            </a:lvl3pPr>
            <a:lvl4pPr algn="ctr">
              <a:defRPr sz="1725" b="0">
                <a:solidFill>
                  <a:srgbClr val="586958"/>
                </a:solidFill>
                <a:latin typeface="Arial"/>
                <a:ea typeface="Arial"/>
                <a:cs typeface="Arial"/>
              </a:defRPr>
            </a:lvl4pPr>
            <a:lvl5pPr algn="ctr">
              <a:defRPr sz="1725" b="0">
                <a:solidFill>
                  <a:srgbClr val="586958"/>
                </a:solidFill>
                <a:latin typeface="Arial"/>
                <a:ea typeface="Arial"/>
                <a:cs typeface="Arial"/>
              </a:defRPr>
            </a:lvl5pPr>
            <a:lvl6pPr algn="ctr">
              <a:defRPr sz="1725" b="0">
                <a:solidFill>
                  <a:srgbClr val="586958"/>
                </a:solidFill>
                <a:latin typeface="Arial"/>
                <a:ea typeface="Arial"/>
                <a:cs typeface="Arial"/>
              </a:defRPr>
            </a:lvl6pPr>
            <a:lvl7pPr algn="ctr">
              <a:defRPr sz="1725" b="0">
                <a:solidFill>
                  <a:srgbClr val="586958"/>
                </a:solidFill>
                <a:latin typeface="Arial"/>
                <a:ea typeface="Arial"/>
                <a:cs typeface="Arial"/>
              </a:defRPr>
            </a:lvl7pPr>
            <a:lvl8pPr algn="ctr">
              <a:defRPr sz="1725" b="0">
                <a:solidFill>
                  <a:srgbClr val="586958"/>
                </a:solidFill>
                <a:latin typeface="Arial"/>
                <a:ea typeface="Arial"/>
                <a:cs typeface="Arial"/>
              </a:defRPr>
            </a:lvl8pPr>
            <a:lvl9pPr algn="ctr">
              <a:defRPr sz="1725" b="0">
                <a:solidFill>
                  <a:srgbClr val="586958"/>
                </a:solidFill>
                <a:latin typeface="Arial"/>
                <a:ea typeface="Arial"/>
                <a:cs typeface="Arial"/>
              </a:defRPr>
            </a:lvl9pPr>
          </a:lstStyle>
          <a:p>
            <a:pPr algn="ctr">
              <a:defRPr sz="1725" b="0">
                <a:solidFill>
                  <a:srgbClr val="586958"/>
                </a:solidFill>
                <a:latin typeface="Arial"/>
                <a:ea typeface="Arial"/>
                <a:cs typeface="Arial"/>
              </a:defRPr>
            </a:pPr>
            <a:r>
              <a:rPr sz="1725" b="0">
                <a:solidFill>
                  <a:srgbClr val="586958"/>
                </a:solidFill>
                <a:latin typeface="Arial"/>
                <a:ea typeface="Arial"/>
                <a:cs typeface="Arial"/>
              </a:rPr>
              <a:t>Rules check price and stock</a:t>
            </a:r>
          </a:p>
        </p:txBody>
      </p:sp>
      <p:sp>
        <p:nvSpPr>
          <p:cNvPr id="14" name="矩形 13">
            <a:extLst>
              <a:ext uri="{FF2B5EF4-FFF2-40B4-BE49-F238E27FC236}">
                <a16:creationId xmlns:a16="http://schemas.microsoft.com/office/drawing/2014/main" id="{395DAE98-09BC-4463-AB8B-72E592310067}"/>
              </a:ext>
            </a:extLst>
          </p:cNvPr>
          <p:cNvSpPr>
            <a:spLocks noGrp="1"/>
          </p:cNvSpPr>
          <p:nvPr/>
        </p:nvSpPr>
        <p:spPr>
          <a:xfrm>
            <a:off x="4810125" y="2476500"/>
            <a:ext cx="285750" cy="457200"/>
          </a:xfrm>
          <a:prstGeom prst="rect">
            <a:avLst/>
          </a:prstGeom>
          <a:noFill/>
          <a:ln w="0">
            <a:noFill/>
            <a:prstDash val="solid"/>
          </a:ln>
        </p:spPr>
        <p:txBody>
          <a:bodyPr wrap="square" lIns="0" tIns="0" rIns="0" bIns="0" anchor="t">
            <a:noAutofit/>
          </a:bodyPr>
          <a:lstStyle>
            <a:defPPr algn="l">
              <a:defRPr sz="2400" b="1">
                <a:solidFill>
                  <a:srgbClr val="598C6C"/>
                </a:solidFill>
                <a:latin typeface="Arial"/>
                <a:ea typeface="Arial"/>
                <a:cs typeface="Arial"/>
              </a:defRPr>
            </a:defPPr>
            <a:lvl1pPr algn="l">
              <a:defRPr sz="2400" b="1">
                <a:solidFill>
                  <a:srgbClr val="598C6C"/>
                </a:solidFill>
                <a:latin typeface="Arial"/>
                <a:ea typeface="Arial"/>
                <a:cs typeface="Arial"/>
              </a:defRPr>
            </a:lvl1pPr>
            <a:lvl2pPr algn="l">
              <a:defRPr sz="2400" b="1">
                <a:solidFill>
                  <a:srgbClr val="598C6C"/>
                </a:solidFill>
                <a:latin typeface="Arial"/>
                <a:ea typeface="Arial"/>
                <a:cs typeface="Arial"/>
              </a:defRPr>
            </a:lvl2pPr>
            <a:lvl3pPr algn="l">
              <a:defRPr sz="2400" b="1">
                <a:solidFill>
                  <a:srgbClr val="598C6C"/>
                </a:solidFill>
                <a:latin typeface="Arial"/>
                <a:ea typeface="Arial"/>
                <a:cs typeface="Arial"/>
              </a:defRPr>
            </a:lvl3pPr>
            <a:lvl4pPr algn="l">
              <a:defRPr sz="2400" b="1">
                <a:solidFill>
                  <a:srgbClr val="598C6C"/>
                </a:solidFill>
                <a:latin typeface="Arial"/>
                <a:ea typeface="Arial"/>
                <a:cs typeface="Arial"/>
              </a:defRPr>
            </a:lvl4pPr>
            <a:lvl5pPr algn="l">
              <a:defRPr sz="2400" b="1">
                <a:solidFill>
                  <a:srgbClr val="598C6C"/>
                </a:solidFill>
                <a:latin typeface="Arial"/>
                <a:ea typeface="Arial"/>
                <a:cs typeface="Arial"/>
              </a:defRPr>
            </a:lvl5pPr>
            <a:lvl6pPr algn="l">
              <a:defRPr sz="2400" b="1">
                <a:solidFill>
                  <a:srgbClr val="598C6C"/>
                </a:solidFill>
                <a:latin typeface="Arial"/>
                <a:ea typeface="Arial"/>
                <a:cs typeface="Arial"/>
              </a:defRPr>
            </a:lvl6pPr>
            <a:lvl7pPr algn="l">
              <a:defRPr sz="2400" b="1">
                <a:solidFill>
                  <a:srgbClr val="598C6C"/>
                </a:solidFill>
                <a:latin typeface="Arial"/>
                <a:ea typeface="Arial"/>
                <a:cs typeface="Arial"/>
              </a:defRPr>
            </a:lvl7pPr>
            <a:lvl8pPr algn="l">
              <a:defRPr sz="2400" b="1">
                <a:solidFill>
                  <a:srgbClr val="598C6C"/>
                </a:solidFill>
                <a:latin typeface="Arial"/>
                <a:ea typeface="Arial"/>
                <a:cs typeface="Arial"/>
              </a:defRPr>
            </a:lvl8pPr>
            <a:lvl9pPr algn="l">
              <a:defRPr sz="2400" b="1">
                <a:solidFill>
                  <a:srgbClr val="598C6C"/>
                </a:solidFill>
                <a:latin typeface="Arial"/>
                <a:ea typeface="Arial"/>
                <a:cs typeface="Arial"/>
              </a:defRPr>
            </a:lvl9pPr>
          </a:lstStyle>
          <a:p>
            <a:pPr algn="l">
              <a:defRPr sz="2400" b="1">
                <a:solidFill>
                  <a:srgbClr val="598C6C"/>
                </a:solidFill>
                <a:latin typeface="Arial"/>
                <a:ea typeface="Arial"/>
                <a:cs typeface="Arial"/>
              </a:defRPr>
            </a:pPr>
            <a:r>
              <a:rPr sz="2400" b="1">
                <a:solidFill>
                  <a:srgbClr val="598C6C"/>
                </a:solidFill>
                <a:latin typeface="Arial"/>
                <a:ea typeface="Arial"/>
                <a:cs typeface="Arial"/>
              </a:rPr>
              <a:t>→</a:t>
            </a:r>
          </a:p>
        </p:txBody>
      </p:sp>
      <p:pic>
        <p:nvPicPr>
          <p:cNvPr id="15" name="图片 14">
            <a:extLst>
              <a:ext uri="{FF2B5EF4-FFF2-40B4-BE49-F238E27FC236}">
                <a16:creationId xmlns:a16="http://schemas.microsoft.com/office/drawing/2014/main" id="{A6CEC4E5-A56D-48AD-B67E-77C6A2B83E3C}"/>
              </a:ext>
            </a:extLst>
          </p:cNvPr>
          <p:cNvPicPr>
            <a:picLocks noChangeAspect="1"/>
          </p:cNvPicPr>
          <p:nvPr/>
        </p:nvPicPr>
        <p:blipFill>
          <a:blip r:embed="rId6"/>
          <a:stretch/>
        </p:blipFill>
        <p:spPr>
          <a:xfrm>
            <a:off x="5400675" y="1972805"/>
            <a:ext cx="1428750" cy="1388390"/>
          </a:xfrm>
          <a:prstGeom prst="rect">
            <a:avLst/>
          </a:prstGeom>
        </p:spPr>
      </p:pic>
      <p:sp>
        <p:nvSpPr>
          <p:cNvPr id="16" name="A03-label-21">
            <a:extLst>
              <a:ext uri="{FF2B5EF4-FFF2-40B4-BE49-F238E27FC236}">
                <a16:creationId xmlns:a16="http://schemas.microsoft.com/office/drawing/2014/main" id="{4183D076-955F-434C-8296-A839A912AD8B}"/>
              </a:ext>
            </a:extLst>
          </p:cNvPr>
          <p:cNvSpPr>
            <a:spLocks noGrp="1"/>
          </p:cNvSpPr>
          <p:nvPr/>
        </p:nvSpPr>
        <p:spPr>
          <a:xfrm>
            <a:off x="5048250" y="3705225"/>
            <a:ext cx="2124075" cy="628650"/>
          </a:xfrm>
          <a:prstGeom prst="rect">
            <a:avLst/>
          </a:prstGeom>
          <a:noFill/>
          <a:ln w="0">
            <a:noFill/>
            <a:prstDash val="solid"/>
          </a:ln>
        </p:spPr>
        <p:txBody>
          <a:bodyPr wrap="square" lIns="0" tIns="0" rIns="0" bIns="0" anchor="t">
            <a:noAutofit/>
          </a:bodyPr>
          <a:lstStyle>
            <a:defPPr algn="ctr">
              <a:defRPr sz="2025" b="1">
                <a:solidFill>
                  <a:srgbClr val="163B2A"/>
                </a:solidFill>
                <a:latin typeface="Arial"/>
                <a:ea typeface="Arial"/>
                <a:cs typeface="Arial"/>
              </a:defRPr>
            </a:defPPr>
            <a:lvl1pPr algn="ctr">
              <a:defRPr sz="2025" b="1">
                <a:solidFill>
                  <a:srgbClr val="163B2A"/>
                </a:solidFill>
                <a:latin typeface="Arial"/>
                <a:ea typeface="Arial"/>
                <a:cs typeface="Arial"/>
              </a:defRPr>
            </a:lvl1pPr>
            <a:lvl2pPr algn="ctr">
              <a:defRPr sz="2025" b="1">
                <a:solidFill>
                  <a:srgbClr val="163B2A"/>
                </a:solidFill>
                <a:latin typeface="Arial"/>
                <a:ea typeface="Arial"/>
                <a:cs typeface="Arial"/>
              </a:defRPr>
            </a:lvl2pPr>
            <a:lvl3pPr algn="ctr">
              <a:defRPr sz="2025" b="1">
                <a:solidFill>
                  <a:srgbClr val="163B2A"/>
                </a:solidFill>
                <a:latin typeface="Arial"/>
                <a:ea typeface="Arial"/>
                <a:cs typeface="Arial"/>
              </a:defRPr>
            </a:lvl3pPr>
            <a:lvl4pPr algn="ctr">
              <a:defRPr sz="2025" b="1">
                <a:solidFill>
                  <a:srgbClr val="163B2A"/>
                </a:solidFill>
                <a:latin typeface="Arial"/>
                <a:ea typeface="Arial"/>
                <a:cs typeface="Arial"/>
              </a:defRPr>
            </a:lvl4pPr>
            <a:lvl5pPr algn="ctr">
              <a:defRPr sz="2025" b="1">
                <a:solidFill>
                  <a:srgbClr val="163B2A"/>
                </a:solidFill>
                <a:latin typeface="Arial"/>
                <a:ea typeface="Arial"/>
                <a:cs typeface="Arial"/>
              </a:defRPr>
            </a:lvl5pPr>
            <a:lvl6pPr algn="ctr">
              <a:defRPr sz="2025" b="1">
                <a:solidFill>
                  <a:srgbClr val="163B2A"/>
                </a:solidFill>
                <a:latin typeface="Arial"/>
                <a:ea typeface="Arial"/>
                <a:cs typeface="Arial"/>
              </a:defRPr>
            </a:lvl6pPr>
            <a:lvl7pPr algn="ctr">
              <a:defRPr sz="2025" b="1">
                <a:solidFill>
                  <a:srgbClr val="163B2A"/>
                </a:solidFill>
                <a:latin typeface="Arial"/>
                <a:ea typeface="Arial"/>
                <a:cs typeface="Arial"/>
              </a:defRPr>
            </a:lvl7pPr>
            <a:lvl8pPr algn="ctr">
              <a:defRPr sz="2025" b="1">
                <a:solidFill>
                  <a:srgbClr val="163B2A"/>
                </a:solidFill>
                <a:latin typeface="Arial"/>
                <a:ea typeface="Arial"/>
                <a:cs typeface="Arial"/>
              </a:defRPr>
            </a:lvl8pPr>
            <a:lvl9pPr algn="ctr">
              <a:defRPr sz="2025" b="1">
                <a:solidFill>
                  <a:srgbClr val="163B2A"/>
                </a:solidFill>
                <a:latin typeface="Arial"/>
                <a:ea typeface="Arial"/>
                <a:cs typeface="Arial"/>
              </a:defRPr>
            </a:lvl9pPr>
          </a:lstStyle>
          <a:p>
            <a:pPr algn="ctr">
              <a:defRPr sz="2025" b="1">
                <a:solidFill>
                  <a:srgbClr val="163B2A"/>
                </a:solidFill>
                <a:latin typeface="Arial"/>
                <a:ea typeface="Arial"/>
                <a:cs typeface="Arial"/>
              </a:defRPr>
            </a:pPr>
            <a:r>
              <a:rPr sz="2025" b="1">
                <a:solidFill>
                  <a:srgbClr val="163B2A"/>
                </a:solidFill>
                <a:latin typeface="Arial"/>
                <a:ea typeface="Arial"/>
                <a:cs typeface="Arial"/>
              </a:rPr>
              <a:t>Prepare copy</a:t>
            </a:r>
          </a:p>
        </p:txBody>
      </p:sp>
      <p:sp>
        <p:nvSpPr>
          <p:cNvPr id="17" name="A03-detail-22">
            <a:extLst>
              <a:ext uri="{FF2B5EF4-FFF2-40B4-BE49-F238E27FC236}">
                <a16:creationId xmlns:a16="http://schemas.microsoft.com/office/drawing/2014/main" id="{346904C1-541E-46DD-893D-FAC2FF81B366}"/>
              </a:ext>
            </a:extLst>
          </p:cNvPr>
          <p:cNvSpPr>
            <a:spLocks noGrp="1"/>
          </p:cNvSpPr>
          <p:nvPr/>
        </p:nvSpPr>
        <p:spPr>
          <a:xfrm>
            <a:off x="5048250" y="4448175"/>
            <a:ext cx="2124075" cy="762000"/>
          </a:xfrm>
          <a:prstGeom prst="rect">
            <a:avLst/>
          </a:prstGeom>
          <a:noFill/>
          <a:ln w="0">
            <a:noFill/>
            <a:prstDash val="solid"/>
          </a:ln>
        </p:spPr>
        <p:txBody>
          <a:bodyPr wrap="square" lIns="0" tIns="0" rIns="0" bIns="0" anchor="t">
            <a:noAutofit/>
          </a:bodyPr>
          <a:lstStyle>
            <a:defPPr algn="ctr">
              <a:defRPr sz="1725" b="0">
                <a:solidFill>
                  <a:srgbClr val="586958"/>
                </a:solidFill>
                <a:latin typeface="Arial"/>
                <a:ea typeface="Arial"/>
                <a:cs typeface="Arial"/>
              </a:defRPr>
            </a:defPPr>
            <a:lvl1pPr algn="ctr">
              <a:defRPr sz="1725" b="0">
                <a:solidFill>
                  <a:srgbClr val="586958"/>
                </a:solidFill>
                <a:latin typeface="Arial"/>
                <a:ea typeface="Arial"/>
                <a:cs typeface="Arial"/>
              </a:defRPr>
            </a:lvl1pPr>
            <a:lvl2pPr algn="ctr">
              <a:defRPr sz="1725" b="0">
                <a:solidFill>
                  <a:srgbClr val="586958"/>
                </a:solidFill>
                <a:latin typeface="Arial"/>
                <a:ea typeface="Arial"/>
                <a:cs typeface="Arial"/>
              </a:defRPr>
            </a:lvl2pPr>
            <a:lvl3pPr algn="ctr">
              <a:defRPr sz="1725" b="0">
                <a:solidFill>
                  <a:srgbClr val="586958"/>
                </a:solidFill>
                <a:latin typeface="Arial"/>
                <a:ea typeface="Arial"/>
                <a:cs typeface="Arial"/>
              </a:defRPr>
            </a:lvl3pPr>
            <a:lvl4pPr algn="ctr">
              <a:defRPr sz="1725" b="0">
                <a:solidFill>
                  <a:srgbClr val="586958"/>
                </a:solidFill>
                <a:latin typeface="Arial"/>
                <a:ea typeface="Arial"/>
                <a:cs typeface="Arial"/>
              </a:defRPr>
            </a:lvl4pPr>
            <a:lvl5pPr algn="ctr">
              <a:defRPr sz="1725" b="0">
                <a:solidFill>
                  <a:srgbClr val="586958"/>
                </a:solidFill>
                <a:latin typeface="Arial"/>
                <a:ea typeface="Arial"/>
                <a:cs typeface="Arial"/>
              </a:defRPr>
            </a:lvl5pPr>
            <a:lvl6pPr algn="ctr">
              <a:defRPr sz="1725" b="0">
                <a:solidFill>
                  <a:srgbClr val="586958"/>
                </a:solidFill>
                <a:latin typeface="Arial"/>
                <a:ea typeface="Arial"/>
                <a:cs typeface="Arial"/>
              </a:defRPr>
            </a:lvl6pPr>
            <a:lvl7pPr algn="ctr">
              <a:defRPr sz="1725" b="0">
                <a:solidFill>
                  <a:srgbClr val="586958"/>
                </a:solidFill>
                <a:latin typeface="Arial"/>
                <a:ea typeface="Arial"/>
                <a:cs typeface="Arial"/>
              </a:defRPr>
            </a:lvl7pPr>
            <a:lvl8pPr algn="ctr">
              <a:defRPr sz="1725" b="0">
                <a:solidFill>
                  <a:srgbClr val="586958"/>
                </a:solidFill>
                <a:latin typeface="Arial"/>
                <a:ea typeface="Arial"/>
                <a:cs typeface="Arial"/>
              </a:defRPr>
            </a:lvl8pPr>
            <a:lvl9pPr algn="ctr">
              <a:defRPr sz="1725" b="0">
                <a:solidFill>
                  <a:srgbClr val="586958"/>
                </a:solidFill>
                <a:latin typeface="Arial"/>
                <a:ea typeface="Arial"/>
                <a:cs typeface="Arial"/>
              </a:defRPr>
            </a:lvl9pPr>
          </a:lstStyle>
          <a:p>
            <a:pPr algn="ctr">
              <a:defRPr sz="1725" b="0">
                <a:solidFill>
                  <a:srgbClr val="586958"/>
                </a:solidFill>
                <a:latin typeface="Arial"/>
                <a:ea typeface="Arial"/>
                <a:cs typeface="Arial"/>
              </a:defRPr>
            </a:pPr>
            <a:r>
              <a:rPr sz="1725" b="0">
                <a:solidFill>
                  <a:srgbClr val="586958"/>
                </a:solidFill>
                <a:latin typeface="Arial"/>
                <a:ea typeface="Arial"/>
                <a:cs typeface="Arial"/>
              </a:rPr>
              <a:t>Local template; AI optional</a:t>
            </a:r>
          </a:p>
        </p:txBody>
      </p:sp>
      <p:sp>
        <p:nvSpPr>
          <p:cNvPr id="18" name="矩形 17">
            <a:extLst>
              <a:ext uri="{FF2B5EF4-FFF2-40B4-BE49-F238E27FC236}">
                <a16:creationId xmlns:a16="http://schemas.microsoft.com/office/drawing/2014/main" id="{3C396380-516A-41F0-9692-265716D236DA}"/>
              </a:ext>
            </a:extLst>
          </p:cNvPr>
          <p:cNvSpPr>
            <a:spLocks noGrp="1"/>
          </p:cNvSpPr>
          <p:nvPr/>
        </p:nvSpPr>
        <p:spPr>
          <a:xfrm>
            <a:off x="7105650" y="2476500"/>
            <a:ext cx="285750" cy="457200"/>
          </a:xfrm>
          <a:prstGeom prst="rect">
            <a:avLst/>
          </a:prstGeom>
          <a:noFill/>
          <a:ln w="0">
            <a:noFill/>
            <a:prstDash val="solid"/>
          </a:ln>
        </p:spPr>
        <p:txBody>
          <a:bodyPr wrap="square" lIns="0" tIns="0" rIns="0" bIns="0" anchor="t">
            <a:noAutofit/>
          </a:bodyPr>
          <a:lstStyle>
            <a:defPPr algn="l">
              <a:defRPr sz="2400" b="1">
                <a:solidFill>
                  <a:srgbClr val="598C6C"/>
                </a:solidFill>
                <a:latin typeface="Arial"/>
                <a:ea typeface="Arial"/>
                <a:cs typeface="Arial"/>
              </a:defRPr>
            </a:defPPr>
            <a:lvl1pPr algn="l">
              <a:defRPr sz="2400" b="1">
                <a:solidFill>
                  <a:srgbClr val="598C6C"/>
                </a:solidFill>
                <a:latin typeface="Arial"/>
                <a:ea typeface="Arial"/>
                <a:cs typeface="Arial"/>
              </a:defRPr>
            </a:lvl1pPr>
            <a:lvl2pPr algn="l">
              <a:defRPr sz="2400" b="1">
                <a:solidFill>
                  <a:srgbClr val="598C6C"/>
                </a:solidFill>
                <a:latin typeface="Arial"/>
                <a:ea typeface="Arial"/>
                <a:cs typeface="Arial"/>
              </a:defRPr>
            </a:lvl2pPr>
            <a:lvl3pPr algn="l">
              <a:defRPr sz="2400" b="1">
                <a:solidFill>
                  <a:srgbClr val="598C6C"/>
                </a:solidFill>
                <a:latin typeface="Arial"/>
                <a:ea typeface="Arial"/>
                <a:cs typeface="Arial"/>
              </a:defRPr>
            </a:lvl3pPr>
            <a:lvl4pPr algn="l">
              <a:defRPr sz="2400" b="1">
                <a:solidFill>
                  <a:srgbClr val="598C6C"/>
                </a:solidFill>
                <a:latin typeface="Arial"/>
                <a:ea typeface="Arial"/>
                <a:cs typeface="Arial"/>
              </a:defRPr>
            </a:lvl4pPr>
            <a:lvl5pPr algn="l">
              <a:defRPr sz="2400" b="1">
                <a:solidFill>
                  <a:srgbClr val="598C6C"/>
                </a:solidFill>
                <a:latin typeface="Arial"/>
                <a:ea typeface="Arial"/>
                <a:cs typeface="Arial"/>
              </a:defRPr>
            </a:lvl5pPr>
            <a:lvl6pPr algn="l">
              <a:defRPr sz="2400" b="1">
                <a:solidFill>
                  <a:srgbClr val="598C6C"/>
                </a:solidFill>
                <a:latin typeface="Arial"/>
                <a:ea typeface="Arial"/>
                <a:cs typeface="Arial"/>
              </a:defRPr>
            </a:lvl6pPr>
            <a:lvl7pPr algn="l">
              <a:defRPr sz="2400" b="1">
                <a:solidFill>
                  <a:srgbClr val="598C6C"/>
                </a:solidFill>
                <a:latin typeface="Arial"/>
                <a:ea typeface="Arial"/>
                <a:cs typeface="Arial"/>
              </a:defRPr>
            </a:lvl7pPr>
            <a:lvl8pPr algn="l">
              <a:defRPr sz="2400" b="1">
                <a:solidFill>
                  <a:srgbClr val="598C6C"/>
                </a:solidFill>
                <a:latin typeface="Arial"/>
                <a:ea typeface="Arial"/>
                <a:cs typeface="Arial"/>
              </a:defRPr>
            </a:lvl8pPr>
            <a:lvl9pPr algn="l">
              <a:defRPr sz="2400" b="1">
                <a:solidFill>
                  <a:srgbClr val="598C6C"/>
                </a:solidFill>
                <a:latin typeface="Arial"/>
                <a:ea typeface="Arial"/>
                <a:cs typeface="Arial"/>
              </a:defRPr>
            </a:lvl9pPr>
          </a:lstStyle>
          <a:p>
            <a:pPr algn="l">
              <a:defRPr sz="2400" b="1">
                <a:solidFill>
                  <a:srgbClr val="598C6C"/>
                </a:solidFill>
                <a:latin typeface="Arial"/>
                <a:ea typeface="Arial"/>
                <a:cs typeface="Arial"/>
              </a:defRPr>
            </a:pPr>
            <a:r>
              <a:rPr sz="2400" b="1">
                <a:solidFill>
                  <a:srgbClr val="598C6C"/>
                </a:solidFill>
                <a:latin typeface="Arial"/>
                <a:ea typeface="Arial"/>
                <a:cs typeface="Arial"/>
              </a:rPr>
              <a:t>→</a:t>
            </a:r>
          </a:p>
        </p:txBody>
      </p:sp>
      <p:pic>
        <p:nvPicPr>
          <p:cNvPr id="19" name="图片 18">
            <a:extLst>
              <a:ext uri="{FF2B5EF4-FFF2-40B4-BE49-F238E27FC236}">
                <a16:creationId xmlns:a16="http://schemas.microsoft.com/office/drawing/2014/main" id="{562A0479-10D7-491F-BE18-7F454A9C4D8F}"/>
              </a:ext>
            </a:extLst>
          </p:cNvPr>
          <p:cNvPicPr>
            <a:picLocks noChangeAspect="1"/>
          </p:cNvPicPr>
          <p:nvPr/>
        </p:nvPicPr>
        <p:blipFill>
          <a:blip r:embed="rId7"/>
          <a:stretch/>
        </p:blipFill>
        <p:spPr>
          <a:xfrm>
            <a:off x="7696200" y="1986824"/>
            <a:ext cx="1428750" cy="1360352"/>
          </a:xfrm>
          <a:prstGeom prst="rect">
            <a:avLst/>
          </a:prstGeom>
        </p:spPr>
      </p:pic>
      <p:sp>
        <p:nvSpPr>
          <p:cNvPr id="20" name="A04-label-23">
            <a:extLst>
              <a:ext uri="{FF2B5EF4-FFF2-40B4-BE49-F238E27FC236}">
                <a16:creationId xmlns:a16="http://schemas.microsoft.com/office/drawing/2014/main" id="{59D82C50-DA12-4DD8-B8FD-970BA161AF7A}"/>
              </a:ext>
            </a:extLst>
          </p:cNvPr>
          <p:cNvSpPr>
            <a:spLocks noGrp="1"/>
          </p:cNvSpPr>
          <p:nvPr/>
        </p:nvSpPr>
        <p:spPr>
          <a:xfrm>
            <a:off x="7343775" y="3705225"/>
            <a:ext cx="2124075" cy="628650"/>
          </a:xfrm>
          <a:prstGeom prst="rect">
            <a:avLst/>
          </a:prstGeom>
          <a:noFill/>
          <a:ln w="0">
            <a:noFill/>
            <a:prstDash val="solid"/>
          </a:ln>
        </p:spPr>
        <p:txBody>
          <a:bodyPr wrap="square" lIns="0" tIns="0" rIns="0" bIns="0" anchor="t">
            <a:noAutofit/>
          </a:bodyPr>
          <a:lstStyle>
            <a:defPPr algn="ctr">
              <a:defRPr sz="2025" b="1">
                <a:solidFill>
                  <a:srgbClr val="B57906"/>
                </a:solidFill>
                <a:latin typeface="Arial"/>
                <a:ea typeface="Arial"/>
                <a:cs typeface="Arial"/>
              </a:defRPr>
            </a:defPPr>
            <a:lvl1pPr algn="ctr">
              <a:defRPr sz="2025" b="1">
                <a:solidFill>
                  <a:srgbClr val="B57906"/>
                </a:solidFill>
                <a:latin typeface="Arial"/>
                <a:ea typeface="Arial"/>
                <a:cs typeface="Arial"/>
              </a:defRPr>
            </a:lvl1pPr>
            <a:lvl2pPr algn="ctr">
              <a:defRPr sz="2025" b="1">
                <a:solidFill>
                  <a:srgbClr val="B57906"/>
                </a:solidFill>
                <a:latin typeface="Arial"/>
                <a:ea typeface="Arial"/>
                <a:cs typeface="Arial"/>
              </a:defRPr>
            </a:lvl2pPr>
            <a:lvl3pPr algn="ctr">
              <a:defRPr sz="2025" b="1">
                <a:solidFill>
                  <a:srgbClr val="B57906"/>
                </a:solidFill>
                <a:latin typeface="Arial"/>
                <a:ea typeface="Arial"/>
                <a:cs typeface="Arial"/>
              </a:defRPr>
            </a:lvl3pPr>
            <a:lvl4pPr algn="ctr">
              <a:defRPr sz="2025" b="1">
                <a:solidFill>
                  <a:srgbClr val="B57906"/>
                </a:solidFill>
                <a:latin typeface="Arial"/>
                <a:ea typeface="Arial"/>
                <a:cs typeface="Arial"/>
              </a:defRPr>
            </a:lvl4pPr>
            <a:lvl5pPr algn="ctr">
              <a:defRPr sz="2025" b="1">
                <a:solidFill>
                  <a:srgbClr val="B57906"/>
                </a:solidFill>
                <a:latin typeface="Arial"/>
                <a:ea typeface="Arial"/>
                <a:cs typeface="Arial"/>
              </a:defRPr>
            </a:lvl5pPr>
            <a:lvl6pPr algn="ctr">
              <a:defRPr sz="2025" b="1">
                <a:solidFill>
                  <a:srgbClr val="B57906"/>
                </a:solidFill>
                <a:latin typeface="Arial"/>
                <a:ea typeface="Arial"/>
                <a:cs typeface="Arial"/>
              </a:defRPr>
            </a:lvl6pPr>
            <a:lvl7pPr algn="ctr">
              <a:defRPr sz="2025" b="1">
                <a:solidFill>
                  <a:srgbClr val="B57906"/>
                </a:solidFill>
                <a:latin typeface="Arial"/>
                <a:ea typeface="Arial"/>
                <a:cs typeface="Arial"/>
              </a:defRPr>
            </a:lvl7pPr>
            <a:lvl8pPr algn="ctr">
              <a:defRPr sz="2025" b="1">
                <a:solidFill>
                  <a:srgbClr val="B57906"/>
                </a:solidFill>
                <a:latin typeface="Arial"/>
                <a:ea typeface="Arial"/>
                <a:cs typeface="Arial"/>
              </a:defRPr>
            </a:lvl8pPr>
            <a:lvl9pPr algn="ctr">
              <a:defRPr sz="2025" b="1">
                <a:solidFill>
                  <a:srgbClr val="B57906"/>
                </a:solidFill>
                <a:latin typeface="Arial"/>
                <a:ea typeface="Arial"/>
                <a:cs typeface="Arial"/>
              </a:defRPr>
            </a:lvl9pPr>
          </a:lstStyle>
          <a:p>
            <a:pPr algn="ctr">
              <a:defRPr sz="2025" b="1">
                <a:solidFill>
                  <a:srgbClr val="B57906"/>
                </a:solidFill>
                <a:latin typeface="Arial"/>
                <a:ea typeface="Arial"/>
                <a:cs typeface="Arial"/>
              </a:defRPr>
            </a:pPr>
            <a:r>
              <a:rPr sz="2025" b="1">
                <a:solidFill>
                  <a:srgbClr val="B57906"/>
                </a:solidFill>
                <a:latin typeface="Arial"/>
                <a:ea typeface="Arial"/>
                <a:cs typeface="Arial"/>
              </a:rPr>
              <a:t>Owner review</a:t>
            </a:r>
          </a:p>
        </p:txBody>
      </p:sp>
      <p:sp>
        <p:nvSpPr>
          <p:cNvPr id="21" name="A04-detail-24">
            <a:extLst>
              <a:ext uri="{FF2B5EF4-FFF2-40B4-BE49-F238E27FC236}">
                <a16:creationId xmlns:a16="http://schemas.microsoft.com/office/drawing/2014/main" id="{185A1C4B-9662-441E-AFC1-387DD9276302}"/>
              </a:ext>
            </a:extLst>
          </p:cNvPr>
          <p:cNvSpPr>
            <a:spLocks noGrp="1"/>
          </p:cNvSpPr>
          <p:nvPr/>
        </p:nvSpPr>
        <p:spPr>
          <a:xfrm>
            <a:off x="7343775" y="4448175"/>
            <a:ext cx="2124075" cy="762000"/>
          </a:xfrm>
          <a:prstGeom prst="rect">
            <a:avLst/>
          </a:prstGeom>
          <a:noFill/>
          <a:ln w="0">
            <a:noFill/>
            <a:prstDash val="solid"/>
          </a:ln>
        </p:spPr>
        <p:txBody>
          <a:bodyPr wrap="square" lIns="0" tIns="0" rIns="0" bIns="0" anchor="t">
            <a:noAutofit/>
          </a:bodyPr>
          <a:lstStyle>
            <a:defPPr algn="ctr">
              <a:defRPr sz="1725" b="0">
                <a:solidFill>
                  <a:srgbClr val="586958"/>
                </a:solidFill>
                <a:latin typeface="Arial"/>
                <a:ea typeface="Arial"/>
                <a:cs typeface="Arial"/>
              </a:defRPr>
            </a:defPPr>
            <a:lvl1pPr algn="ctr">
              <a:defRPr sz="1725" b="0">
                <a:solidFill>
                  <a:srgbClr val="586958"/>
                </a:solidFill>
                <a:latin typeface="Arial"/>
                <a:ea typeface="Arial"/>
                <a:cs typeface="Arial"/>
              </a:defRPr>
            </a:lvl1pPr>
            <a:lvl2pPr algn="ctr">
              <a:defRPr sz="1725" b="0">
                <a:solidFill>
                  <a:srgbClr val="586958"/>
                </a:solidFill>
                <a:latin typeface="Arial"/>
                <a:ea typeface="Arial"/>
                <a:cs typeface="Arial"/>
              </a:defRPr>
            </a:lvl2pPr>
            <a:lvl3pPr algn="ctr">
              <a:defRPr sz="1725" b="0">
                <a:solidFill>
                  <a:srgbClr val="586958"/>
                </a:solidFill>
                <a:latin typeface="Arial"/>
                <a:ea typeface="Arial"/>
                <a:cs typeface="Arial"/>
              </a:defRPr>
            </a:lvl3pPr>
            <a:lvl4pPr algn="ctr">
              <a:defRPr sz="1725" b="0">
                <a:solidFill>
                  <a:srgbClr val="586958"/>
                </a:solidFill>
                <a:latin typeface="Arial"/>
                <a:ea typeface="Arial"/>
                <a:cs typeface="Arial"/>
              </a:defRPr>
            </a:lvl4pPr>
            <a:lvl5pPr algn="ctr">
              <a:defRPr sz="1725" b="0">
                <a:solidFill>
                  <a:srgbClr val="586958"/>
                </a:solidFill>
                <a:latin typeface="Arial"/>
                <a:ea typeface="Arial"/>
                <a:cs typeface="Arial"/>
              </a:defRPr>
            </a:lvl5pPr>
            <a:lvl6pPr algn="ctr">
              <a:defRPr sz="1725" b="0">
                <a:solidFill>
                  <a:srgbClr val="586958"/>
                </a:solidFill>
                <a:latin typeface="Arial"/>
                <a:ea typeface="Arial"/>
                <a:cs typeface="Arial"/>
              </a:defRPr>
            </a:lvl6pPr>
            <a:lvl7pPr algn="ctr">
              <a:defRPr sz="1725" b="0">
                <a:solidFill>
                  <a:srgbClr val="586958"/>
                </a:solidFill>
                <a:latin typeface="Arial"/>
                <a:ea typeface="Arial"/>
                <a:cs typeface="Arial"/>
              </a:defRPr>
            </a:lvl7pPr>
            <a:lvl8pPr algn="ctr">
              <a:defRPr sz="1725" b="0">
                <a:solidFill>
                  <a:srgbClr val="586958"/>
                </a:solidFill>
                <a:latin typeface="Arial"/>
                <a:ea typeface="Arial"/>
                <a:cs typeface="Arial"/>
              </a:defRPr>
            </a:lvl8pPr>
            <a:lvl9pPr algn="ctr">
              <a:defRPr sz="1725" b="0">
                <a:solidFill>
                  <a:srgbClr val="586958"/>
                </a:solidFill>
                <a:latin typeface="Arial"/>
                <a:ea typeface="Arial"/>
                <a:cs typeface="Arial"/>
              </a:defRPr>
            </a:lvl9pPr>
          </a:lstStyle>
          <a:p>
            <a:pPr algn="ctr">
              <a:defRPr sz="1725" b="0">
                <a:solidFill>
                  <a:srgbClr val="586958"/>
                </a:solidFill>
                <a:latin typeface="Arial"/>
                <a:ea typeface="Arial"/>
                <a:cs typeface="Arial"/>
              </a:defRPr>
            </a:pPr>
            <a:r>
              <a:rPr sz="1725" b="0">
                <a:solidFill>
                  <a:srgbClr val="586958"/>
                </a:solidFill>
                <a:latin typeface="Arial"/>
                <a:ea typeface="Arial"/>
                <a:cs typeface="Arial"/>
              </a:rPr>
              <a:t>Approve price and wording</a:t>
            </a:r>
          </a:p>
        </p:txBody>
      </p:sp>
      <p:sp>
        <p:nvSpPr>
          <p:cNvPr id="22" name="矩形 21">
            <a:extLst>
              <a:ext uri="{FF2B5EF4-FFF2-40B4-BE49-F238E27FC236}">
                <a16:creationId xmlns:a16="http://schemas.microsoft.com/office/drawing/2014/main" id="{BB696287-BE7D-448A-817B-950A4BABD775}"/>
              </a:ext>
            </a:extLst>
          </p:cNvPr>
          <p:cNvSpPr>
            <a:spLocks noGrp="1"/>
          </p:cNvSpPr>
          <p:nvPr/>
        </p:nvSpPr>
        <p:spPr>
          <a:xfrm>
            <a:off x="9401175" y="2476500"/>
            <a:ext cx="285750" cy="457200"/>
          </a:xfrm>
          <a:prstGeom prst="rect">
            <a:avLst/>
          </a:prstGeom>
          <a:noFill/>
          <a:ln w="0">
            <a:noFill/>
            <a:prstDash val="solid"/>
          </a:ln>
        </p:spPr>
        <p:txBody>
          <a:bodyPr wrap="square" lIns="0" tIns="0" rIns="0" bIns="0" anchor="t">
            <a:noAutofit/>
          </a:bodyPr>
          <a:lstStyle>
            <a:defPPr algn="l">
              <a:defRPr sz="2400" b="1">
                <a:solidFill>
                  <a:srgbClr val="598C6C"/>
                </a:solidFill>
                <a:latin typeface="Arial"/>
                <a:ea typeface="Arial"/>
                <a:cs typeface="Arial"/>
              </a:defRPr>
            </a:defPPr>
            <a:lvl1pPr algn="l">
              <a:defRPr sz="2400" b="1">
                <a:solidFill>
                  <a:srgbClr val="598C6C"/>
                </a:solidFill>
                <a:latin typeface="Arial"/>
                <a:ea typeface="Arial"/>
                <a:cs typeface="Arial"/>
              </a:defRPr>
            </a:lvl1pPr>
            <a:lvl2pPr algn="l">
              <a:defRPr sz="2400" b="1">
                <a:solidFill>
                  <a:srgbClr val="598C6C"/>
                </a:solidFill>
                <a:latin typeface="Arial"/>
                <a:ea typeface="Arial"/>
                <a:cs typeface="Arial"/>
              </a:defRPr>
            </a:lvl2pPr>
            <a:lvl3pPr algn="l">
              <a:defRPr sz="2400" b="1">
                <a:solidFill>
                  <a:srgbClr val="598C6C"/>
                </a:solidFill>
                <a:latin typeface="Arial"/>
                <a:ea typeface="Arial"/>
                <a:cs typeface="Arial"/>
              </a:defRPr>
            </a:lvl3pPr>
            <a:lvl4pPr algn="l">
              <a:defRPr sz="2400" b="1">
                <a:solidFill>
                  <a:srgbClr val="598C6C"/>
                </a:solidFill>
                <a:latin typeface="Arial"/>
                <a:ea typeface="Arial"/>
                <a:cs typeface="Arial"/>
              </a:defRPr>
            </a:lvl4pPr>
            <a:lvl5pPr algn="l">
              <a:defRPr sz="2400" b="1">
                <a:solidFill>
                  <a:srgbClr val="598C6C"/>
                </a:solidFill>
                <a:latin typeface="Arial"/>
                <a:ea typeface="Arial"/>
                <a:cs typeface="Arial"/>
              </a:defRPr>
            </a:lvl5pPr>
            <a:lvl6pPr algn="l">
              <a:defRPr sz="2400" b="1">
                <a:solidFill>
                  <a:srgbClr val="598C6C"/>
                </a:solidFill>
                <a:latin typeface="Arial"/>
                <a:ea typeface="Arial"/>
                <a:cs typeface="Arial"/>
              </a:defRPr>
            </a:lvl6pPr>
            <a:lvl7pPr algn="l">
              <a:defRPr sz="2400" b="1">
                <a:solidFill>
                  <a:srgbClr val="598C6C"/>
                </a:solidFill>
                <a:latin typeface="Arial"/>
                <a:ea typeface="Arial"/>
                <a:cs typeface="Arial"/>
              </a:defRPr>
            </a:lvl7pPr>
            <a:lvl8pPr algn="l">
              <a:defRPr sz="2400" b="1">
                <a:solidFill>
                  <a:srgbClr val="598C6C"/>
                </a:solidFill>
                <a:latin typeface="Arial"/>
                <a:ea typeface="Arial"/>
                <a:cs typeface="Arial"/>
              </a:defRPr>
            </a:lvl8pPr>
            <a:lvl9pPr algn="l">
              <a:defRPr sz="2400" b="1">
                <a:solidFill>
                  <a:srgbClr val="598C6C"/>
                </a:solidFill>
                <a:latin typeface="Arial"/>
                <a:ea typeface="Arial"/>
                <a:cs typeface="Arial"/>
              </a:defRPr>
            </a:lvl9pPr>
          </a:lstStyle>
          <a:p>
            <a:pPr algn="l">
              <a:defRPr sz="2400" b="1">
                <a:solidFill>
                  <a:srgbClr val="598C6C"/>
                </a:solidFill>
                <a:latin typeface="Arial"/>
                <a:ea typeface="Arial"/>
                <a:cs typeface="Arial"/>
              </a:defRPr>
            </a:pPr>
            <a:r>
              <a:rPr sz="2400" b="1">
                <a:solidFill>
                  <a:srgbClr val="598C6C"/>
                </a:solidFill>
                <a:latin typeface="Arial"/>
                <a:ea typeface="Arial"/>
                <a:cs typeface="Arial"/>
              </a:rPr>
              <a:t>→</a:t>
            </a:r>
          </a:p>
        </p:txBody>
      </p:sp>
      <p:pic>
        <p:nvPicPr>
          <p:cNvPr id="23" name="图片 22">
            <a:extLst>
              <a:ext uri="{FF2B5EF4-FFF2-40B4-BE49-F238E27FC236}">
                <a16:creationId xmlns:a16="http://schemas.microsoft.com/office/drawing/2014/main" id="{3EAFB430-2C86-4F19-B8ED-D773868C42ED}"/>
              </a:ext>
            </a:extLst>
          </p:cNvPr>
          <p:cNvPicPr>
            <a:picLocks noChangeAspect="1"/>
          </p:cNvPicPr>
          <p:nvPr/>
        </p:nvPicPr>
        <p:blipFill>
          <a:blip r:embed="rId8"/>
          <a:stretch/>
        </p:blipFill>
        <p:spPr>
          <a:xfrm>
            <a:off x="9991725" y="2029558"/>
            <a:ext cx="1428750" cy="1274885"/>
          </a:xfrm>
          <a:prstGeom prst="rect">
            <a:avLst/>
          </a:prstGeom>
        </p:spPr>
      </p:pic>
      <p:sp>
        <p:nvSpPr>
          <p:cNvPr id="24" name="A05-label-25">
            <a:extLst>
              <a:ext uri="{FF2B5EF4-FFF2-40B4-BE49-F238E27FC236}">
                <a16:creationId xmlns:a16="http://schemas.microsoft.com/office/drawing/2014/main" id="{6A9D6E7F-26AC-4143-ADC2-F7DA747AD457}"/>
              </a:ext>
            </a:extLst>
          </p:cNvPr>
          <p:cNvSpPr>
            <a:spLocks noGrp="1"/>
          </p:cNvSpPr>
          <p:nvPr/>
        </p:nvSpPr>
        <p:spPr>
          <a:xfrm>
            <a:off x="9639300" y="3705225"/>
            <a:ext cx="2124075" cy="628650"/>
          </a:xfrm>
          <a:prstGeom prst="rect">
            <a:avLst/>
          </a:prstGeom>
          <a:noFill/>
          <a:ln w="0">
            <a:noFill/>
            <a:prstDash val="solid"/>
          </a:ln>
        </p:spPr>
        <p:txBody>
          <a:bodyPr wrap="square" lIns="0" tIns="0" rIns="0" bIns="0" anchor="t">
            <a:noAutofit/>
          </a:bodyPr>
          <a:lstStyle>
            <a:defPPr algn="ctr">
              <a:defRPr sz="2025" b="1">
                <a:solidFill>
                  <a:srgbClr val="163B2A"/>
                </a:solidFill>
                <a:latin typeface="Arial"/>
                <a:ea typeface="Arial"/>
                <a:cs typeface="Arial"/>
              </a:defRPr>
            </a:defPPr>
            <a:lvl1pPr algn="ctr">
              <a:defRPr sz="2025" b="1">
                <a:solidFill>
                  <a:srgbClr val="163B2A"/>
                </a:solidFill>
                <a:latin typeface="Arial"/>
                <a:ea typeface="Arial"/>
                <a:cs typeface="Arial"/>
              </a:defRPr>
            </a:lvl1pPr>
            <a:lvl2pPr algn="ctr">
              <a:defRPr sz="2025" b="1">
                <a:solidFill>
                  <a:srgbClr val="163B2A"/>
                </a:solidFill>
                <a:latin typeface="Arial"/>
                <a:ea typeface="Arial"/>
                <a:cs typeface="Arial"/>
              </a:defRPr>
            </a:lvl2pPr>
            <a:lvl3pPr algn="ctr">
              <a:defRPr sz="2025" b="1">
                <a:solidFill>
                  <a:srgbClr val="163B2A"/>
                </a:solidFill>
                <a:latin typeface="Arial"/>
                <a:ea typeface="Arial"/>
                <a:cs typeface="Arial"/>
              </a:defRPr>
            </a:lvl3pPr>
            <a:lvl4pPr algn="ctr">
              <a:defRPr sz="2025" b="1">
                <a:solidFill>
                  <a:srgbClr val="163B2A"/>
                </a:solidFill>
                <a:latin typeface="Arial"/>
                <a:ea typeface="Arial"/>
                <a:cs typeface="Arial"/>
              </a:defRPr>
            </a:lvl4pPr>
            <a:lvl5pPr algn="ctr">
              <a:defRPr sz="2025" b="1">
                <a:solidFill>
                  <a:srgbClr val="163B2A"/>
                </a:solidFill>
                <a:latin typeface="Arial"/>
                <a:ea typeface="Arial"/>
                <a:cs typeface="Arial"/>
              </a:defRPr>
            </a:lvl5pPr>
            <a:lvl6pPr algn="ctr">
              <a:defRPr sz="2025" b="1">
                <a:solidFill>
                  <a:srgbClr val="163B2A"/>
                </a:solidFill>
                <a:latin typeface="Arial"/>
                <a:ea typeface="Arial"/>
                <a:cs typeface="Arial"/>
              </a:defRPr>
            </a:lvl6pPr>
            <a:lvl7pPr algn="ctr">
              <a:defRPr sz="2025" b="1">
                <a:solidFill>
                  <a:srgbClr val="163B2A"/>
                </a:solidFill>
                <a:latin typeface="Arial"/>
                <a:ea typeface="Arial"/>
                <a:cs typeface="Arial"/>
              </a:defRPr>
            </a:lvl7pPr>
            <a:lvl8pPr algn="ctr">
              <a:defRPr sz="2025" b="1">
                <a:solidFill>
                  <a:srgbClr val="163B2A"/>
                </a:solidFill>
                <a:latin typeface="Arial"/>
                <a:ea typeface="Arial"/>
                <a:cs typeface="Arial"/>
              </a:defRPr>
            </a:lvl8pPr>
            <a:lvl9pPr algn="ctr">
              <a:defRPr sz="2025" b="1">
                <a:solidFill>
                  <a:srgbClr val="163B2A"/>
                </a:solidFill>
                <a:latin typeface="Arial"/>
                <a:ea typeface="Arial"/>
                <a:cs typeface="Arial"/>
              </a:defRPr>
            </a:lvl9pPr>
          </a:lstStyle>
          <a:p>
            <a:pPr algn="ctr">
              <a:defRPr sz="2025" b="1">
                <a:solidFill>
                  <a:srgbClr val="163B2A"/>
                </a:solidFill>
                <a:latin typeface="Arial"/>
                <a:ea typeface="Arial"/>
                <a:cs typeface="Arial"/>
              </a:defRPr>
            </a:pPr>
            <a:r>
              <a:rPr sz="2025" b="1">
                <a:solidFill>
                  <a:srgbClr val="163B2A"/>
                </a:solidFill>
                <a:latin typeface="Arial"/>
                <a:ea typeface="Arial"/>
                <a:cs typeface="Arial"/>
              </a:rPr>
              <a:t>Fulfil orders</a:t>
            </a:r>
          </a:p>
        </p:txBody>
      </p:sp>
      <p:sp>
        <p:nvSpPr>
          <p:cNvPr id="25" name="A05-detail-26">
            <a:extLst>
              <a:ext uri="{FF2B5EF4-FFF2-40B4-BE49-F238E27FC236}">
                <a16:creationId xmlns:a16="http://schemas.microsoft.com/office/drawing/2014/main" id="{9C29652D-7013-4DB8-85E0-66F8855BD86B}"/>
              </a:ext>
            </a:extLst>
          </p:cNvPr>
          <p:cNvSpPr>
            <a:spLocks noGrp="1"/>
          </p:cNvSpPr>
          <p:nvPr/>
        </p:nvSpPr>
        <p:spPr>
          <a:xfrm>
            <a:off x="9639300" y="4448175"/>
            <a:ext cx="2124075" cy="762000"/>
          </a:xfrm>
          <a:prstGeom prst="rect">
            <a:avLst/>
          </a:prstGeom>
          <a:noFill/>
          <a:ln w="0">
            <a:noFill/>
            <a:prstDash val="solid"/>
          </a:ln>
        </p:spPr>
        <p:txBody>
          <a:bodyPr wrap="square" lIns="0" tIns="0" rIns="0" bIns="0" anchor="t">
            <a:noAutofit/>
          </a:bodyPr>
          <a:lstStyle>
            <a:defPPr algn="ctr">
              <a:defRPr sz="1725" b="0">
                <a:solidFill>
                  <a:srgbClr val="586958"/>
                </a:solidFill>
                <a:latin typeface="Arial"/>
                <a:ea typeface="Arial"/>
                <a:cs typeface="Arial"/>
              </a:defRPr>
            </a:defPPr>
            <a:lvl1pPr algn="ctr">
              <a:defRPr sz="1725" b="0">
                <a:solidFill>
                  <a:srgbClr val="586958"/>
                </a:solidFill>
                <a:latin typeface="Arial"/>
                <a:ea typeface="Arial"/>
                <a:cs typeface="Arial"/>
              </a:defRPr>
            </a:lvl1pPr>
            <a:lvl2pPr algn="ctr">
              <a:defRPr sz="1725" b="0">
                <a:solidFill>
                  <a:srgbClr val="586958"/>
                </a:solidFill>
                <a:latin typeface="Arial"/>
                <a:ea typeface="Arial"/>
                <a:cs typeface="Arial"/>
              </a:defRPr>
            </a:lvl2pPr>
            <a:lvl3pPr algn="ctr">
              <a:defRPr sz="1725" b="0">
                <a:solidFill>
                  <a:srgbClr val="586958"/>
                </a:solidFill>
                <a:latin typeface="Arial"/>
                <a:ea typeface="Arial"/>
                <a:cs typeface="Arial"/>
              </a:defRPr>
            </a:lvl3pPr>
            <a:lvl4pPr algn="ctr">
              <a:defRPr sz="1725" b="0">
                <a:solidFill>
                  <a:srgbClr val="586958"/>
                </a:solidFill>
                <a:latin typeface="Arial"/>
                <a:ea typeface="Arial"/>
                <a:cs typeface="Arial"/>
              </a:defRPr>
            </a:lvl4pPr>
            <a:lvl5pPr algn="ctr">
              <a:defRPr sz="1725" b="0">
                <a:solidFill>
                  <a:srgbClr val="586958"/>
                </a:solidFill>
                <a:latin typeface="Arial"/>
                <a:ea typeface="Arial"/>
                <a:cs typeface="Arial"/>
              </a:defRPr>
            </a:lvl5pPr>
            <a:lvl6pPr algn="ctr">
              <a:defRPr sz="1725" b="0">
                <a:solidFill>
                  <a:srgbClr val="586958"/>
                </a:solidFill>
                <a:latin typeface="Arial"/>
                <a:ea typeface="Arial"/>
                <a:cs typeface="Arial"/>
              </a:defRPr>
            </a:lvl6pPr>
            <a:lvl7pPr algn="ctr">
              <a:defRPr sz="1725" b="0">
                <a:solidFill>
                  <a:srgbClr val="586958"/>
                </a:solidFill>
                <a:latin typeface="Arial"/>
                <a:ea typeface="Arial"/>
                <a:cs typeface="Arial"/>
              </a:defRPr>
            </a:lvl7pPr>
            <a:lvl8pPr algn="ctr">
              <a:defRPr sz="1725" b="0">
                <a:solidFill>
                  <a:srgbClr val="586958"/>
                </a:solidFill>
                <a:latin typeface="Arial"/>
                <a:ea typeface="Arial"/>
                <a:cs typeface="Arial"/>
              </a:defRPr>
            </a:lvl8pPr>
            <a:lvl9pPr algn="ctr">
              <a:defRPr sz="1725" b="0">
                <a:solidFill>
                  <a:srgbClr val="586958"/>
                </a:solidFill>
                <a:latin typeface="Arial"/>
                <a:ea typeface="Arial"/>
                <a:cs typeface="Arial"/>
              </a:defRPr>
            </a:lvl9pPr>
          </a:lstStyle>
          <a:p>
            <a:pPr algn="ctr">
              <a:defRPr sz="1725" b="0">
                <a:solidFill>
                  <a:srgbClr val="586958"/>
                </a:solidFill>
                <a:latin typeface="Arial"/>
                <a:ea typeface="Arial"/>
                <a:cs typeface="Arial"/>
              </a:defRPr>
            </a:pPr>
            <a:r>
              <a:rPr sz="1725" b="0">
                <a:solidFill>
                  <a:srgbClr val="586958"/>
                </a:solidFill>
                <a:latin typeface="Arial"/>
                <a:ea typeface="Arial"/>
                <a:cs typeface="Arial"/>
              </a:rPr>
              <a:t>Quote, confirm and collect</a:t>
            </a:r>
          </a:p>
        </p:txBody>
      </p:sp>
      <p:sp>
        <p:nvSpPr>
          <p:cNvPr id="26" name="矩形 25">
            <a:extLst>
              <a:ext uri="{FF2B5EF4-FFF2-40B4-BE49-F238E27FC236}">
                <a16:creationId xmlns:a16="http://schemas.microsoft.com/office/drawing/2014/main" id="{BA626C8D-04DA-4032-9B8E-307A29691B3D}"/>
              </a:ext>
            </a:extLst>
          </p:cNvPr>
          <p:cNvSpPr>
            <a:spLocks noGrp="1"/>
          </p:cNvSpPr>
          <p:nvPr/>
        </p:nvSpPr>
        <p:spPr>
          <a:xfrm>
            <a:off x="457200" y="5619750"/>
            <a:ext cx="11277600" cy="457200"/>
          </a:xfrm>
          <a:prstGeom prst="rect">
            <a:avLst/>
          </a:prstGeom>
          <a:noFill/>
          <a:ln w="0">
            <a:noFill/>
            <a:prstDash val="solid"/>
          </a:ln>
        </p:spPr>
        <p:txBody>
          <a:bodyPr wrap="square" lIns="0" tIns="0" rIns="0" bIns="0" anchor="t">
            <a:noAutofit/>
          </a:bodyPr>
          <a:lstStyle>
            <a:defPPr algn="ctr">
              <a:defRPr sz="2400" b="1">
                <a:solidFill>
                  <a:srgbClr val="163B2A"/>
                </a:solidFill>
                <a:latin typeface="Arial"/>
                <a:ea typeface="Arial"/>
                <a:cs typeface="Arial"/>
              </a:defRPr>
            </a:defPPr>
            <a:lvl1pPr algn="ctr">
              <a:defRPr sz="2400" b="1">
                <a:solidFill>
                  <a:srgbClr val="163B2A"/>
                </a:solidFill>
                <a:latin typeface="Arial"/>
                <a:ea typeface="Arial"/>
                <a:cs typeface="Arial"/>
              </a:defRPr>
            </a:lvl1pPr>
            <a:lvl2pPr algn="ctr">
              <a:defRPr sz="2400" b="1">
                <a:solidFill>
                  <a:srgbClr val="163B2A"/>
                </a:solidFill>
                <a:latin typeface="Arial"/>
                <a:ea typeface="Arial"/>
                <a:cs typeface="Arial"/>
              </a:defRPr>
            </a:lvl2pPr>
            <a:lvl3pPr algn="ctr">
              <a:defRPr sz="2400" b="1">
                <a:solidFill>
                  <a:srgbClr val="163B2A"/>
                </a:solidFill>
                <a:latin typeface="Arial"/>
                <a:ea typeface="Arial"/>
                <a:cs typeface="Arial"/>
              </a:defRPr>
            </a:lvl3pPr>
            <a:lvl4pPr algn="ctr">
              <a:defRPr sz="2400" b="1">
                <a:solidFill>
                  <a:srgbClr val="163B2A"/>
                </a:solidFill>
                <a:latin typeface="Arial"/>
                <a:ea typeface="Arial"/>
                <a:cs typeface="Arial"/>
              </a:defRPr>
            </a:lvl4pPr>
            <a:lvl5pPr algn="ctr">
              <a:defRPr sz="2400" b="1">
                <a:solidFill>
                  <a:srgbClr val="163B2A"/>
                </a:solidFill>
                <a:latin typeface="Arial"/>
                <a:ea typeface="Arial"/>
                <a:cs typeface="Arial"/>
              </a:defRPr>
            </a:lvl5pPr>
            <a:lvl6pPr algn="ctr">
              <a:defRPr sz="2400" b="1">
                <a:solidFill>
                  <a:srgbClr val="163B2A"/>
                </a:solidFill>
                <a:latin typeface="Arial"/>
                <a:ea typeface="Arial"/>
                <a:cs typeface="Arial"/>
              </a:defRPr>
            </a:lvl6pPr>
            <a:lvl7pPr algn="ctr">
              <a:defRPr sz="2400" b="1">
                <a:solidFill>
                  <a:srgbClr val="163B2A"/>
                </a:solidFill>
                <a:latin typeface="Arial"/>
                <a:ea typeface="Arial"/>
                <a:cs typeface="Arial"/>
              </a:defRPr>
            </a:lvl7pPr>
            <a:lvl8pPr algn="ctr">
              <a:defRPr sz="2400" b="1">
                <a:solidFill>
                  <a:srgbClr val="163B2A"/>
                </a:solidFill>
                <a:latin typeface="Arial"/>
                <a:ea typeface="Arial"/>
                <a:cs typeface="Arial"/>
              </a:defRPr>
            </a:lvl8pPr>
            <a:lvl9pPr algn="ctr">
              <a:defRPr sz="2400" b="1">
                <a:solidFill>
                  <a:srgbClr val="163B2A"/>
                </a:solidFill>
                <a:latin typeface="Arial"/>
                <a:ea typeface="Arial"/>
                <a:cs typeface="Arial"/>
              </a:defRPr>
            </a:lvl9pPr>
          </a:lstStyle>
          <a:p>
            <a:pPr algn="ctr">
              <a:defRPr sz="2400" b="1">
                <a:solidFill>
                  <a:srgbClr val="163B2A"/>
                </a:solidFill>
                <a:latin typeface="Arial"/>
                <a:ea typeface="Arial"/>
                <a:cs typeface="Arial"/>
              </a:defRPr>
            </a:pPr>
            <a:r>
              <a:rPr sz="2400" b="1">
                <a:solidFill>
                  <a:srgbClr val="163B2A"/>
                </a:solidFill>
                <a:latin typeface="Arial"/>
                <a:ea typeface="Arial"/>
                <a:cs typeface="Arial"/>
              </a:rPr>
              <a:t>The system recommends. The owner decides.</a:t>
            </a:r>
          </a:p>
        </p:txBody>
      </p:sp>
    </p:spTree>
    <p:extLst>
      <p:ext uri="{BB962C8B-B14F-4D97-AF65-F5344CB8AC3E}">
        <p14:creationId xmlns:p14="http://schemas.microsoft.com/office/powerpoint/2010/main" val="1054946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3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3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3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3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3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300"/>
                                        <p:tgtEl>
                                          <p:spTgt spid="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3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300"/>
                                        <p:tgtEl>
                                          <p:spTgt spid="2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3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3" grpId="0"/>
      <p:bldP spid="16" grpId="0"/>
      <p:bldP spid="17" grpId="0"/>
      <p:bldP spid="20" grpId="0"/>
      <p:bldP spid="21" grpId="0"/>
      <p:bldP spid="24"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BFC194CB-FAB4-4804-9DF8-F0356682C9E2}"/>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02E62661-FBF7-47CB-A0BA-C02B597BC125}"/>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Demo 1: turn surplus into an eligible offer</a:t>
            </a:r>
          </a:p>
        </p:txBody>
      </p:sp>
      <p:sp>
        <p:nvSpPr>
          <p:cNvPr id="3" name="矩形 2">
            <a:extLst>
              <a:ext uri="{FF2B5EF4-FFF2-40B4-BE49-F238E27FC236}">
                <a16:creationId xmlns:a16="http://schemas.microsoft.com/office/drawing/2014/main" id="{8E457EC3-0121-46A6-8AAF-EF24F74D98F1}"/>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Recorded local demo / synthetic products and simulated business</a:t>
            </a:r>
          </a:p>
        </p:txBody>
      </p:sp>
      <p:sp>
        <p:nvSpPr>
          <p:cNvPr id="4" name="矩形 3">
            <a:extLst>
              <a:ext uri="{FF2B5EF4-FFF2-40B4-BE49-F238E27FC236}">
                <a16:creationId xmlns:a16="http://schemas.microsoft.com/office/drawing/2014/main" id="{D7B9C8BD-8F45-43BF-B9AE-46B7D2ECB052}"/>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38C50526-D0AF-44C9-BB37-2F4294531E94}"/>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4223E3F3-1C79-42E1-BCE5-1B0D734D8210}"/>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06 / 32</a:t>
            </a:r>
          </a:p>
        </p:txBody>
      </p:sp>
      <p:sp>
        <p:nvSpPr>
          <p:cNvPr id="7" name="A01-batch-27">
            <a:extLst>
              <a:ext uri="{FF2B5EF4-FFF2-40B4-BE49-F238E27FC236}">
                <a16:creationId xmlns:a16="http://schemas.microsoft.com/office/drawing/2014/main" id="{91CA2DDB-E011-4B9A-94F8-F8A5444583BC}"/>
              </a:ext>
            </a:extLst>
          </p:cNvPr>
          <p:cNvSpPr>
            <a:spLocks noGrp="1"/>
          </p:cNvSpPr>
          <p:nvPr/>
        </p:nvSpPr>
        <p:spPr>
          <a:xfrm>
            <a:off x="457200" y="1838325"/>
            <a:ext cx="5429250" cy="723900"/>
          </a:xfrm>
          <a:prstGeom prst="rect">
            <a:avLst/>
          </a:prstGeom>
          <a:noFill/>
          <a:ln w="0">
            <a:noFill/>
            <a:prstDash val="solid"/>
          </a:ln>
        </p:spPr>
        <p:txBody>
          <a:bodyPr wrap="square" lIns="0" tIns="0" rIns="0" bIns="0" anchor="t">
            <a:noAutofit/>
          </a:bodyPr>
          <a:lstStyle>
            <a:defPPr algn="l">
              <a:defRPr sz="3900" b="1">
                <a:solidFill>
                  <a:srgbClr val="163B2A"/>
                </a:solidFill>
                <a:latin typeface="Arial"/>
                <a:ea typeface="Arial"/>
                <a:cs typeface="Arial"/>
              </a:defRPr>
            </a:defPPr>
            <a:lvl1pPr algn="l">
              <a:defRPr sz="3900" b="1">
                <a:solidFill>
                  <a:srgbClr val="163B2A"/>
                </a:solidFill>
                <a:latin typeface="Arial"/>
                <a:ea typeface="Arial"/>
                <a:cs typeface="Arial"/>
              </a:defRPr>
            </a:lvl1pPr>
            <a:lvl2pPr algn="l">
              <a:defRPr sz="3900" b="1">
                <a:solidFill>
                  <a:srgbClr val="163B2A"/>
                </a:solidFill>
                <a:latin typeface="Arial"/>
                <a:ea typeface="Arial"/>
                <a:cs typeface="Arial"/>
              </a:defRPr>
            </a:lvl2pPr>
            <a:lvl3pPr algn="l">
              <a:defRPr sz="3900" b="1">
                <a:solidFill>
                  <a:srgbClr val="163B2A"/>
                </a:solidFill>
                <a:latin typeface="Arial"/>
                <a:ea typeface="Arial"/>
                <a:cs typeface="Arial"/>
              </a:defRPr>
            </a:lvl3pPr>
            <a:lvl4pPr algn="l">
              <a:defRPr sz="3900" b="1">
                <a:solidFill>
                  <a:srgbClr val="163B2A"/>
                </a:solidFill>
                <a:latin typeface="Arial"/>
                <a:ea typeface="Arial"/>
                <a:cs typeface="Arial"/>
              </a:defRPr>
            </a:lvl4pPr>
            <a:lvl5pPr algn="l">
              <a:defRPr sz="3900" b="1">
                <a:solidFill>
                  <a:srgbClr val="163B2A"/>
                </a:solidFill>
                <a:latin typeface="Arial"/>
                <a:ea typeface="Arial"/>
                <a:cs typeface="Arial"/>
              </a:defRPr>
            </a:lvl5pPr>
            <a:lvl6pPr algn="l">
              <a:defRPr sz="3900" b="1">
                <a:solidFill>
                  <a:srgbClr val="163B2A"/>
                </a:solidFill>
                <a:latin typeface="Arial"/>
                <a:ea typeface="Arial"/>
                <a:cs typeface="Arial"/>
              </a:defRPr>
            </a:lvl6pPr>
            <a:lvl7pPr algn="l">
              <a:defRPr sz="3900" b="1">
                <a:solidFill>
                  <a:srgbClr val="163B2A"/>
                </a:solidFill>
                <a:latin typeface="Arial"/>
                <a:ea typeface="Arial"/>
                <a:cs typeface="Arial"/>
              </a:defRPr>
            </a:lvl7pPr>
            <a:lvl8pPr algn="l">
              <a:defRPr sz="3900" b="1">
                <a:solidFill>
                  <a:srgbClr val="163B2A"/>
                </a:solidFill>
                <a:latin typeface="Arial"/>
                <a:ea typeface="Arial"/>
                <a:cs typeface="Arial"/>
              </a:defRPr>
            </a:lvl8pPr>
            <a:lvl9pPr algn="l">
              <a:defRPr sz="3900" b="1">
                <a:solidFill>
                  <a:srgbClr val="163B2A"/>
                </a:solidFill>
                <a:latin typeface="Arial"/>
                <a:ea typeface="Arial"/>
                <a:cs typeface="Arial"/>
              </a:defRPr>
            </a:lvl9pPr>
          </a:lstStyle>
          <a:p>
            <a:pPr algn="l">
              <a:defRPr sz="3900" b="1">
                <a:solidFill>
                  <a:srgbClr val="163B2A"/>
                </a:solidFill>
                <a:latin typeface="Arial"/>
                <a:ea typeface="Arial"/>
                <a:cs typeface="Arial"/>
              </a:defRPr>
            </a:pPr>
            <a:r>
              <a:rPr sz="3900" b="1">
                <a:solidFill>
                  <a:srgbClr val="163B2A"/>
                </a:solidFill>
                <a:latin typeface="Arial"/>
                <a:ea typeface="Arial"/>
                <a:cs typeface="Arial"/>
              </a:rPr>
              <a:t>10 croissants</a:t>
            </a:r>
          </a:p>
        </p:txBody>
      </p:sp>
      <p:sp>
        <p:nvSpPr>
          <p:cNvPr id="8" name="矩形 7">
            <a:extLst>
              <a:ext uri="{FF2B5EF4-FFF2-40B4-BE49-F238E27FC236}">
                <a16:creationId xmlns:a16="http://schemas.microsoft.com/office/drawing/2014/main" id="{EA4AD886-23FE-4CF6-B166-BABBB81FFB13}"/>
              </a:ext>
            </a:extLst>
          </p:cNvPr>
          <p:cNvSpPr>
            <a:spLocks noGrp="1"/>
          </p:cNvSpPr>
          <p:nvPr/>
        </p:nvSpPr>
        <p:spPr>
          <a:xfrm>
            <a:off x="457200" y="2724150"/>
            <a:ext cx="5429250" cy="619125"/>
          </a:xfrm>
          <a:prstGeom prst="rect">
            <a:avLst/>
          </a:prstGeom>
          <a:noFill/>
          <a:ln w="0">
            <a:noFill/>
            <a:prstDash val="solid"/>
          </a:ln>
        </p:spPr>
        <p:txBody>
          <a:bodyPr wrap="square" lIns="0" tIns="0" rIns="0" bIns="0" anchor="t">
            <a:noAutofit/>
          </a:bodyPr>
          <a:lstStyle>
            <a:defPPr algn="l">
              <a:defRPr sz="1950" b="0">
                <a:solidFill>
                  <a:srgbClr val="586958"/>
                </a:solidFill>
                <a:latin typeface="Arial"/>
                <a:ea typeface="Arial"/>
                <a:cs typeface="Arial"/>
              </a:defRPr>
            </a:defPPr>
            <a:lvl1pPr algn="l">
              <a:defRPr sz="1950" b="0">
                <a:solidFill>
                  <a:srgbClr val="586958"/>
                </a:solidFill>
                <a:latin typeface="Arial"/>
                <a:ea typeface="Arial"/>
                <a:cs typeface="Arial"/>
              </a:defRPr>
            </a:lvl1pPr>
            <a:lvl2pPr algn="l">
              <a:defRPr sz="1950" b="0">
                <a:solidFill>
                  <a:srgbClr val="586958"/>
                </a:solidFill>
                <a:latin typeface="Arial"/>
                <a:ea typeface="Arial"/>
                <a:cs typeface="Arial"/>
              </a:defRPr>
            </a:lvl2pPr>
            <a:lvl3pPr algn="l">
              <a:defRPr sz="1950" b="0">
                <a:solidFill>
                  <a:srgbClr val="586958"/>
                </a:solidFill>
                <a:latin typeface="Arial"/>
                <a:ea typeface="Arial"/>
                <a:cs typeface="Arial"/>
              </a:defRPr>
            </a:lvl3pPr>
            <a:lvl4pPr algn="l">
              <a:defRPr sz="1950" b="0">
                <a:solidFill>
                  <a:srgbClr val="586958"/>
                </a:solidFill>
                <a:latin typeface="Arial"/>
                <a:ea typeface="Arial"/>
                <a:cs typeface="Arial"/>
              </a:defRPr>
            </a:lvl4pPr>
            <a:lvl5pPr algn="l">
              <a:defRPr sz="1950" b="0">
                <a:solidFill>
                  <a:srgbClr val="586958"/>
                </a:solidFill>
                <a:latin typeface="Arial"/>
                <a:ea typeface="Arial"/>
                <a:cs typeface="Arial"/>
              </a:defRPr>
            </a:lvl5pPr>
            <a:lvl6pPr algn="l">
              <a:defRPr sz="1950" b="0">
                <a:solidFill>
                  <a:srgbClr val="586958"/>
                </a:solidFill>
                <a:latin typeface="Arial"/>
                <a:ea typeface="Arial"/>
                <a:cs typeface="Arial"/>
              </a:defRPr>
            </a:lvl6pPr>
            <a:lvl7pPr algn="l">
              <a:defRPr sz="1950" b="0">
                <a:solidFill>
                  <a:srgbClr val="586958"/>
                </a:solidFill>
                <a:latin typeface="Arial"/>
                <a:ea typeface="Arial"/>
                <a:cs typeface="Arial"/>
              </a:defRPr>
            </a:lvl7pPr>
            <a:lvl8pPr algn="l">
              <a:defRPr sz="1950" b="0">
                <a:solidFill>
                  <a:srgbClr val="586958"/>
                </a:solidFill>
                <a:latin typeface="Arial"/>
                <a:ea typeface="Arial"/>
                <a:cs typeface="Arial"/>
              </a:defRPr>
            </a:lvl8pPr>
            <a:lvl9pPr algn="l">
              <a:defRPr sz="1950" b="0">
                <a:solidFill>
                  <a:srgbClr val="586958"/>
                </a:solidFill>
                <a:latin typeface="Arial"/>
                <a:ea typeface="Arial"/>
                <a:cs typeface="Arial"/>
              </a:defRPr>
            </a:lvl9pPr>
          </a:lstStyle>
          <a:p>
            <a:pPr algn="l">
              <a:defRPr sz="1950" b="0">
                <a:solidFill>
                  <a:srgbClr val="586958"/>
                </a:solidFill>
                <a:latin typeface="Arial"/>
                <a:ea typeface="Arial"/>
                <a:cs typeface="Arial"/>
              </a:defRPr>
            </a:pPr>
            <a:r>
              <a:rPr sz="1950" b="0">
                <a:solidFill>
                  <a:srgbClr val="586958"/>
                </a:solidFill>
                <a:latin typeface="Arial"/>
                <a:ea typeface="Arial"/>
                <a:cs typeface="Arial"/>
              </a:rPr>
              <a:t>Retail RM6 each. Listed cost RM2 each.</a:t>
            </a:r>
          </a:p>
        </p:txBody>
      </p:sp>
      <p:sp>
        <p:nvSpPr>
          <p:cNvPr id="9" name="矩形 8">
            <a:extLst>
              <a:ext uri="{FF2B5EF4-FFF2-40B4-BE49-F238E27FC236}">
                <a16:creationId xmlns:a16="http://schemas.microsoft.com/office/drawing/2014/main" id="{74A1A118-75C0-42FF-8DED-1E5F0EF32A89}"/>
              </a:ext>
            </a:extLst>
          </p:cNvPr>
          <p:cNvSpPr>
            <a:spLocks noGrp="1"/>
          </p:cNvSpPr>
          <p:nvPr/>
        </p:nvSpPr>
        <p:spPr>
          <a:xfrm>
            <a:off x="457200" y="3190875"/>
            <a:ext cx="5429250" cy="333375"/>
          </a:xfrm>
          <a:prstGeom prst="rect">
            <a:avLst/>
          </a:prstGeom>
          <a:noFill/>
          <a:ln w="0">
            <a:noFill/>
            <a:prstDash val="solid"/>
          </a:ln>
        </p:spPr>
        <p:txBody>
          <a:bodyPr wrap="square" lIns="0" tIns="0" rIns="0" bIns="0" anchor="t">
            <a:noAutofit/>
          </a:bodyPr>
          <a:lstStyle>
            <a:defPPr algn="l">
              <a:defRPr sz="1800" b="0">
                <a:solidFill>
                  <a:srgbClr val="586958"/>
                </a:solidFill>
                <a:latin typeface="Arial"/>
                <a:ea typeface="Arial"/>
                <a:cs typeface="Arial"/>
              </a:defRPr>
            </a:defPPr>
            <a:lvl1pPr algn="l">
              <a:defRPr sz="1800" b="0">
                <a:solidFill>
                  <a:srgbClr val="586958"/>
                </a:solidFill>
                <a:latin typeface="Arial"/>
                <a:ea typeface="Arial"/>
                <a:cs typeface="Arial"/>
              </a:defRPr>
            </a:lvl1pPr>
            <a:lvl2pPr algn="l">
              <a:defRPr sz="1800" b="0">
                <a:solidFill>
                  <a:srgbClr val="586958"/>
                </a:solidFill>
                <a:latin typeface="Arial"/>
                <a:ea typeface="Arial"/>
                <a:cs typeface="Arial"/>
              </a:defRPr>
            </a:lvl2pPr>
            <a:lvl3pPr algn="l">
              <a:defRPr sz="1800" b="0">
                <a:solidFill>
                  <a:srgbClr val="586958"/>
                </a:solidFill>
                <a:latin typeface="Arial"/>
                <a:ea typeface="Arial"/>
                <a:cs typeface="Arial"/>
              </a:defRPr>
            </a:lvl3pPr>
            <a:lvl4pPr algn="l">
              <a:defRPr sz="1800" b="0">
                <a:solidFill>
                  <a:srgbClr val="586958"/>
                </a:solidFill>
                <a:latin typeface="Arial"/>
                <a:ea typeface="Arial"/>
                <a:cs typeface="Arial"/>
              </a:defRPr>
            </a:lvl4pPr>
            <a:lvl5pPr algn="l">
              <a:defRPr sz="1800" b="0">
                <a:solidFill>
                  <a:srgbClr val="586958"/>
                </a:solidFill>
                <a:latin typeface="Arial"/>
                <a:ea typeface="Arial"/>
                <a:cs typeface="Arial"/>
              </a:defRPr>
            </a:lvl5pPr>
            <a:lvl6pPr algn="l">
              <a:defRPr sz="1800" b="0">
                <a:solidFill>
                  <a:srgbClr val="586958"/>
                </a:solidFill>
                <a:latin typeface="Arial"/>
                <a:ea typeface="Arial"/>
                <a:cs typeface="Arial"/>
              </a:defRPr>
            </a:lvl6pPr>
            <a:lvl7pPr algn="l">
              <a:defRPr sz="1800" b="0">
                <a:solidFill>
                  <a:srgbClr val="586958"/>
                </a:solidFill>
                <a:latin typeface="Arial"/>
                <a:ea typeface="Arial"/>
                <a:cs typeface="Arial"/>
              </a:defRPr>
            </a:lvl7pPr>
            <a:lvl8pPr algn="l">
              <a:defRPr sz="1800" b="0">
                <a:solidFill>
                  <a:srgbClr val="586958"/>
                </a:solidFill>
                <a:latin typeface="Arial"/>
                <a:ea typeface="Arial"/>
                <a:cs typeface="Arial"/>
              </a:defRPr>
            </a:lvl8pPr>
            <a:lvl9pPr algn="l">
              <a:defRPr sz="1800" b="0">
                <a:solidFill>
                  <a:srgbClr val="586958"/>
                </a:solidFill>
                <a:latin typeface="Arial"/>
                <a:ea typeface="Arial"/>
                <a:cs typeface="Arial"/>
              </a:defRPr>
            </a:lvl9pPr>
          </a:lstStyle>
          <a:p>
            <a:pPr algn="l">
              <a:defRPr sz="1800" b="0">
                <a:solidFill>
                  <a:srgbClr val="586958"/>
                </a:solidFill>
                <a:latin typeface="Arial"/>
                <a:ea typeface="Arial"/>
                <a:cs typeface="Arial"/>
              </a:defRPr>
            </a:pPr>
            <a:r>
              <a:rPr sz="1800" b="0">
                <a:solidFill>
                  <a:srgbClr val="586958"/>
                </a:solidFill>
                <a:latin typeface="Arial"/>
                <a:ea typeface="Arial"/>
                <a:cs typeface="Arial"/>
              </a:rPr>
              <a:t>Clearance: RM3 each; RM30 only if all sell.</a:t>
            </a:r>
          </a:p>
        </p:txBody>
      </p:sp>
      <p:graphicFrame>
        <p:nvGraphicFramePr>
          <p:cNvPr id="10" name="表格 9">
            <a:extLst>
              <a:ext uri="{FF2B5EF4-FFF2-40B4-BE49-F238E27FC236}">
                <a16:creationId xmlns:a16="http://schemas.microsoft.com/office/drawing/2014/main" id="{DB5094EC-2587-496F-8DC2-781B6C7535C0}"/>
              </a:ext>
            </a:extLst>
          </p:cNvPr>
          <p:cNvGraphicFramePr/>
          <p:nvPr/>
        </p:nvGraphicFramePr>
        <p:xfrm>
          <a:off x="457200" y="3638550"/>
          <a:ext cx="5429250" cy="2095500"/>
        </p:xfrm>
        <a:graphic>
          <a:graphicData uri="http://schemas.openxmlformats.org/drawingml/2006/table">
            <a:tbl>
              <a:tblPr/>
              <a:tblGrid>
                <a:gridCol w="390525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523875">
                <a:tc>
                  <a:txBody>
                    <a:bodyPr/>
                    <a:lstStyle/>
                    <a:p>
                      <a:pPr algn="l"/>
                      <a:r>
                        <a:rPr sz="1725" b="1">
                          <a:solidFill>
                            <a:srgbClr val="163B2A"/>
                          </a:solidFill>
                          <a:latin typeface="Arial"/>
                          <a:ea typeface="Arial"/>
                          <a:cs typeface="Arial"/>
                        </a:rPr>
                        <a:t>Stock before confirmation</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725" b="1">
                          <a:solidFill>
                            <a:srgbClr val="163B2A"/>
                          </a:solidFill>
                          <a:latin typeface="Arial"/>
                          <a:ea typeface="Arial"/>
                          <a:cs typeface="Arial"/>
                        </a:rPr>
                        <a:t>Items</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523875">
                <a:tc>
                  <a:txBody>
                    <a:bodyPr/>
                    <a:lstStyle/>
                    <a:p>
                      <a:pPr algn="l"/>
                      <a:r>
                        <a:rPr sz="1800" b="0">
                          <a:solidFill>
                            <a:srgbClr val="163B2A"/>
                          </a:solidFill>
                          <a:latin typeface="Arial"/>
                          <a:ea typeface="Arial"/>
                          <a:cs typeface="Arial"/>
                        </a:rPr>
                        <a:t>On hand</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523875">
                <a:tc>
                  <a:txBody>
                    <a:bodyPr/>
                    <a:lstStyle/>
                    <a:p>
                      <a:pPr algn="l"/>
                      <a:r>
                        <a:rPr sz="1800" b="0">
                          <a:solidFill>
                            <a:srgbClr val="163B2A"/>
                          </a:solidFill>
                          <a:latin typeface="Arial"/>
                          <a:ea typeface="Arial"/>
                          <a:cs typeface="Arial"/>
                        </a:rPr>
                        <a:t>Reserved</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523875">
                <a:tc>
                  <a:txBody>
                    <a:bodyPr/>
                    <a:lstStyle/>
                    <a:p>
                      <a:pPr algn="l"/>
                      <a:r>
                        <a:rPr sz="1800" b="0">
                          <a:solidFill>
                            <a:srgbClr val="163B2A"/>
                          </a:solidFill>
                          <a:latin typeface="Arial"/>
                          <a:ea typeface="Arial"/>
                          <a:cs typeface="Arial"/>
                        </a:rPr>
                        <a:t>Available</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bl>
          </a:graphicData>
        </a:graphic>
      </p:graphicFrame>
      <p:sp>
        <p:nvSpPr>
          <p:cNvPr id="11" name="A02-price-28">
            <a:extLst>
              <a:ext uri="{FF2B5EF4-FFF2-40B4-BE49-F238E27FC236}">
                <a16:creationId xmlns:a16="http://schemas.microsoft.com/office/drawing/2014/main" id="{4230633E-80C1-4EAF-BEBD-3B1C73695359}"/>
              </a:ext>
            </a:extLst>
          </p:cNvPr>
          <p:cNvSpPr>
            <a:spLocks noGrp="1"/>
          </p:cNvSpPr>
          <p:nvPr/>
        </p:nvSpPr>
        <p:spPr>
          <a:xfrm>
            <a:off x="6572250" y="1838325"/>
            <a:ext cx="5162550" cy="723900"/>
          </a:xfrm>
          <a:prstGeom prst="rect">
            <a:avLst/>
          </a:prstGeom>
          <a:noFill/>
          <a:ln w="0">
            <a:noFill/>
            <a:prstDash val="solid"/>
          </a:ln>
        </p:spPr>
        <p:txBody>
          <a:bodyPr wrap="square" lIns="0" tIns="0" rIns="0" bIns="0" anchor="t">
            <a:noAutofit/>
          </a:bodyPr>
          <a:lstStyle>
            <a:defPPr algn="l">
              <a:defRPr sz="4200" b="1">
                <a:solidFill>
                  <a:srgbClr val="598C6C"/>
                </a:solidFill>
                <a:latin typeface="Arial"/>
                <a:ea typeface="Arial"/>
                <a:cs typeface="Arial"/>
              </a:defRPr>
            </a:defPPr>
            <a:lvl1pPr algn="l">
              <a:defRPr sz="4200" b="1">
                <a:solidFill>
                  <a:srgbClr val="598C6C"/>
                </a:solidFill>
                <a:latin typeface="Arial"/>
                <a:ea typeface="Arial"/>
                <a:cs typeface="Arial"/>
              </a:defRPr>
            </a:lvl1pPr>
            <a:lvl2pPr algn="l">
              <a:defRPr sz="4200" b="1">
                <a:solidFill>
                  <a:srgbClr val="598C6C"/>
                </a:solidFill>
                <a:latin typeface="Arial"/>
                <a:ea typeface="Arial"/>
                <a:cs typeface="Arial"/>
              </a:defRPr>
            </a:lvl2pPr>
            <a:lvl3pPr algn="l">
              <a:defRPr sz="4200" b="1">
                <a:solidFill>
                  <a:srgbClr val="598C6C"/>
                </a:solidFill>
                <a:latin typeface="Arial"/>
                <a:ea typeface="Arial"/>
                <a:cs typeface="Arial"/>
              </a:defRPr>
            </a:lvl3pPr>
            <a:lvl4pPr algn="l">
              <a:defRPr sz="4200" b="1">
                <a:solidFill>
                  <a:srgbClr val="598C6C"/>
                </a:solidFill>
                <a:latin typeface="Arial"/>
                <a:ea typeface="Arial"/>
                <a:cs typeface="Arial"/>
              </a:defRPr>
            </a:lvl4pPr>
            <a:lvl5pPr algn="l">
              <a:defRPr sz="4200" b="1">
                <a:solidFill>
                  <a:srgbClr val="598C6C"/>
                </a:solidFill>
                <a:latin typeface="Arial"/>
                <a:ea typeface="Arial"/>
                <a:cs typeface="Arial"/>
              </a:defRPr>
            </a:lvl5pPr>
            <a:lvl6pPr algn="l">
              <a:defRPr sz="4200" b="1">
                <a:solidFill>
                  <a:srgbClr val="598C6C"/>
                </a:solidFill>
                <a:latin typeface="Arial"/>
                <a:ea typeface="Arial"/>
                <a:cs typeface="Arial"/>
              </a:defRPr>
            </a:lvl6pPr>
            <a:lvl7pPr algn="l">
              <a:defRPr sz="4200" b="1">
                <a:solidFill>
                  <a:srgbClr val="598C6C"/>
                </a:solidFill>
                <a:latin typeface="Arial"/>
                <a:ea typeface="Arial"/>
                <a:cs typeface="Arial"/>
              </a:defRPr>
            </a:lvl7pPr>
            <a:lvl8pPr algn="l">
              <a:defRPr sz="4200" b="1">
                <a:solidFill>
                  <a:srgbClr val="598C6C"/>
                </a:solidFill>
                <a:latin typeface="Arial"/>
                <a:ea typeface="Arial"/>
                <a:cs typeface="Arial"/>
              </a:defRPr>
            </a:lvl8pPr>
            <a:lvl9pPr algn="l">
              <a:defRPr sz="4200" b="1">
                <a:solidFill>
                  <a:srgbClr val="598C6C"/>
                </a:solidFill>
                <a:latin typeface="Arial"/>
                <a:ea typeface="Arial"/>
                <a:cs typeface="Arial"/>
              </a:defRPr>
            </a:lvl9pPr>
          </a:lstStyle>
          <a:p>
            <a:pPr algn="l">
              <a:defRPr sz="4200" b="1">
                <a:solidFill>
                  <a:srgbClr val="598C6C"/>
                </a:solidFill>
                <a:latin typeface="Arial"/>
                <a:ea typeface="Arial"/>
                <a:cs typeface="Arial"/>
              </a:defRPr>
            </a:pPr>
            <a:r>
              <a:rPr sz="4200" b="1">
                <a:solidFill>
                  <a:srgbClr val="598C6C"/>
                </a:solidFill>
                <a:latin typeface="Arial"/>
                <a:ea typeface="Arial"/>
                <a:cs typeface="Arial"/>
              </a:rPr>
              <a:t>RM5.70</a:t>
            </a:r>
          </a:p>
        </p:txBody>
      </p:sp>
      <p:sp>
        <p:nvSpPr>
          <p:cNvPr id="12" name="矩形 11">
            <a:extLst>
              <a:ext uri="{FF2B5EF4-FFF2-40B4-BE49-F238E27FC236}">
                <a16:creationId xmlns:a16="http://schemas.microsoft.com/office/drawing/2014/main" id="{D25C7BD9-6071-40D9-9F2E-A93987702C69}"/>
              </a:ext>
            </a:extLst>
          </p:cNvPr>
          <p:cNvSpPr>
            <a:spLocks noGrp="1"/>
          </p:cNvSpPr>
          <p:nvPr/>
        </p:nvSpPr>
        <p:spPr>
          <a:xfrm>
            <a:off x="6572250" y="2724150"/>
            <a:ext cx="5162550" cy="42862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Eligible surprise box: 2 items</a:t>
            </a:r>
          </a:p>
        </p:txBody>
      </p:sp>
      <p:sp>
        <p:nvSpPr>
          <p:cNvPr id="13" name="矩形 12">
            <a:extLst>
              <a:ext uri="{FF2B5EF4-FFF2-40B4-BE49-F238E27FC236}">
                <a16:creationId xmlns:a16="http://schemas.microsoft.com/office/drawing/2014/main" id="{D3E44F67-D2FA-4E25-9B37-BEDC4D4186C8}"/>
              </a:ext>
            </a:extLst>
          </p:cNvPr>
          <p:cNvSpPr>
            <a:spLocks noGrp="1"/>
          </p:cNvSpPr>
          <p:nvPr/>
        </p:nvSpPr>
        <p:spPr>
          <a:xfrm>
            <a:off x="6572250" y="3362325"/>
            <a:ext cx="5162550" cy="647700"/>
          </a:xfrm>
          <a:prstGeom prst="rect">
            <a:avLst/>
          </a:prstGeom>
          <a:noFill/>
          <a:ln w="0">
            <a:noFill/>
            <a:prstDash val="solid"/>
          </a:ln>
        </p:spPr>
        <p:txBody>
          <a:bodyPr wrap="square" lIns="0" tIns="0" rIns="0" bIns="0" anchor="t">
            <a:noAutofit/>
          </a:bodyPr>
          <a:lstStyle>
            <a:defPPr algn="l">
              <a:defRPr sz="1950" b="0">
                <a:solidFill>
                  <a:srgbClr val="586958"/>
                </a:solidFill>
                <a:latin typeface="Arial"/>
                <a:ea typeface="Arial"/>
                <a:cs typeface="Arial"/>
              </a:defRPr>
            </a:defPPr>
            <a:lvl1pPr algn="l">
              <a:defRPr sz="1950" b="0">
                <a:solidFill>
                  <a:srgbClr val="586958"/>
                </a:solidFill>
                <a:latin typeface="Arial"/>
                <a:ea typeface="Arial"/>
                <a:cs typeface="Arial"/>
              </a:defRPr>
            </a:lvl1pPr>
            <a:lvl2pPr algn="l">
              <a:defRPr sz="1950" b="0">
                <a:solidFill>
                  <a:srgbClr val="586958"/>
                </a:solidFill>
                <a:latin typeface="Arial"/>
                <a:ea typeface="Arial"/>
                <a:cs typeface="Arial"/>
              </a:defRPr>
            </a:lvl2pPr>
            <a:lvl3pPr algn="l">
              <a:defRPr sz="1950" b="0">
                <a:solidFill>
                  <a:srgbClr val="586958"/>
                </a:solidFill>
                <a:latin typeface="Arial"/>
                <a:ea typeface="Arial"/>
                <a:cs typeface="Arial"/>
              </a:defRPr>
            </a:lvl3pPr>
            <a:lvl4pPr algn="l">
              <a:defRPr sz="1950" b="0">
                <a:solidFill>
                  <a:srgbClr val="586958"/>
                </a:solidFill>
                <a:latin typeface="Arial"/>
                <a:ea typeface="Arial"/>
                <a:cs typeface="Arial"/>
              </a:defRPr>
            </a:lvl4pPr>
            <a:lvl5pPr algn="l">
              <a:defRPr sz="1950" b="0">
                <a:solidFill>
                  <a:srgbClr val="586958"/>
                </a:solidFill>
                <a:latin typeface="Arial"/>
                <a:ea typeface="Arial"/>
                <a:cs typeface="Arial"/>
              </a:defRPr>
            </a:lvl5pPr>
            <a:lvl6pPr algn="l">
              <a:defRPr sz="1950" b="0">
                <a:solidFill>
                  <a:srgbClr val="586958"/>
                </a:solidFill>
                <a:latin typeface="Arial"/>
                <a:ea typeface="Arial"/>
                <a:cs typeface="Arial"/>
              </a:defRPr>
            </a:lvl6pPr>
            <a:lvl7pPr algn="l">
              <a:defRPr sz="1950" b="0">
                <a:solidFill>
                  <a:srgbClr val="586958"/>
                </a:solidFill>
                <a:latin typeface="Arial"/>
                <a:ea typeface="Arial"/>
                <a:cs typeface="Arial"/>
              </a:defRPr>
            </a:lvl7pPr>
            <a:lvl8pPr algn="l">
              <a:defRPr sz="1950" b="0">
                <a:solidFill>
                  <a:srgbClr val="586958"/>
                </a:solidFill>
                <a:latin typeface="Arial"/>
                <a:ea typeface="Arial"/>
                <a:cs typeface="Arial"/>
              </a:defRPr>
            </a:lvl8pPr>
            <a:lvl9pPr algn="l">
              <a:defRPr sz="1950" b="0">
                <a:solidFill>
                  <a:srgbClr val="586958"/>
                </a:solidFill>
                <a:latin typeface="Arial"/>
                <a:ea typeface="Arial"/>
                <a:cs typeface="Arial"/>
              </a:defRPr>
            </a:lvl9pPr>
          </a:lstStyle>
          <a:p>
            <a:pPr algn="l">
              <a:defRPr sz="1950" b="0">
                <a:solidFill>
                  <a:srgbClr val="586958"/>
                </a:solidFill>
                <a:latin typeface="Arial"/>
                <a:ea typeface="Arial"/>
                <a:cs typeface="Arial"/>
              </a:defRPr>
            </a:pPr>
            <a:r>
              <a:rPr sz="1950" b="0">
                <a:solidFill>
                  <a:srgbClr val="586958"/>
                </a:solidFill>
                <a:latin typeface="Arial"/>
                <a:ea typeface="Arial"/>
                <a:cs typeface="Arial"/>
              </a:rPr>
              <a:t>RM4.00 × 1.30 + RM0.50 packaging</a:t>
            </a:r>
          </a:p>
        </p:txBody>
      </p:sp>
      <p:sp>
        <p:nvSpPr>
          <p:cNvPr id="14" name="A03-reservation-29">
            <a:extLst>
              <a:ext uri="{FF2B5EF4-FFF2-40B4-BE49-F238E27FC236}">
                <a16:creationId xmlns:a16="http://schemas.microsoft.com/office/drawing/2014/main" id="{30438301-CC00-4E36-B26F-48684B350A80}"/>
              </a:ext>
            </a:extLst>
          </p:cNvPr>
          <p:cNvSpPr>
            <a:spLocks noGrp="1"/>
          </p:cNvSpPr>
          <p:nvPr/>
        </p:nvSpPr>
        <p:spPr>
          <a:xfrm>
            <a:off x="6572250" y="4305300"/>
            <a:ext cx="5162550" cy="800100"/>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Recommendations and quotes</a:t>
            </a:r>
          </a:p>
          <a:p>
            <a:pPr algn="l">
              <a:defRPr sz="2100" b="1">
                <a:solidFill>
                  <a:srgbClr val="163B2A"/>
                </a:solidFill>
                <a:latin typeface="Arial"/>
                <a:ea typeface="Arial"/>
                <a:cs typeface="Arial"/>
              </a:defRPr>
            </a:pPr>
            <a:r>
              <a:rPr sz="2100" b="1">
                <a:solidFill>
                  <a:srgbClr val="163B2A"/>
                </a:solidFill>
                <a:latin typeface="Arial"/>
                <a:ea typeface="Arial"/>
                <a:cs typeface="Arial"/>
              </a:rPr>
              <a:t>do not reserve inventory.</a:t>
            </a:r>
          </a:p>
        </p:txBody>
      </p:sp>
      <p:sp>
        <p:nvSpPr>
          <p:cNvPr id="15" name="NAV-BG-WEB">
            <a:extLst>
              <a:ext uri="{FF2B5EF4-FFF2-40B4-BE49-F238E27FC236}">
                <a16:creationId xmlns:a16="http://schemas.microsoft.com/office/drawing/2014/main" id="{F4465D8F-CA0E-4ACC-B267-7548DA86B21C}"/>
              </a:ext>
            </a:extLst>
          </p:cNvPr>
          <p:cNvSpPr>
            <a:spLocks noGrp="1"/>
          </p:cNvSpPr>
          <p:nvPr/>
        </p:nvSpPr>
        <p:spPr>
          <a:xfrm>
            <a:off x="6572250" y="5505450"/>
            <a:ext cx="5162550" cy="342900"/>
          </a:xfrm>
          <a:prstGeom prst="roundRect">
            <a:avLst>
              <a:gd name="adj" fmla="val 22222"/>
            </a:avLst>
          </a:prstGeom>
          <a:solidFill>
            <a:srgbClr val="EDF0DF"/>
          </a:solidFill>
          <a:ln w="9525">
            <a:solidFill>
              <a:srgbClr val="B7BA9A"/>
            </a:solidFill>
            <a:prstDash val="solid"/>
          </a:ln>
        </p:spPr>
      </p:sp>
      <p:sp>
        <p:nvSpPr>
          <p:cNvPr id="16" name="NAV-WEB">
            <a:hlinkClick r:id="rId4"/>
            <a:extLst>
              <a:ext uri="{FF2B5EF4-FFF2-40B4-BE49-F238E27FC236}">
                <a16:creationId xmlns:a16="http://schemas.microsoft.com/office/drawing/2014/main" id="{79A1E8DB-4D7B-403C-8AB4-A2824E83970E}"/>
              </a:ext>
            </a:extLst>
          </p:cNvPr>
          <p:cNvSpPr>
            <a:spLocks noGrp="1"/>
          </p:cNvSpPr>
          <p:nvPr/>
        </p:nvSpPr>
        <p:spPr>
          <a:xfrm>
            <a:off x="6667500" y="5572125"/>
            <a:ext cx="497205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Open local website demo</a:t>
            </a:r>
          </a:p>
        </p:txBody>
      </p:sp>
    </p:spTree>
    <p:extLst>
      <p:ext uri="{BB962C8B-B14F-4D97-AF65-F5344CB8AC3E}">
        <p14:creationId xmlns:p14="http://schemas.microsoft.com/office/powerpoint/2010/main" val="2023966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3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542EB586-DCC3-44B6-B2AD-B56589A7079D}"/>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368A6E5A-F5C4-4868-81FF-2B76CF5B86EA}"/>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Demo 2: quote, confirm and collect</a:t>
            </a:r>
          </a:p>
        </p:txBody>
      </p:sp>
      <p:sp>
        <p:nvSpPr>
          <p:cNvPr id="3" name="矩形 2">
            <a:extLst>
              <a:ext uri="{FF2B5EF4-FFF2-40B4-BE49-F238E27FC236}">
                <a16:creationId xmlns:a16="http://schemas.microsoft.com/office/drawing/2014/main" id="{7E63D27F-2BEF-41B8-B521-607F66A96D83}"/>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Connected local stock logic / payment and identities are simulated</a:t>
            </a:r>
          </a:p>
        </p:txBody>
      </p:sp>
      <p:sp>
        <p:nvSpPr>
          <p:cNvPr id="4" name="矩形 3">
            <a:extLst>
              <a:ext uri="{FF2B5EF4-FFF2-40B4-BE49-F238E27FC236}">
                <a16:creationId xmlns:a16="http://schemas.microsoft.com/office/drawing/2014/main" id="{4E362F4E-7D20-4177-95AC-DB0F332F7552}"/>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94817BB9-E2CA-4E79-9776-D6C668F37DF9}"/>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09B25C5B-C8D8-44BB-A82D-2D9428B876B1}"/>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07 / 32</a:t>
            </a:r>
          </a:p>
        </p:txBody>
      </p:sp>
      <p:graphicFrame>
        <p:nvGraphicFramePr>
          <p:cNvPr id="7" name="表格 6">
            <a:extLst>
              <a:ext uri="{FF2B5EF4-FFF2-40B4-BE49-F238E27FC236}">
                <a16:creationId xmlns:a16="http://schemas.microsoft.com/office/drawing/2014/main" id="{4535E7E7-AE56-414D-923E-BB0D4996FC58}"/>
              </a:ext>
            </a:extLst>
          </p:cNvPr>
          <p:cNvGraphicFramePr/>
          <p:nvPr/>
        </p:nvGraphicFramePr>
        <p:xfrm>
          <a:off x="457200" y="1962150"/>
          <a:ext cx="11277600" cy="2514600"/>
        </p:xfrm>
        <a:graphic>
          <a:graphicData uri="http://schemas.openxmlformats.org/drawingml/2006/table">
            <a:tbl>
              <a:tblPr/>
              <a:tblGrid>
                <a:gridCol w="4114800">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gridCol w="1790700">
                  <a:extLst>
                    <a:ext uri="{9D8B030D-6E8A-4147-A177-3AD203B41FA5}">
                      <a16:colId xmlns:a16="http://schemas.microsoft.com/office/drawing/2014/main" val="20002"/>
                    </a:ext>
                  </a:extLst>
                </a:gridCol>
                <a:gridCol w="1790700">
                  <a:extLst>
                    <a:ext uri="{9D8B030D-6E8A-4147-A177-3AD203B41FA5}">
                      <a16:colId xmlns:a16="http://schemas.microsoft.com/office/drawing/2014/main" val="20003"/>
                    </a:ext>
                  </a:extLst>
                </a:gridCol>
                <a:gridCol w="1790700">
                  <a:extLst>
                    <a:ext uri="{9D8B030D-6E8A-4147-A177-3AD203B41FA5}">
                      <a16:colId xmlns:a16="http://schemas.microsoft.com/office/drawing/2014/main" val="20004"/>
                    </a:ext>
                  </a:extLst>
                </a:gridCol>
              </a:tblGrid>
              <a:tr h="628650">
                <a:tc>
                  <a:txBody>
                    <a:bodyPr/>
                    <a:lstStyle/>
                    <a:p>
                      <a:pPr algn="l"/>
                      <a:r>
                        <a:rPr sz="1800" b="1">
                          <a:solidFill>
                            <a:srgbClr val="163B2A"/>
                          </a:solidFill>
                          <a:latin typeface="Arial"/>
                          <a:ea typeface="Arial"/>
                          <a:cs typeface="Arial"/>
                        </a:rPr>
                        <a:t>Recorded event</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800" b="1">
                          <a:solidFill>
                            <a:srgbClr val="163B2A"/>
                          </a:solidFill>
                          <a:latin typeface="Arial"/>
                          <a:ea typeface="Arial"/>
                          <a:cs typeface="Arial"/>
                        </a:rPr>
                        <a:t>On hand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800" b="1">
                          <a:solidFill>
                            <a:srgbClr val="163B2A"/>
                          </a:solidFill>
                          <a:latin typeface="Arial"/>
                          <a:ea typeface="Arial"/>
                          <a:cs typeface="Arial"/>
                        </a:rPr>
                        <a:t>Reserved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800" b="1">
                          <a:solidFill>
                            <a:srgbClr val="163B2A"/>
                          </a:solidFill>
                          <a:latin typeface="Arial"/>
                          <a:ea typeface="Arial"/>
                          <a:cs typeface="Arial"/>
                        </a:rPr>
                        <a:t>Available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800" b="1">
                          <a:solidFill>
                            <a:srgbClr val="163B2A"/>
                          </a:solidFill>
                          <a:latin typeface="Arial"/>
                          <a:ea typeface="Arial"/>
                          <a:cs typeface="Arial"/>
                        </a:rPr>
                        <a:t>Collected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628650">
                <a:tc>
                  <a:txBody>
                    <a:bodyPr/>
                    <a:lstStyle/>
                    <a:p>
                      <a:pPr algn="l"/>
                      <a:r>
                        <a:rPr sz="1875" b="0">
                          <a:solidFill>
                            <a:srgbClr val="163B2A"/>
                          </a:solidFill>
                          <a:latin typeface="Arial"/>
                          <a:ea typeface="Arial"/>
                          <a:cs typeface="Arial"/>
                        </a:rPr>
                        <a:t>Request quote</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628650">
                <a:tc>
                  <a:txBody>
                    <a:bodyPr/>
                    <a:lstStyle/>
                    <a:p>
                      <a:pPr algn="l"/>
                      <a:r>
                        <a:rPr sz="1875" b="0">
                          <a:solidFill>
                            <a:srgbClr val="163B2A"/>
                          </a:solidFill>
                          <a:latin typeface="Arial"/>
                          <a:ea typeface="Arial"/>
                          <a:cs typeface="Arial"/>
                        </a:rPr>
                        <a:t>Confirm order</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2</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628650">
                <a:tc>
                  <a:txBody>
                    <a:bodyPr/>
                    <a:lstStyle/>
                    <a:p>
                      <a:pPr algn="l"/>
                      <a:r>
                        <a:rPr sz="1875" b="0">
                          <a:solidFill>
                            <a:srgbClr val="163B2A"/>
                          </a:solidFill>
                          <a:latin typeface="Arial"/>
                          <a:ea typeface="Arial"/>
                          <a:cs typeface="Arial"/>
                        </a:rPr>
                        <a:t>Complete pickup</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2</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bl>
          </a:graphicData>
        </a:graphic>
      </p:graphicFrame>
      <p:sp>
        <p:nvSpPr>
          <p:cNvPr id="8" name="A01-stock-state-30">
            <a:extLst>
              <a:ext uri="{FF2B5EF4-FFF2-40B4-BE49-F238E27FC236}">
                <a16:creationId xmlns:a16="http://schemas.microsoft.com/office/drawing/2014/main" id="{2F803CBB-6B9A-44C0-A6F2-0EF74C818D6D}"/>
              </a:ext>
            </a:extLst>
          </p:cNvPr>
          <p:cNvSpPr>
            <a:spLocks noGrp="1"/>
          </p:cNvSpPr>
          <p:nvPr/>
        </p:nvSpPr>
        <p:spPr>
          <a:xfrm>
            <a:off x="466725" y="2590800"/>
            <a:ext cx="11258550" cy="628650"/>
          </a:xfrm>
          <a:prstGeom prst="rect">
            <a:avLst/>
          </a:prstGeom>
          <a:noFill/>
          <a:ln w="19050">
            <a:solidFill>
              <a:srgbClr val="B57906"/>
            </a:solidFill>
            <a:prstDash val="solid"/>
          </a:ln>
        </p:spPr>
      </p:sp>
      <p:sp>
        <p:nvSpPr>
          <p:cNvPr id="9" name="A02-stock-state-31">
            <a:extLst>
              <a:ext uri="{FF2B5EF4-FFF2-40B4-BE49-F238E27FC236}">
                <a16:creationId xmlns:a16="http://schemas.microsoft.com/office/drawing/2014/main" id="{892A52FA-A108-450F-AF3B-2D3A52D30BCC}"/>
              </a:ext>
            </a:extLst>
          </p:cNvPr>
          <p:cNvSpPr>
            <a:spLocks noGrp="1"/>
          </p:cNvSpPr>
          <p:nvPr/>
        </p:nvSpPr>
        <p:spPr>
          <a:xfrm>
            <a:off x="466725" y="3219450"/>
            <a:ext cx="11258550" cy="628650"/>
          </a:xfrm>
          <a:prstGeom prst="rect">
            <a:avLst/>
          </a:prstGeom>
          <a:noFill/>
          <a:ln w="19050">
            <a:solidFill>
              <a:srgbClr val="B57906"/>
            </a:solidFill>
            <a:prstDash val="solid"/>
          </a:ln>
        </p:spPr>
      </p:sp>
      <p:sp>
        <p:nvSpPr>
          <p:cNvPr id="10" name="A03-stock-state-32">
            <a:extLst>
              <a:ext uri="{FF2B5EF4-FFF2-40B4-BE49-F238E27FC236}">
                <a16:creationId xmlns:a16="http://schemas.microsoft.com/office/drawing/2014/main" id="{BCEB5627-C092-43D8-A529-CFD4ACE94C09}"/>
              </a:ext>
            </a:extLst>
          </p:cNvPr>
          <p:cNvSpPr>
            <a:spLocks noGrp="1"/>
          </p:cNvSpPr>
          <p:nvPr/>
        </p:nvSpPr>
        <p:spPr>
          <a:xfrm>
            <a:off x="466725" y="3848100"/>
            <a:ext cx="11258550" cy="628650"/>
          </a:xfrm>
          <a:prstGeom prst="rect">
            <a:avLst/>
          </a:prstGeom>
          <a:noFill/>
          <a:ln w="19050">
            <a:solidFill>
              <a:srgbClr val="B57906"/>
            </a:solidFill>
            <a:prstDash val="solid"/>
          </a:ln>
        </p:spPr>
      </p:sp>
      <p:sp>
        <p:nvSpPr>
          <p:cNvPr id="11" name="矩形 10">
            <a:extLst>
              <a:ext uri="{FF2B5EF4-FFF2-40B4-BE49-F238E27FC236}">
                <a16:creationId xmlns:a16="http://schemas.microsoft.com/office/drawing/2014/main" id="{467FE3C4-AB11-42F6-9273-59CAC54D3ADA}"/>
              </a:ext>
            </a:extLst>
          </p:cNvPr>
          <p:cNvSpPr>
            <a:spLocks noGrp="1"/>
          </p:cNvSpPr>
          <p:nvPr/>
        </p:nvSpPr>
        <p:spPr>
          <a:xfrm>
            <a:off x="457200" y="4914900"/>
            <a:ext cx="3276600" cy="742950"/>
          </a:xfrm>
          <a:prstGeom prst="rect">
            <a:avLst/>
          </a:prstGeom>
          <a:noFill/>
          <a:ln w="0">
            <a:noFill/>
            <a:prstDash val="solid"/>
          </a:ln>
        </p:spPr>
        <p:txBody>
          <a:bodyPr wrap="square" lIns="0" tIns="0" rIns="0" bIns="0" anchor="t">
            <a:noAutofit/>
          </a:bodyPr>
          <a:lstStyle>
            <a:defPPr algn="l">
              <a:defRPr sz="3900" b="1">
                <a:solidFill>
                  <a:srgbClr val="163B2A"/>
                </a:solidFill>
                <a:latin typeface="Arial"/>
                <a:ea typeface="Arial"/>
                <a:cs typeface="Arial"/>
              </a:defRPr>
            </a:defPPr>
            <a:lvl1pPr algn="l">
              <a:defRPr sz="3900" b="1">
                <a:solidFill>
                  <a:srgbClr val="163B2A"/>
                </a:solidFill>
                <a:latin typeface="Arial"/>
                <a:ea typeface="Arial"/>
                <a:cs typeface="Arial"/>
              </a:defRPr>
            </a:lvl1pPr>
            <a:lvl2pPr algn="l">
              <a:defRPr sz="3900" b="1">
                <a:solidFill>
                  <a:srgbClr val="163B2A"/>
                </a:solidFill>
                <a:latin typeface="Arial"/>
                <a:ea typeface="Arial"/>
                <a:cs typeface="Arial"/>
              </a:defRPr>
            </a:lvl2pPr>
            <a:lvl3pPr algn="l">
              <a:defRPr sz="3900" b="1">
                <a:solidFill>
                  <a:srgbClr val="163B2A"/>
                </a:solidFill>
                <a:latin typeface="Arial"/>
                <a:ea typeface="Arial"/>
                <a:cs typeface="Arial"/>
              </a:defRPr>
            </a:lvl3pPr>
            <a:lvl4pPr algn="l">
              <a:defRPr sz="3900" b="1">
                <a:solidFill>
                  <a:srgbClr val="163B2A"/>
                </a:solidFill>
                <a:latin typeface="Arial"/>
                <a:ea typeface="Arial"/>
                <a:cs typeface="Arial"/>
              </a:defRPr>
            </a:lvl4pPr>
            <a:lvl5pPr algn="l">
              <a:defRPr sz="3900" b="1">
                <a:solidFill>
                  <a:srgbClr val="163B2A"/>
                </a:solidFill>
                <a:latin typeface="Arial"/>
                <a:ea typeface="Arial"/>
                <a:cs typeface="Arial"/>
              </a:defRPr>
            </a:lvl5pPr>
            <a:lvl6pPr algn="l">
              <a:defRPr sz="3900" b="1">
                <a:solidFill>
                  <a:srgbClr val="163B2A"/>
                </a:solidFill>
                <a:latin typeface="Arial"/>
                <a:ea typeface="Arial"/>
                <a:cs typeface="Arial"/>
              </a:defRPr>
            </a:lvl6pPr>
            <a:lvl7pPr algn="l">
              <a:defRPr sz="3900" b="1">
                <a:solidFill>
                  <a:srgbClr val="163B2A"/>
                </a:solidFill>
                <a:latin typeface="Arial"/>
                <a:ea typeface="Arial"/>
                <a:cs typeface="Arial"/>
              </a:defRPr>
            </a:lvl7pPr>
            <a:lvl8pPr algn="l">
              <a:defRPr sz="3900" b="1">
                <a:solidFill>
                  <a:srgbClr val="163B2A"/>
                </a:solidFill>
                <a:latin typeface="Arial"/>
                <a:ea typeface="Arial"/>
                <a:cs typeface="Arial"/>
              </a:defRPr>
            </a:lvl8pPr>
            <a:lvl9pPr algn="l">
              <a:defRPr sz="3900" b="1">
                <a:solidFill>
                  <a:srgbClr val="163B2A"/>
                </a:solidFill>
                <a:latin typeface="Arial"/>
                <a:ea typeface="Arial"/>
                <a:cs typeface="Arial"/>
              </a:defRPr>
            </a:lvl9pPr>
          </a:lstStyle>
          <a:p>
            <a:pPr algn="l">
              <a:defRPr sz="3900" b="1">
                <a:solidFill>
                  <a:srgbClr val="163B2A"/>
                </a:solidFill>
                <a:latin typeface="Arial"/>
                <a:ea typeface="Arial"/>
                <a:cs typeface="Arial"/>
              </a:defRPr>
            </a:pPr>
            <a:r>
              <a:rPr sz="3900" b="1">
                <a:solidFill>
                  <a:srgbClr val="163B2A"/>
                </a:solidFill>
                <a:latin typeface="Arial"/>
                <a:ea typeface="Arial"/>
                <a:cs typeface="Arial"/>
              </a:rPr>
              <a:t>RM5.70</a:t>
            </a:r>
          </a:p>
        </p:txBody>
      </p:sp>
      <p:sp>
        <p:nvSpPr>
          <p:cNvPr id="12" name="矩形 11">
            <a:extLst>
              <a:ext uri="{FF2B5EF4-FFF2-40B4-BE49-F238E27FC236}">
                <a16:creationId xmlns:a16="http://schemas.microsoft.com/office/drawing/2014/main" id="{8A2E84A5-9BC0-4965-9B37-DA7A8C392352}"/>
              </a:ext>
            </a:extLst>
          </p:cNvPr>
          <p:cNvSpPr>
            <a:spLocks noGrp="1"/>
          </p:cNvSpPr>
          <p:nvPr/>
        </p:nvSpPr>
        <p:spPr>
          <a:xfrm>
            <a:off x="457200" y="5715000"/>
            <a:ext cx="3276600" cy="53340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Simulated payment</a:t>
            </a:r>
          </a:p>
        </p:txBody>
      </p:sp>
      <p:sp>
        <p:nvSpPr>
          <p:cNvPr id="13" name="矩形 12">
            <a:extLst>
              <a:ext uri="{FF2B5EF4-FFF2-40B4-BE49-F238E27FC236}">
                <a16:creationId xmlns:a16="http://schemas.microsoft.com/office/drawing/2014/main" id="{C7F02FD0-6DD4-4C20-9A8D-C78B43B1D440}"/>
              </a:ext>
            </a:extLst>
          </p:cNvPr>
          <p:cNvSpPr>
            <a:spLocks noGrp="1"/>
          </p:cNvSpPr>
          <p:nvPr/>
        </p:nvSpPr>
        <p:spPr>
          <a:xfrm>
            <a:off x="4438650" y="4914900"/>
            <a:ext cx="3276600" cy="742950"/>
          </a:xfrm>
          <a:prstGeom prst="rect">
            <a:avLst/>
          </a:prstGeom>
          <a:noFill/>
          <a:ln w="0">
            <a:noFill/>
            <a:prstDash val="solid"/>
          </a:ln>
        </p:spPr>
        <p:txBody>
          <a:bodyPr wrap="square" lIns="0" tIns="0" rIns="0" bIns="0" anchor="t">
            <a:noAutofit/>
          </a:bodyPr>
          <a:lstStyle>
            <a:defPPr algn="l">
              <a:defRPr sz="3900" b="1">
                <a:solidFill>
                  <a:srgbClr val="163B2A"/>
                </a:solidFill>
                <a:latin typeface="Arial"/>
                <a:ea typeface="Arial"/>
                <a:cs typeface="Arial"/>
              </a:defRPr>
            </a:defPPr>
            <a:lvl1pPr algn="l">
              <a:defRPr sz="3900" b="1">
                <a:solidFill>
                  <a:srgbClr val="163B2A"/>
                </a:solidFill>
                <a:latin typeface="Arial"/>
                <a:ea typeface="Arial"/>
                <a:cs typeface="Arial"/>
              </a:defRPr>
            </a:lvl1pPr>
            <a:lvl2pPr algn="l">
              <a:defRPr sz="3900" b="1">
                <a:solidFill>
                  <a:srgbClr val="163B2A"/>
                </a:solidFill>
                <a:latin typeface="Arial"/>
                <a:ea typeface="Arial"/>
                <a:cs typeface="Arial"/>
              </a:defRPr>
            </a:lvl2pPr>
            <a:lvl3pPr algn="l">
              <a:defRPr sz="3900" b="1">
                <a:solidFill>
                  <a:srgbClr val="163B2A"/>
                </a:solidFill>
                <a:latin typeface="Arial"/>
                <a:ea typeface="Arial"/>
                <a:cs typeface="Arial"/>
              </a:defRPr>
            </a:lvl3pPr>
            <a:lvl4pPr algn="l">
              <a:defRPr sz="3900" b="1">
                <a:solidFill>
                  <a:srgbClr val="163B2A"/>
                </a:solidFill>
                <a:latin typeface="Arial"/>
                <a:ea typeface="Arial"/>
                <a:cs typeface="Arial"/>
              </a:defRPr>
            </a:lvl4pPr>
            <a:lvl5pPr algn="l">
              <a:defRPr sz="3900" b="1">
                <a:solidFill>
                  <a:srgbClr val="163B2A"/>
                </a:solidFill>
                <a:latin typeface="Arial"/>
                <a:ea typeface="Arial"/>
                <a:cs typeface="Arial"/>
              </a:defRPr>
            </a:lvl5pPr>
            <a:lvl6pPr algn="l">
              <a:defRPr sz="3900" b="1">
                <a:solidFill>
                  <a:srgbClr val="163B2A"/>
                </a:solidFill>
                <a:latin typeface="Arial"/>
                <a:ea typeface="Arial"/>
                <a:cs typeface="Arial"/>
              </a:defRPr>
            </a:lvl6pPr>
            <a:lvl7pPr algn="l">
              <a:defRPr sz="3900" b="1">
                <a:solidFill>
                  <a:srgbClr val="163B2A"/>
                </a:solidFill>
                <a:latin typeface="Arial"/>
                <a:ea typeface="Arial"/>
                <a:cs typeface="Arial"/>
              </a:defRPr>
            </a:lvl7pPr>
            <a:lvl8pPr algn="l">
              <a:defRPr sz="3900" b="1">
                <a:solidFill>
                  <a:srgbClr val="163B2A"/>
                </a:solidFill>
                <a:latin typeface="Arial"/>
                <a:ea typeface="Arial"/>
                <a:cs typeface="Arial"/>
              </a:defRPr>
            </a:lvl8pPr>
            <a:lvl9pPr algn="l">
              <a:defRPr sz="3900" b="1">
                <a:solidFill>
                  <a:srgbClr val="163B2A"/>
                </a:solidFill>
                <a:latin typeface="Arial"/>
                <a:ea typeface="Arial"/>
                <a:cs typeface="Arial"/>
              </a:defRPr>
            </a:lvl9pPr>
          </a:lstStyle>
          <a:p>
            <a:pPr algn="l">
              <a:defRPr sz="3900" b="1">
                <a:solidFill>
                  <a:srgbClr val="163B2A"/>
                </a:solidFill>
                <a:latin typeface="Arial"/>
                <a:ea typeface="Arial"/>
                <a:cs typeface="Arial"/>
              </a:defRPr>
            </a:pPr>
            <a:r>
              <a:rPr sz="3900" b="1">
                <a:solidFill>
                  <a:srgbClr val="163B2A"/>
                </a:solidFill>
                <a:latin typeface="Arial"/>
                <a:ea typeface="Arial"/>
                <a:cs typeface="Arial"/>
              </a:rPr>
              <a:t>2</a:t>
            </a:r>
          </a:p>
        </p:txBody>
      </p:sp>
      <p:sp>
        <p:nvSpPr>
          <p:cNvPr id="14" name="矩形 13">
            <a:extLst>
              <a:ext uri="{FF2B5EF4-FFF2-40B4-BE49-F238E27FC236}">
                <a16:creationId xmlns:a16="http://schemas.microsoft.com/office/drawing/2014/main" id="{11521D13-0DEC-4249-B6A6-28C45674A8C3}"/>
              </a:ext>
            </a:extLst>
          </p:cNvPr>
          <p:cNvSpPr>
            <a:spLocks noGrp="1"/>
          </p:cNvSpPr>
          <p:nvPr/>
        </p:nvSpPr>
        <p:spPr>
          <a:xfrm>
            <a:off x="4438650" y="5715000"/>
            <a:ext cx="3276600" cy="53340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Items in one collected order</a:t>
            </a:r>
          </a:p>
        </p:txBody>
      </p:sp>
      <p:sp>
        <p:nvSpPr>
          <p:cNvPr id="15" name="矩形 14">
            <a:extLst>
              <a:ext uri="{FF2B5EF4-FFF2-40B4-BE49-F238E27FC236}">
                <a16:creationId xmlns:a16="http://schemas.microsoft.com/office/drawing/2014/main" id="{12A12FE3-674F-419D-B877-1EAB0F39423F}"/>
              </a:ext>
            </a:extLst>
          </p:cNvPr>
          <p:cNvSpPr>
            <a:spLocks noGrp="1"/>
          </p:cNvSpPr>
          <p:nvPr/>
        </p:nvSpPr>
        <p:spPr>
          <a:xfrm>
            <a:off x="8420100" y="4914900"/>
            <a:ext cx="3314700" cy="742950"/>
          </a:xfrm>
          <a:prstGeom prst="rect">
            <a:avLst/>
          </a:prstGeom>
          <a:noFill/>
          <a:ln w="0">
            <a:noFill/>
            <a:prstDash val="solid"/>
          </a:ln>
        </p:spPr>
        <p:txBody>
          <a:bodyPr wrap="square" lIns="0" tIns="0" rIns="0" bIns="0" anchor="t">
            <a:noAutofit/>
          </a:bodyPr>
          <a:lstStyle>
            <a:defPPr algn="l">
              <a:defRPr sz="3900" b="1">
                <a:solidFill>
                  <a:srgbClr val="163B2A"/>
                </a:solidFill>
                <a:latin typeface="Arial"/>
                <a:ea typeface="Arial"/>
                <a:cs typeface="Arial"/>
              </a:defRPr>
            </a:defPPr>
            <a:lvl1pPr algn="l">
              <a:defRPr sz="3900" b="1">
                <a:solidFill>
                  <a:srgbClr val="163B2A"/>
                </a:solidFill>
                <a:latin typeface="Arial"/>
                <a:ea typeface="Arial"/>
                <a:cs typeface="Arial"/>
              </a:defRPr>
            </a:lvl1pPr>
            <a:lvl2pPr algn="l">
              <a:defRPr sz="3900" b="1">
                <a:solidFill>
                  <a:srgbClr val="163B2A"/>
                </a:solidFill>
                <a:latin typeface="Arial"/>
                <a:ea typeface="Arial"/>
                <a:cs typeface="Arial"/>
              </a:defRPr>
            </a:lvl2pPr>
            <a:lvl3pPr algn="l">
              <a:defRPr sz="3900" b="1">
                <a:solidFill>
                  <a:srgbClr val="163B2A"/>
                </a:solidFill>
                <a:latin typeface="Arial"/>
                <a:ea typeface="Arial"/>
                <a:cs typeface="Arial"/>
              </a:defRPr>
            </a:lvl3pPr>
            <a:lvl4pPr algn="l">
              <a:defRPr sz="3900" b="1">
                <a:solidFill>
                  <a:srgbClr val="163B2A"/>
                </a:solidFill>
                <a:latin typeface="Arial"/>
                <a:ea typeface="Arial"/>
                <a:cs typeface="Arial"/>
              </a:defRPr>
            </a:lvl4pPr>
            <a:lvl5pPr algn="l">
              <a:defRPr sz="3900" b="1">
                <a:solidFill>
                  <a:srgbClr val="163B2A"/>
                </a:solidFill>
                <a:latin typeface="Arial"/>
                <a:ea typeface="Arial"/>
                <a:cs typeface="Arial"/>
              </a:defRPr>
            </a:lvl5pPr>
            <a:lvl6pPr algn="l">
              <a:defRPr sz="3900" b="1">
                <a:solidFill>
                  <a:srgbClr val="163B2A"/>
                </a:solidFill>
                <a:latin typeface="Arial"/>
                <a:ea typeface="Arial"/>
                <a:cs typeface="Arial"/>
              </a:defRPr>
            </a:lvl6pPr>
            <a:lvl7pPr algn="l">
              <a:defRPr sz="3900" b="1">
                <a:solidFill>
                  <a:srgbClr val="163B2A"/>
                </a:solidFill>
                <a:latin typeface="Arial"/>
                <a:ea typeface="Arial"/>
                <a:cs typeface="Arial"/>
              </a:defRPr>
            </a:lvl7pPr>
            <a:lvl8pPr algn="l">
              <a:defRPr sz="3900" b="1">
                <a:solidFill>
                  <a:srgbClr val="163B2A"/>
                </a:solidFill>
                <a:latin typeface="Arial"/>
                <a:ea typeface="Arial"/>
                <a:cs typeface="Arial"/>
              </a:defRPr>
            </a:lvl8pPr>
            <a:lvl9pPr algn="l">
              <a:defRPr sz="3900" b="1">
                <a:solidFill>
                  <a:srgbClr val="163B2A"/>
                </a:solidFill>
                <a:latin typeface="Arial"/>
                <a:ea typeface="Arial"/>
                <a:cs typeface="Arial"/>
              </a:defRPr>
            </a:lvl9pPr>
          </a:lstStyle>
          <a:p>
            <a:pPr algn="l">
              <a:defRPr sz="3900" b="1">
                <a:solidFill>
                  <a:srgbClr val="163B2A"/>
                </a:solidFill>
                <a:latin typeface="Arial"/>
                <a:ea typeface="Arial"/>
                <a:cs typeface="Arial"/>
              </a:defRPr>
            </a:pPr>
            <a:r>
              <a:rPr sz="3900" b="1">
                <a:solidFill>
                  <a:srgbClr val="163B2A"/>
                </a:solidFill>
                <a:latin typeface="Arial"/>
                <a:ea typeface="Arial"/>
                <a:cs typeface="Arial"/>
              </a:rPr>
              <a:t>8</a:t>
            </a:r>
          </a:p>
        </p:txBody>
      </p:sp>
      <p:sp>
        <p:nvSpPr>
          <p:cNvPr id="16" name="矩形 15">
            <a:extLst>
              <a:ext uri="{FF2B5EF4-FFF2-40B4-BE49-F238E27FC236}">
                <a16:creationId xmlns:a16="http://schemas.microsoft.com/office/drawing/2014/main" id="{2A6DF070-14E4-4F27-ADE5-2B669D8F57FA}"/>
              </a:ext>
            </a:extLst>
          </p:cNvPr>
          <p:cNvSpPr>
            <a:spLocks noGrp="1"/>
          </p:cNvSpPr>
          <p:nvPr/>
        </p:nvSpPr>
        <p:spPr>
          <a:xfrm>
            <a:off x="8420100" y="5715000"/>
            <a:ext cx="3314700" cy="53340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Items still on hand</a:t>
            </a:r>
          </a:p>
        </p:txBody>
      </p:sp>
    </p:spTree>
    <p:extLst>
      <p:ext uri="{BB962C8B-B14F-4D97-AF65-F5344CB8AC3E}">
        <p14:creationId xmlns:p14="http://schemas.microsoft.com/office/powerpoint/2010/main" val="266015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200"/>
                                        <p:tgtEl>
                                          <p:spTgt spid="8"/>
                                        </p:tgtEl>
                                      </p:cBhvr>
                                    </p:animEffect>
                                    <p:set>
                                      <p:cBhvr>
                                        <p:cTn id="12" dur="1" fill="hold">
                                          <p:stCondLst>
                                            <p:cond delay="199"/>
                                          </p:stCondLst>
                                        </p:cTn>
                                        <p:tgtEl>
                                          <p:spTgt spid="8"/>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200"/>
                                        <p:tgtEl>
                                          <p:spTgt spid="9"/>
                                        </p:tgtEl>
                                      </p:cBhvr>
                                    </p:animEffect>
                                    <p:set>
                                      <p:cBhvr>
                                        <p:cTn id="20" dur="1" fill="hold">
                                          <p:stCondLst>
                                            <p:cond delay="199"/>
                                          </p:stCondLst>
                                        </p:cTn>
                                        <p:tgtEl>
                                          <p:spTgt spid="9"/>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BDAA3DE8-4F0B-4060-AE90-61B5FA07495D}"/>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CCADF31A-6037-4E43-8ECC-AB4C359EFDE3}"/>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Demo 3: keep sales and handover separate</a:t>
            </a:r>
          </a:p>
        </p:txBody>
      </p:sp>
      <p:sp>
        <p:nvSpPr>
          <p:cNvPr id="3" name="矩形 2">
            <a:extLst>
              <a:ext uri="{FF2B5EF4-FFF2-40B4-BE49-F238E27FC236}">
                <a16:creationId xmlns:a16="http://schemas.microsoft.com/office/drawing/2014/main" id="{88B8B3A4-9E81-4632-953C-A8946E70BC75}"/>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Recorded local business simulation / no real payment or charity delivery</a:t>
            </a:r>
          </a:p>
        </p:txBody>
      </p:sp>
      <p:sp>
        <p:nvSpPr>
          <p:cNvPr id="4" name="矩形 3">
            <a:extLst>
              <a:ext uri="{FF2B5EF4-FFF2-40B4-BE49-F238E27FC236}">
                <a16:creationId xmlns:a16="http://schemas.microsoft.com/office/drawing/2014/main" id="{CB2F5FA8-FD4E-4B2D-A3C0-225C758852EF}"/>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DAF85046-670D-4093-97BB-C6D48AA7C40D}"/>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7B2A5945-E6EB-4B8C-A3E7-B3323961626F}"/>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08 / 32</a:t>
            </a:r>
          </a:p>
        </p:txBody>
      </p:sp>
      <p:sp>
        <p:nvSpPr>
          <p:cNvPr id="7" name="矩形 6">
            <a:extLst>
              <a:ext uri="{FF2B5EF4-FFF2-40B4-BE49-F238E27FC236}">
                <a16:creationId xmlns:a16="http://schemas.microsoft.com/office/drawing/2014/main" id="{9D87A297-0CEB-40E4-8375-BE07B1729779}"/>
              </a:ext>
            </a:extLst>
          </p:cNvPr>
          <p:cNvSpPr>
            <a:spLocks noGrp="1"/>
          </p:cNvSpPr>
          <p:nvPr/>
        </p:nvSpPr>
        <p:spPr>
          <a:xfrm>
            <a:off x="457200" y="1752600"/>
            <a:ext cx="2476500" cy="742950"/>
          </a:xfrm>
          <a:prstGeom prst="rect">
            <a:avLst/>
          </a:prstGeom>
          <a:noFill/>
          <a:ln w="0">
            <a:noFill/>
            <a:prstDash val="solid"/>
          </a:ln>
        </p:spPr>
        <p:txBody>
          <a:bodyPr wrap="square" lIns="0" tIns="0" rIns="0" bIns="0" anchor="t">
            <a:noAutofit/>
          </a:bodyPr>
          <a:lstStyle>
            <a:defPPr algn="l">
              <a:defRPr sz="3900" b="1">
                <a:solidFill>
                  <a:srgbClr val="163B2A"/>
                </a:solidFill>
                <a:latin typeface="Arial"/>
                <a:ea typeface="Arial"/>
                <a:cs typeface="Arial"/>
              </a:defRPr>
            </a:defPPr>
            <a:lvl1pPr algn="l">
              <a:defRPr sz="3900" b="1">
                <a:solidFill>
                  <a:srgbClr val="163B2A"/>
                </a:solidFill>
                <a:latin typeface="Arial"/>
                <a:ea typeface="Arial"/>
                <a:cs typeface="Arial"/>
              </a:defRPr>
            </a:lvl1pPr>
            <a:lvl2pPr algn="l">
              <a:defRPr sz="3900" b="1">
                <a:solidFill>
                  <a:srgbClr val="163B2A"/>
                </a:solidFill>
                <a:latin typeface="Arial"/>
                <a:ea typeface="Arial"/>
                <a:cs typeface="Arial"/>
              </a:defRPr>
            </a:lvl2pPr>
            <a:lvl3pPr algn="l">
              <a:defRPr sz="3900" b="1">
                <a:solidFill>
                  <a:srgbClr val="163B2A"/>
                </a:solidFill>
                <a:latin typeface="Arial"/>
                <a:ea typeface="Arial"/>
                <a:cs typeface="Arial"/>
              </a:defRPr>
            </a:lvl3pPr>
            <a:lvl4pPr algn="l">
              <a:defRPr sz="3900" b="1">
                <a:solidFill>
                  <a:srgbClr val="163B2A"/>
                </a:solidFill>
                <a:latin typeface="Arial"/>
                <a:ea typeface="Arial"/>
                <a:cs typeface="Arial"/>
              </a:defRPr>
            </a:lvl4pPr>
            <a:lvl5pPr algn="l">
              <a:defRPr sz="3900" b="1">
                <a:solidFill>
                  <a:srgbClr val="163B2A"/>
                </a:solidFill>
                <a:latin typeface="Arial"/>
                <a:ea typeface="Arial"/>
                <a:cs typeface="Arial"/>
              </a:defRPr>
            </a:lvl5pPr>
            <a:lvl6pPr algn="l">
              <a:defRPr sz="3900" b="1">
                <a:solidFill>
                  <a:srgbClr val="163B2A"/>
                </a:solidFill>
                <a:latin typeface="Arial"/>
                <a:ea typeface="Arial"/>
                <a:cs typeface="Arial"/>
              </a:defRPr>
            </a:lvl6pPr>
            <a:lvl7pPr algn="l">
              <a:defRPr sz="3900" b="1">
                <a:solidFill>
                  <a:srgbClr val="163B2A"/>
                </a:solidFill>
                <a:latin typeface="Arial"/>
                <a:ea typeface="Arial"/>
                <a:cs typeface="Arial"/>
              </a:defRPr>
            </a:lvl7pPr>
            <a:lvl8pPr algn="l">
              <a:defRPr sz="3900" b="1">
                <a:solidFill>
                  <a:srgbClr val="163B2A"/>
                </a:solidFill>
                <a:latin typeface="Arial"/>
                <a:ea typeface="Arial"/>
                <a:cs typeface="Arial"/>
              </a:defRPr>
            </a:lvl8pPr>
            <a:lvl9pPr algn="l">
              <a:defRPr sz="3900" b="1">
                <a:solidFill>
                  <a:srgbClr val="163B2A"/>
                </a:solidFill>
                <a:latin typeface="Arial"/>
                <a:ea typeface="Arial"/>
                <a:cs typeface="Arial"/>
              </a:defRPr>
            </a:lvl9pPr>
          </a:lstStyle>
          <a:p>
            <a:pPr algn="l">
              <a:defRPr sz="3900" b="1">
                <a:solidFill>
                  <a:srgbClr val="163B2A"/>
                </a:solidFill>
                <a:latin typeface="Arial"/>
                <a:ea typeface="Arial"/>
                <a:cs typeface="Arial"/>
              </a:defRPr>
            </a:pPr>
            <a:r>
              <a:rPr sz="3900" b="1">
                <a:solidFill>
                  <a:srgbClr val="163B2A"/>
                </a:solidFill>
                <a:latin typeface="Arial"/>
                <a:ea typeface="Arial"/>
                <a:cs typeface="Arial"/>
              </a:rPr>
              <a:t>RM5.70</a:t>
            </a:r>
          </a:p>
        </p:txBody>
      </p:sp>
      <p:sp>
        <p:nvSpPr>
          <p:cNvPr id="8" name="矩形 7">
            <a:extLst>
              <a:ext uri="{FF2B5EF4-FFF2-40B4-BE49-F238E27FC236}">
                <a16:creationId xmlns:a16="http://schemas.microsoft.com/office/drawing/2014/main" id="{2E35700D-357F-4EDE-A2D3-AB1D3FCEC4C2}"/>
              </a:ext>
            </a:extLst>
          </p:cNvPr>
          <p:cNvSpPr>
            <a:spLocks noGrp="1"/>
          </p:cNvSpPr>
          <p:nvPr/>
        </p:nvSpPr>
        <p:spPr>
          <a:xfrm>
            <a:off x="457200" y="2552700"/>
            <a:ext cx="2476500" cy="53340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Simulated payment</a:t>
            </a:r>
          </a:p>
        </p:txBody>
      </p:sp>
      <p:sp>
        <p:nvSpPr>
          <p:cNvPr id="9" name="矩形 8">
            <a:extLst>
              <a:ext uri="{FF2B5EF4-FFF2-40B4-BE49-F238E27FC236}">
                <a16:creationId xmlns:a16="http://schemas.microsoft.com/office/drawing/2014/main" id="{921515E2-D5E8-4E9D-9041-999A3EF9F1C8}"/>
              </a:ext>
            </a:extLst>
          </p:cNvPr>
          <p:cNvSpPr>
            <a:spLocks noGrp="1"/>
          </p:cNvSpPr>
          <p:nvPr/>
        </p:nvSpPr>
        <p:spPr>
          <a:xfrm>
            <a:off x="3371850" y="1752600"/>
            <a:ext cx="2476500" cy="742950"/>
          </a:xfrm>
          <a:prstGeom prst="rect">
            <a:avLst/>
          </a:prstGeom>
          <a:noFill/>
          <a:ln w="0">
            <a:noFill/>
            <a:prstDash val="solid"/>
          </a:ln>
        </p:spPr>
        <p:txBody>
          <a:bodyPr wrap="square" lIns="0" tIns="0" rIns="0" bIns="0" anchor="t">
            <a:noAutofit/>
          </a:bodyPr>
          <a:lstStyle>
            <a:defPPr algn="l">
              <a:defRPr sz="3900" b="1">
                <a:solidFill>
                  <a:srgbClr val="163B2A"/>
                </a:solidFill>
                <a:latin typeface="Arial"/>
                <a:ea typeface="Arial"/>
                <a:cs typeface="Arial"/>
              </a:defRPr>
            </a:defPPr>
            <a:lvl1pPr algn="l">
              <a:defRPr sz="3900" b="1">
                <a:solidFill>
                  <a:srgbClr val="163B2A"/>
                </a:solidFill>
                <a:latin typeface="Arial"/>
                <a:ea typeface="Arial"/>
                <a:cs typeface="Arial"/>
              </a:defRPr>
            </a:lvl1pPr>
            <a:lvl2pPr algn="l">
              <a:defRPr sz="3900" b="1">
                <a:solidFill>
                  <a:srgbClr val="163B2A"/>
                </a:solidFill>
                <a:latin typeface="Arial"/>
                <a:ea typeface="Arial"/>
                <a:cs typeface="Arial"/>
              </a:defRPr>
            </a:lvl2pPr>
            <a:lvl3pPr algn="l">
              <a:defRPr sz="3900" b="1">
                <a:solidFill>
                  <a:srgbClr val="163B2A"/>
                </a:solidFill>
                <a:latin typeface="Arial"/>
                <a:ea typeface="Arial"/>
                <a:cs typeface="Arial"/>
              </a:defRPr>
            </a:lvl3pPr>
            <a:lvl4pPr algn="l">
              <a:defRPr sz="3900" b="1">
                <a:solidFill>
                  <a:srgbClr val="163B2A"/>
                </a:solidFill>
                <a:latin typeface="Arial"/>
                <a:ea typeface="Arial"/>
                <a:cs typeface="Arial"/>
              </a:defRPr>
            </a:lvl4pPr>
            <a:lvl5pPr algn="l">
              <a:defRPr sz="3900" b="1">
                <a:solidFill>
                  <a:srgbClr val="163B2A"/>
                </a:solidFill>
                <a:latin typeface="Arial"/>
                <a:ea typeface="Arial"/>
                <a:cs typeface="Arial"/>
              </a:defRPr>
            </a:lvl5pPr>
            <a:lvl6pPr algn="l">
              <a:defRPr sz="3900" b="1">
                <a:solidFill>
                  <a:srgbClr val="163B2A"/>
                </a:solidFill>
                <a:latin typeface="Arial"/>
                <a:ea typeface="Arial"/>
                <a:cs typeface="Arial"/>
              </a:defRPr>
            </a:lvl6pPr>
            <a:lvl7pPr algn="l">
              <a:defRPr sz="3900" b="1">
                <a:solidFill>
                  <a:srgbClr val="163B2A"/>
                </a:solidFill>
                <a:latin typeface="Arial"/>
                <a:ea typeface="Arial"/>
                <a:cs typeface="Arial"/>
              </a:defRPr>
            </a:lvl7pPr>
            <a:lvl8pPr algn="l">
              <a:defRPr sz="3900" b="1">
                <a:solidFill>
                  <a:srgbClr val="163B2A"/>
                </a:solidFill>
                <a:latin typeface="Arial"/>
                <a:ea typeface="Arial"/>
                <a:cs typeface="Arial"/>
              </a:defRPr>
            </a:lvl8pPr>
            <a:lvl9pPr algn="l">
              <a:defRPr sz="3900" b="1">
                <a:solidFill>
                  <a:srgbClr val="163B2A"/>
                </a:solidFill>
                <a:latin typeface="Arial"/>
                <a:ea typeface="Arial"/>
                <a:cs typeface="Arial"/>
              </a:defRPr>
            </a:lvl9pPr>
          </a:lstStyle>
          <a:p>
            <a:pPr algn="l">
              <a:defRPr sz="3900" b="1">
                <a:solidFill>
                  <a:srgbClr val="163B2A"/>
                </a:solidFill>
                <a:latin typeface="Arial"/>
                <a:ea typeface="Arial"/>
                <a:cs typeface="Arial"/>
              </a:defRPr>
            </a:pPr>
            <a:r>
              <a:rPr sz="3900" b="1">
                <a:solidFill>
                  <a:srgbClr val="163B2A"/>
                </a:solidFill>
                <a:latin typeface="Arial"/>
                <a:ea typeface="Arial"/>
                <a:cs typeface="Arial"/>
              </a:rPr>
              <a:t>2</a:t>
            </a:r>
          </a:p>
        </p:txBody>
      </p:sp>
      <p:sp>
        <p:nvSpPr>
          <p:cNvPr id="10" name="矩形 9">
            <a:extLst>
              <a:ext uri="{FF2B5EF4-FFF2-40B4-BE49-F238E27FC236}">
                <a16:creationId xmlns:a16="http://schemas.microsoft.com/office/drawing/2014/main" id="{5AFF4240-40A9-4621-89FD-3073D8E395D6}"/>
              </a:ext>
            </a:extLst>
          </p:cNvPr>
          <p:cNvSpPr>
            <a:spLocks noGrp="1"/>
          </p:cNvSpPr>
          <p:nvPr/>
        </p:nvSpPr>
        <p:spPr>
          <a:xfrm>
            <a:off x="3371850" y="2552700"/>
            <a:ext cx="2476500" cy="53340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Items collected</a:t>
            </a:r>
          </a:p>
        </p:txBody>
      </p:sp>
      <p:sp>
        <p:nvSpPr>
          <p:cNvPr id="11" name="矩形 10">
            <a:extLst>
              <a:ext uri="{FF2B5EF4-FFF2-40B4-BE49-F238E27FC236}">
                <a16:creationId xmlns:a16="http://schemas.microsoft.com/office/drawing/2014/main" id="{9AA3614F-52C0-4431-B036-1C9A4E7FF637}"/>
              </a:ext>
            </a:extLst>
          </p:cNvPr>
          <p:cNvSpPr>
            <a:spLocks noGrp="1"/>
          </p:cNvSpPr>
          <p:nvPr/>
        </p:nvSpPr>
        <p:spPr>
          <a:xfrm>
            <a:off x="6286500" y="1752600"/>
            <a:ext cx="2476500" cy="742950"/>
          </a:xfrm>
          <a:prstGeom prst="rect">
            <a:avLst/>
          </a:prstGeom>
          <a:noFill/>
          <a:ln w="0">
            <a:noFill/>
            <a:prstDash val="solid"/>
          </a:ln>
        </p:spPr>
        <p:txBody>
          <a:bodyPr wrap="square" lIns="0" tIns="0" rIns="0" bIns="0" anchor="t">
            <a:noAutofit/>
          </a:bodyPr>
          <a:lstStyle>
            <a:defPPr algn="l">
              <a:defRPr sz="3900" b="1">
                <a:solidFill>
                  <a:srgbClr val="163B2A"/>
                </a:solidFill>
                <a:latin typeface="Arial"/>
                <a:ea typeface="Arial"/>
                <a:cs typeface="Arial"/>
              </a:defRPr>
            </a:defPPr>
            <a:lvl1pPr algn="l">
              <a:defRPr sz="3900" b="1">
                <a:solidFill>
                  <a:srgbClr val="163B2A"/>
                </a:solidFill>
                <a:latin typeface="Arial"/>
                <a:ea typeface="Arial"/>
                <a:cs typeface="Arial"/>
              </a:defRPr>
            </a:lvl1pPr>
            <a:lvl2pPr algn="l">
              <a:defRPr sz="3900" b="1">
                <a:solidFill>
                  <a:srgbClr val="163B2A"/>
                </a:solidFill>
                <a:latin typeface="Arial"/>
                <a:ea typeface="Arial"/>
                <a:cs typeface="Arial"/>
              </a:defRPr>
            </a:lvl2pPr>
            <a:lvl3pPr algn="l">
              <a:defRPr sz="3900" b="1">
                <a:solidFill>
                  <a:srgbClr val="163B2A"/>
                </a:solidFill>
                <a:latin typeface="Arial"/>
                <a:ea typeface="Arial"/>
                <a:cs typeface="Arial"/>
              </a:defRPr>
            </a:lvl3pPr>
            <a:lvl4pPr algn="l">
              <a:defRPr sz="3900" b="1">
                <a:solidFill>
                  <a:srgbClr val="163B2A"/>
                </a:solidFill>
                <a:latin typeface="Arial"/>
                <a:ea typeface="Arial"/>
                <a:cs typeface="Arial"/>
              </a:defRPr>
            </a:lvl4pPr>
            <a:lvl5pPr algn="l">
              <a:defRPr sz="3900" b="1">
                <a:solidFill>
                  <a:srgbClr val="163B2A"/>
                </a:solidFill>
                <a:latin typeface="Arial"/>
                <a:ea typeface="Arial"/>
                <a:cs typeface="Arial"/>
              </a:defRPr>
            </a:lvl5pPr>
            <a:lvl6pPr algn="l">
              <a:defRPr sz="3900" b="1">
                <a:solidFill>
                  <a:srgbClr val="163B2A"/>
                </a:solidFill>
                <a:latin typeface="Arial"/>
                <a:ea typeface="Arial"/>
                <a:cs typeface="Arial"/>
              </a:defRPr>
            </a:lvl6pPr>
            <a:lvl7pPr algn="l">
              <a:defRPr sz="3900" b="1">
                <a:solidFill>
                  <a:srgbClr val="163B2A"/>
                </a:solidFill>
                <a:latin typeface="Arial"/>
                <a:ea typeface="Arial"/>
                <a:cs typeface="Arial"/>
              </a:defRPr>
            </a:lvl7pPr>
            <a:lvl8pPr algn="l">
              <a:defRPr sz="3900" b="1">
                <a:solidFill>
                  <a:srgbClr val="163B2A"/>
                </a:solidFill>
                <a:latin typeface="Arial"/>
                <a:ea typeface="Arial"/>
                <a:cs typeface="Arial"/>
              </a:defRPr>
            </a:lvl8pPr>
            <a:lvl9pPr algn="l">
              <a:defRPr sz="3900" b="1">
                <a:solidFill>
                  <a:srgbClr val="163B2A"/>
                </a:solidFill>
                <a:latin typeface="Arial"/>
                <a:ea typeface="Arial"/>
                <a:cs typeface="Arial"/>
              </a:defRPr>
            </a:lvl9pPr>
          </a:lstStyle>
          <a:p>
            <a:pPr algn="l">
              <a:defRPr sz="3900" b="1">
                <a:solidFill>
                  <a:srgbClr val="163B2A"/>
                </a:solidFill>
                <a:latin typeface="Arial"/>
                <a:ea typeface="Arial"/>
                <a:cs typeface="Arial"/>
              </a:defRPr>
            </a:pPr>
            <a:r>
              <a:rPr sz="3900" b="1">
                <a:solidFill>
                  <a:srgbClr val="163B2A"/>
                </a:solidFill>
                <a:latin typeface="Arial"/>
                <a:ea typeface="Arial"/>
                <a:cs typeface="Arial"/>
              </a:rPr>
              <a:t>8</a:t>
            </a:r>
          </a:p>
        </p:txBody>
      </p:sp>
      <p:sp>
        <p:nvSpPr>
          <p:cNvPr id="12" name="矩形 11">
            <a:extLst>
              <a:ext uri="{FF2B5EF4-FFF2-40B4-BE49-F238E27FC236}">
                <a16:creationId xmlns:a16="http://schemas.microsoft.com/office/drawing/2014/main" id="{5F67ACD2-4E2E-4004-8FD5-B7D02071676E}"/>
              </a:ext>
            </a:extLst>
          </p:cNvPr>
          <p:cNvSpPr>
            <a:spLocks noGrp="1"/>
          </p:cNvSpPr>
          <p:nvPr/>
        </p:nvSpPr>
        <p:spPr>
          <a:xfrm>
            <a:off x="6286500" y="2552700"/>
            <a:ext cx="2476500" cy="53340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Simulated handover items</a:t>
            </a:r>
          </a:p>
        </p:txBody>
      </p:sp>
      <p:sp>
        <p:nvSpPr>
          <p:cNvPr id="13" name="矩形 12">
            <a:extLst>
              <a:ext uri="{FF2B5EF4-FFF2-40B4-BE49-F238E27FC236}">
                <a16:creationId xmlns:a16="http://schemas.microsoft.com/office/drawing/2014/main" id="{E8BA172B-C482-406B-A5D2-9ED1069F3EFB}"/>
              </a:ext>
            </a:extLst>
          </p:cNvPr>
          <p:cNvSpPr>
            <a:spLocks noGrp="1"/>
          </p:cNvSpPr>
          <p:nvPr/>
        </p:nvSpPr>
        <p:spPr>
          <a:xfrm>
            <a:off x="9201150" y="1752600"/>
            <a:ext cx="2476500" cy="742950"/>
          </a:xfrm>
          <a:prstGeom prst="rect">
            <a:avLst/>
          </a:prstGeom>
          <a:noFill/>
          <a:ln w="0">
            <a:noFill/>
            <a:prstDash val="solid"/>
          </a:ln>
        </p:spPr>
        <p:txBody>
          <a:bodyPr wrap="square" lIns="0" tIns="0" rIns="0" bIns="0" anchor="t">
            <a:noAutofit/>
          </a:bodyPr>
          <a:lstStyle>
            <a:defPPr algn="l">
              <a:defRPr sz="3900" b="1">
                <a:solidFill>
                  <a:srgbClr val="163B2A"/>
                </a:solidFill>
                <a:latin typeface="Arial"/>
                <a:ea typeface="Arial"/>
                <a:cs typeface="Arial"/>
              </a:defRPr>
            </a:defPPr>
            <a:lvl1pPr algn="l">
              <a:defRPr sz="3900" b="1">
                <a:solidFill>
                  <a:srgbClr val="163B2A"/>
                </a:solidFill>
                <a:latin typeface="Arial"/>
                <a:ea typeface="Arial"/>
                <a:cs typeface="Arial"/>
              </a:defRPr>
            </a:lvl1pPr>
            <a:lvl2pPr algn="l">
              <a:defRPr sz="3900" b="1">
                <a:solidFill>
                  <a:srgbClr val="163B2A"/>
                </a:solidFill>
                <a:latin typeface="Arial"/>
                <a:ea typeface="Arial"/>
                <a:cs typeface="Arial"/>
              </a:defRPr>
            </a:lvl2pPr>
            <a:lvl3pPr algn="l">
              <a:defRPr sz="3900" b="1">
                <a:solidFill>
                  <a:srgbClr val="163B2A"/>
                </a:solidFill>
                <a:latin typeface="Arial"/>
                <a:ea typeface="Arial"/>
                <a:cs typeface="Arial"/>
              </a:defRPr>
            </a:lvl3pPr>
            <a:lvl4pPr algn="l">
              <a:defRPr sz="3900" b="1">
                <a:solidFill>
                  <a:srgbClr val="163B2A"/>
                </a:solidFill>
                <a:latin typeface="Arial"/>
                <a:ea typeface="Arial"/>
                <a:cs typeface="Arial"/>
              </a:defRPr>
            </a:lvl4pPr>
            <a:lvl5pPr algn="l">
              <a:defRPr sz="3900" b="1">
                <a:solidFill>
                  <a:srgbClr val="163B2A"/>
                </a:solidFill>
                <a:latin typeface="Arial"/>
                <a:ea typeface="Arial"/>
                <a:cs typeface="Arial"/>
              </a:defRPr>
            </a:lvl5pPr>
            <a:lvl6pPr algn="l">
              <a:defRPr sz="3900" b="1">
                <a:solidFill>
                  <a:srgbClr val="163B2A"/>
                </a:solidFill>
                <a:latin typeface="Arial"/>
                <a:ea typeface="Arial"/>
                <a:cs typeface="Arial"/>
              </a:defRPr>
            </a:lvl6pPr>
            <a:lvl7pPr algn="l">
              <a:defRPr sz="3900" b="1">
                <a:solidFill>
                  <a:srgbClr val="163B2A"/>
                </a:solidFill>
                <a:latin typeface="Arial"/>
                <a:ea typeface="Arial"/>
                <a:cs typeface="Arial"/>
              </a:defRPr>
            </a:lvl7pPr>
            <a:lvl8pPr algn="l">
              <a:defRPr sz="3900" b="1">
                <a:solidFill>
                  <a:srgbClr val="163B2A"/>
                </a:solidFill>
                <a:latin typeface="Arial"/>
                <a:ea typeface="Arial"/>
                <a:cs typeface="Arial"/>
              </a:defRPr>
            </a:lvl8pPr>
            <a:lvl9pPr algn="l">
              <a:defRPr sz="3900" b="1">
                <a:solidFill>
                  <a:srgbClr val="163B2A"/>
                </a:solidFill>
                <a:latin typeface="Arial"/>
                <a:ea typeface="Arial"/>
                <a:cs typeface="Arial"/>
              </a:defRPr>
            </a:lvl9pPr>
          </a:lstStyle>
          <a:p>
            <a:pPr algn="l">
              <a:defRPr sz="3900" b="1">
                <a:solidFill>
                  <a:srgbClr val="163B2A"/>
                </a:solidFill>
                <a:latin typeface="Arial"/>
                <a:ea typeface="Arial"/>
                <a:cs typeface="Arial"/>
              </a:defRPr>
            </a:pPr>
            <a:r>
              <a:rPr sz="3900" b="1">
                <a:solidFill>
                  <a:srgbClr val="163B2A"/>
                </a:solidFill>
                <a:latin typeface="Arial"/>
                <a:ea typeface="Arial"/>
                <a:cs typeface="Arial"/>
              </a:rPr>
              <a:t>RM1.20</a:t>
            </a:r>
          </a:p>
        </p:txBody>
      </p:sp>
      <p:sp>
        <p:nvSpPr>
          <p:cNvPr id="14" name="矩形 13">
            <a:extLst>
              <a:ext uri="{FF2B5EF4-FFF2-40B4-BE49-F238E27FC236}">
                <a16:creationId xmlns:a16="http://schemas.microsoft.com/office/drawing/2014/main" id="{7A83B677-3776-4A39-8CDF-DEEC2BFE3D3E}"/>
              </a:ext>
            </a:extLst>
          </p:cNvPr>
          <p:cNvSpPr>
            <a:spLocks noGrp="1"/>
          </p:cNvSpPr>
          <p:nvPr/>
        </p:nvSpPr>
        <p:spPr>
          <a:xfrm>
            <a:off x="9201150" y="2552700"/>
            <a:ext cx="2476500" cy="53340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Collected-order gross profit</a:t>
            </a:r>
          </a:p>
        </p:txBody>
      </p:sp>
      <p:graphicFrame>
        <p:nvGraphicFramePr>
          <p:cNvPr id="15" name="Chart">
            <a:extLst>
              <a:ext uri="{FF2B5EF4-FFF2-40B4-BE49-F238E27FC236}">
                <a16:creationId xmlns:a16="http://schemas.microsoft.com/office/drawing/2014/main" id="{79C77104-79AF-4520-938B-4C7568EC407B}"/>
              </a:ext>
            </a:extLst>
          </p:cNvPr>
          <p:cNvGraphicFramePr/>
          <p:nvPr/>
        </p:nvGraphicFramePr>
        <p:xfrm>
          <a:off x="514350" y="3257550"/>
          <a:ext cx="3286125" cy="250507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表格 15">
            <a:extLst>
              <a:ext uri="{FF2B5EF4-FFF2-40B4-BE49-F238E27FC236}">
                <a16:creationId xmlns:a16="http://schemas.microsoft.com/office/drawing/2014/main" id="{BA825728-6DFA-4170-AE27-B130075B3B42}"/>
              </a:ext>
            </a:extLst>
          </p:cNvPr>
          <p:cNvGraphicFramePr/>
          <p:nvPr/>
        </p:nvGraphicFramePr>
        <p:xfrm>
          <a:off x="4267200" y="3333750"/>
          <a:ext cx="7467600" cy="2181225"/>
        </p:xfrm>
        <a:graphic>
          <a:graphicData uri="http://schemas.openxmlformats.org/drawingml/2006/table">
            <a:tbl>
              <a:tblPr/>
              <a:tblGrid>
                <a:gridCol w="268605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724025">
                  <a:extLst>
                    <a:ext uri="{9D8B030D-6E8A-4147-A177-3AD203B41FA5}">
                      <a16:colId xmlns:a16="http://schemas.microsoft.com/office/drawing/2014/main" val="20002"/>
                    </a:ext>
                  </a:extLst>
                </a:gridCol>
                <a:gridCol w="1724025">
                  <a:extLst>
                    <a:ext uri="{9D8B030D-6E8A-4147-A177-3AD203B41FA5}">
                      <a16:colId xmlns:a16="http://schemas.microsoft.com/office/drawing/2014/main" val="20003"/>
                    </a:ext>
                  </a:extLst>
                </a:gridCol>
              </a:tblGrid>
              <a:tr h="545306">
                <a:tc>
                  <a:txBody>
                    <a:bodyPr/>
                    <a:lstStyle/>
                    <a:p>
                      <a:pPr algn="l"/>
                      <a:r>
                        <a:rPr sz="1500" b="1">
                          <a:solidFill>
                            <a:srgbClr val="163B2A"/>
                          </a:solidFill>
                          <a:latin typeface="Arial"/>
                          <a:ea typeface="Arial"/>
                          <a:cs typeface="Arial"/>
                        </a:rPr>
                        <a:t>Recorded outcome</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00" b="1">
                          <a:solidFill>
                            <a:srgbClr val="163B2A"/>
                          </a:solidFill>
                          <a:latin typeface="Arial"/>
                          <a:ea typeface="Arial"/>
                          <a:cs typeface="Arial"/>
                        </a:rPr>
                        <a:t>Items</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00" b="1">
                          <a:solidFill>
                            <a:srgbClr val="163B2A"/>
                          </a:solidFill>
                          <a:latin typeface="Arial"/>
                          <a:ea typeface="Arial"/>
                          <a:cs typeface="Arial"/>
                        </a:rPr>
                        <a:t>Weight / kg</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00" b="1">
                          <a:solidFill>
                            <a:srgbClr val="163B2A"/>
                          </a:solidFill>
                          <a:latin typeface="Arial"/>
                          <a:ea typeface="Arial"/>
                          <a:cs typeface="Arial"/>
                        </a:rPr>
                        <a:t>Footprint / kg CO₂e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545306">
                <a:tc>
                  <a:txBody>
                    <a:bodyPr/>
                    <a:lstStyle/>
                    <a:p>
                      <a:pPr algn="l"/>
                      <a:r>
                        <a:rPr sz="1575" b="0">
                          <a:solidFill>
                            <a:srgbClr val="163B2A"/>
                          </a:solidFill>
                          <a:latin typeface="Arial"/>
                          <a:ea typeface="Arial"/>
                          <a:cs typeface="Arial"/>
                        </a:rPr>
                        <a:t>Collected</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2</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0.16</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0.40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545306">
                <a:tc>
                  <a:txBody>
                    <a:bodyPr/>
                    <a:lstStyle/>
                    <a:p>
                      <a:pPr algn="l"/>
                      <a:r>
                        <a:rPr sz="1575" b="0">
                          <a:solidFill>
                            <a:srgbClr val="163B2A"/>
                          </a:solidFill>
                          <a:latin typeface="Arial"/>
                          <a:ea typeface="Arial"/>
                          <a:cs typeface="Arial"/>
                        </a:rPr>
                        <a:t>Simulated handover</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0.64</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1.60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545306">
                <a:tc>
                  <a:txBody>
                    <a:bodyPr/>
                    <a:lstStyle/>
                    <a:p>
                      <a:pPr algn="l"/>
                      <a:r>
                        <a:rPr sz="1575" b="0">
                          <a:solidFill>
                            <a:srgbClr val="163B2A"/>
                          </a:solidFill>
                          <a:latin typeface="Arial"/>
                          <a:ea typeface="Arial"/>
                          <a:cs typeface="Arial"/>
                        </a:rPr>
                        <a:t>Total</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0.80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2.00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bl>
          </a:graphicData>
        </a:graphic>
      </p:graphicFrame>
      <p:sp>
        <p:nvSpPr>
          <p:cNvPr id="17" name="NAV-BG-16">
            <a:extLst>
              <a:ext uri="{FF2B5EF4-FFF2-40B4-BE49-F238E27FC236}">
                <a16:creationId xmlns:a16="http://schemas.microsoft.com/office/drawing/2014/main" id="{F0B2FCCC-AAE9-431B-8778-416366BD4F75}"/>
              </a:ext>
            </a:extLst>
          </p:cNvPr>
          <p:cNvSpPr>
            <a:spLocks noGrp="1"/>
          </p:cNvSpPr>
          <p:nvPr/>
        </p:nvSpPr>
        <p:spPr>
          <a:xfrm>
            <a:off x="4267200" y="5695950"/>
            <a:ext cx="2238375" cy="342900"/>
          </a:xfrm>
          <a:prstGeom prst="roundRect">
            <a:avLst>
              <a:gd name="adj" fmla="val 22222"/>
            </a:avLst>
          </a:prstGeom>
          <a:solidFill>
            <a:srgbClr val="EDF0DF"/>
          </a:solidFill>
          <a:ln w="9525">
            <a:solidFill>
              <a:srgbClr val="B7BA9A"/>
            </a:solidFill>
            <a:prstDash val="solid"/>
          </a:ln>
        </p:spPr>
      </p:sp>
      <p:sp>
        <p:nvSpPr>
          <p:cNvPr id="18" name="NAV-16">
            <a:hlinkClick r:id="rId5" action="ppaction://hlinksldjump"/>
            <a:extLst>
              <a:ext uri="{FF2B5EF4-FFF2-40B4-BE49-F238E27FC236}">
                <a16:creationId xmlns:a16="http://schemas.microsoft.com/office/drawing/2014/main" id="{0AF85BED-C6A7-4CE8-A1D8-A7D5117B6017}"/>
              </a:ext>
            </a:extLst>
          </p:cNvPr>
          <p:cNvSpPr>
            <a:spLocks noGrp="1"/>
          </p:cNvSpPr>
          <p:nvPr/>
        </p:nvSpPr>
        <p:spPr>
          <a:xfrm>
            <a:off x="4362450" y="5762625"/>
            <a:ext cx="2047875"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Stock ledger</a:t>
            </a:r>
          </a:p>
        </p:txBody>
      </p:sp>
      <p:sp>
        <p:nvSpPr>
          <p:cNvPr id="19" name="NAV-BG-17">
            <a:extLst>
              <a:ext uri="{FF2B5EF4-FFF2-40B4-BE49-F238E27FC236}">
                <a16:creationId xmlns:a16="http://schemas.microsoft.com/office/drawing/2014/main" id="{4290BE08-4AD4-46D3-92C7-DCDB0CBA8B06}"/>
              </a:ext>
            </a:extLst>
          </p:cNvPr>
          <p:cNvSpPr>
            <a:spLocks noGrp="1"/>
          </p:cNvSpPr>
          <p:nvPr/>
        </p:nvSpPr>
        <p:spPr>
          <a:xfrm>
            <a:off x="6715125" y="5695950"/>
            <a:ext cx="2438400" cy="342900"/>
          </a:xfrm>
          <a:prstGeom prst="roundRect">
            <a:avLst>
              <a:gd name="adj" fmla="val 22222"/>
            </a:avLst>
          </a:prstGeom>
          <a:solidFill>
            <a:srgbClr val="EDF0DF"/>
          </a:solidFill>
          <a:ln w="9525">
            <a:solidFill>
              <a:srgbClr val="B7BA9A"/>
            </a:solidFill>
            <a:prstDash val="solid"/>
          </a:ln>
        </p:spPr>
      </p:sp>
      <p:sp>
        <p:nvSpPr>
          <p:cNvPr id="20" name="NAV-17">
            <a:hlinkClick r:id="rId6" action="ppaction://hlinksldjump"/>
            <a:extLst>
              <a:ext uri="{FF2B5EF4-FFF2-40B4-BE49-F238E27FC236}">
                <a16:creationId xmlns:a16="http://schemas.microsoft.com/office/drawing/2014/main" id="{A50A760A-113F-490D-AECA-CA62193BDF43}"/>
              </a:ext>
            </a:extLst>
          </p:cNvPr>
          <p:cNvSpPr>
            <a:spLocks noGrp="1"/>
          </p:cNvSpPr>
          <p:nvPr/>
        </p:nvSpPr>
        <p:spPr>
          <a:xfrm>
            <a:off x="6810375" y="5762625"/>
            <a:ext cx="22479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Financial reconciliation</a:t>
            </a:r>
          </a:p>
        </p:txBody>
      </p:sp>
      <p:sp>
        <p:nvSpPr>
          <p:cNvPr id="21" name="NAV-BG-25">
            <a:extLst>
              <a:ext uri="{FF2B5EF4-FFF2-40B4-BE49-F238E27FC236}">
                <a16:creationId xmlns:a16="http://schemas.microsoft.com/office/drawing/2014/main" id="{678A400D-438F-43DE-891A-79F69E960E8F}"/>
              </a:ext>
            </a:extLst>
          </p:cNvPr>
          <p:cNvSpPr>
            <a:spLocks noGrp="1"/>
          </p:cNvSpPr>
          <p:nvPr/>
        </p:nvSpPr>
        <p:spPr>
          <a:xfrm>
            <a:off x="9363075" y="5695950"/>
            <a:ext cx="2371725" cy="342900"/>
          </a:xfrm>
          <a:prstGeom prst="roundRect">
            <a:avLst>
              <a:gd name="adj" fmla="val 22222"/>
            </a:avLst>
          </a:prstGeom>
          <a:solidFill>
            <a:srgbClr val="EDF0DF"/>
          </a:solidFill>
          <a:ln w="9525">
            <a:solidFill>
              <a:srgbClr val="B7BA9A"/>
            </a:solidFill>
            <a:prstDash val="solid"/>
          </a:ln>
        </p:spPr>
      </p:sp>
      <p:sp>
        <p:nvSpPr>
          <p:cNvPr id="22" name="NAV-25">
            <a:hlinkClick r:id="rId7" action="ppaction://hlinksldjump"/>
            <a:extLst>
              <a:ext uri="{FF2B5EF4-FFF2-40B4-BE49-F238E27FC236}">
                <a16:creationId xmlns:a16="http://schemas.microsoft.com/office/drawing/2014/main" id="{7C8C0418-5E0C-4A1F-9B08-42646CFE9757}"/>
              </a:ext>
            </a:extLst>
          </p:cNvPr>
          <p:cNvSpPr>
            <a:spLocks noGrp="1"/>
          </p:cNvSpPr>
          <p:nvPr/>
        </p:nvSpPr>
        <p:spPr>
          <a:xfrm>
            <a:off x="9458325" y="5762625"/>
            <a:ext cx="2181225"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Evidence and APIs</a:t>
            </a:r>
          </a:p>
        </p:txBody>
      </p:sp>
    </p:spTree>
    <p:extLst>
      <p:ext uri="{BB962C8B-B14F-4D97-AF65-F5344CB8AC3E}">
        <p14:creationId xmlns:p14="http://schemas.microsoft.com/office/powerpoint/2010/main" val="596817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530B182F-16C0-46EB-9490-3321257C7D78}"/>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EE37D0EB-F35D-4A7A-BB7A-9635C1212221}"/>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Relevant SDGs and contribution pathways</a:t>
            </a:r>
          </a:p>
        </p:txBody>
      </p:sp>
      <p:sp>
        <p:nvSpPr>
          <p:cNvPr id="3" name="矩形 2">
            <a:extLst>
              <a:ext uri="{FF2B5EF4-FFF2-40B4-BE49-F238E27FC236}">
                <a16:creationId xmlns:a16="http://schemas.microsoft.com/office/drawing/2014/main" id="{8EAE375D-7259-4C87-86EB-B145AAA41F96}"/>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Contribution pathways / real outcomes still require a store pilot</a:t>
            </a:r>
          </a:p>
        </p:txBody>
      </p:sp>
      <p:sp>
        <p:nvSpPr>
          <p:cNvPr id="4" name="矩形 3">
            <a:extLst>
              <a:ext uri="{FF2B5EF4-FFF2-40B4-BE49-F238E27FC236}">
                <a16:creationId xmlns:a16="http://schemas.microsoft.com/office/drawing/2014/main" id="{CD3246D7-3194-4D67-862D-26B7063F70A5}"/>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D8B3B20C-D8DA-4D6F-844B-FFE405C458EC}"/>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5955D5C8-0F0F-4747-9197-76A1D927C0C0}"/>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09 / 32</a:t>
            </a:r>
          </a:p>
        </p:txBody>
      </p:sp>
      <p:sp>
        <p:nvSpPr>
          <p:cNvPr id="7" name="矩形: 圆角 6">
            <a:extLst>
              <a:ext uri="{FF2B5EF4-FFF2-40B4-BE49-F238E27FC236}">
                <a16:creationId xmlns:a16="http://schemas.microsoft.com/office/drawing/2014/main" id="{4BDAE9B9-D194-4788-ADFD-B9A601BE634C}"/>
              </a:ext>
            </a:extLst>
          </p:cNvPr>
          <p:cNvSpPr>
            <a:spLocks noGrp="1"/>
          </p:cNvSpPr>
          <p:nvPr/>
        </p:nvSpPr>
        <p:spPr>
          <a:xfrm>
            <a:off x="457200" y="1752600"/>
            <a:ext cx="5486400" cy="1847850"/>
          </a:xfrm>
          <a:prstGeom prst="roundRect">
            <a:avLst>
              <a:gd name="adj" fmla="val 4124"/>
            </a:avLst>
          </a:prstGeom>
          <a:solidFill>
            <a:srgbClr val="EDF0DF"/>
          </a:solidFill>
          <a:ln w="9525">
            <a:solidFill>
              <a:srgbClr val="B7BA9A"/>
            </a:solidFill>
            <a:prstDash val="solid"/>
          </a:ln>
        </p:spPr>
      </p:sp>
      <p:sp>
        <p:nvSpPr>
          <p:cNvPr id="8" name="A01-sdg-33">
            <a:extLst>
              <a:ext uri="{FF2B5EF4-FFF2-40B4-BE49-F238E27FC236}">
                <a16:creationId xmlns:a16="http://schemas.microsoft.com/office/drawing/2014/main" id="{D67006E5-EE50-4705-91DE-747753076940}"/>
              </a:ext>
            </a:extLst>
          </p:cNvPr>
          <p:cNvSpPr>
            <a:spLocks noGrp="1"/>
          </p:cNvSpPr>
          <p:nvPr/>
        </p:nvSpPr>
        <p:spPr>
          <a:xfrm>
            <a:off x="628650" y="1924050"/>
            <a:ext cx="1162050" cy="381000"/>
          </a:xfrm>
          <a:prstGeom prst="rect">
            <a:avLst/>
          </a:prstGeom>
          <a:noFill/>
          <a:ln w="0">
            <a:noFill/>
            <a:prstDash val="solid"/>
          </a:ln>
        </p:spPr>
        <p:txBody>
          <a:bodyPr wrap="square" lIns="0" tIns="0" rIns="0" bIns="0" anchor="t">
            <a:noAutofit/>
          </a:bodyPr>
          <a:lstStyle>
            <a:defPPr algn="l">
              <a:defRPr sz="2100" b="1">
                <a:solidFill>
                  <a:srgbClr val="B57906"/>
                </a:solidFill>
                <a:latin typeface="Arial"/>
                <a:ea typeface="Arial"/>
                <a:cs typeface="Arial"/>
              </a:defRPr>
            </a:defPPr>
            <a:lvl1pPr algn="l">
              <a:defRPr sz="2100" b="1">
                <a:solidFill>
                  <a:srgbClr val="B57906"/>
                </a:solidFill>
                <a:latin typeface="Arial"/>
                <a:ea typeface="Arial"/>
                <a:cs typeface="Arial"/>
              </a:defRPr>
            </a:lvl1pPr>
            <a:lvl2pPr algn="l">
              <a:defRPr sz="2100" b="1">
                <a:solidFill>
                  <a:srgbClr val="B57906"/>
                </a:solidFill>
                <a:latin typeface="Arial"/>
                <a:ea typeface="Arial"/>
                <a:cs typeface="Arial"/>
              </a:defRPr>
            </a:lvl2pPr>
            <a:lvl3pPr algn="l">
              <a:defRPr sz="2100" b="1">
                <a:solidFill>
                  <a:srgbClr val="B57906"/>
                </a:solidFill>
                <a:latin typeface="Arial"/>
                <a:ea typeface="Arial"/>
                <a:cs typeface="Arial"/>
              </a:defRPr>
            </a:lvl3pPr>
            <a:lvl4pPr algn="l">
              <a:defRPr sz="2100" b="1">
                <a:solidFill>
                  <a:srgbClr val="B57906"/>
                </a:solidFill>
                <a:latin typeface="Arial"/>
                <a:ea typeface="Arial"/>
                <a:cs typeface="Arial"/>
              </a:defRPr>
            </a:lvl4pPr>
            <a:lvl5pPr algn="l">
              <a:defRPr sz="2100" b="1">
                <a:solidFill>
                  <a:srgbClr val="B57906"/>
                </a:solidFill>
                <a:latin typeface="Arial"/>
                <a:ea typeface="Arial"/>
                <a:cs typeface="Arial"/>
              </a:defRPr>
            </a:lvl5pPr>
            <a:lvl6pPr algn="l">
              <a:defRPr sz="2100" b="1">
                <a:solidFill>
                  <a:srgbClr val="B57906"/>
                </a:solidFill>
                <a:latin typeface="Arial"/>
                <a:ea typeface="Arial"/>
                <a:cs typeface="Arial"/>
              </a:defRPr>
            </a:lvl6pPr>
            <a:lvl7pPr algn="l">
              <a:defRPr sz="2100" b="1">
                <a:solidFill>
                  <a:srgbClr val="B57906"/>
                </a:solidFill>
                <a:latin typeface="Arial"/>
                <a:ea typeface="Arial"/>
                <a:cs typeface="Arial"/>
              </a:defRPr>
            </a:lvl7pPr>
            <a:lvl8pPr algn="l">
              <a:defRPr sz="2100" b="1">
                <a:solidFill>
                  <a:srgbClr val="B57906"/>
                </a:solidFill>
                <a:latin typeface="Arial"/>
                <a:ea typeface="Arial"/>
                <a:cs typeface="Arial"/>
              </a:defRPr>
            </a:lvl8pPr>
            <a:lvl9pPr algn="l">
              <a:defRPr sz="2100" b="1">
                <a:solidFill>
                  <a:srgbClr val="B57906"/>
                </a:solidFill>
                <a:latin typeface="Arial"/>
                <a:ea typeface="Arial"/>
                <a:cs typeface="Arial"/>
              </a:defRPr>
            </a:lvl9pPr>
          </a:lstStyle>
          <a:p>
            <a:pPr algn="l">
              <a:defRPr sz="2100" b="1">
                <a:solidFill>
                  <a:srgbClr val="B57906"/>
                </a:solidFill>
                <a:latin typeface="Arial"/>
                <a:ea typeface="Arial"/>
                <a:cs typeface="Arial"/>
              </a:defRPr>
            </a:pPr>
            <a:r>
              <a:rPr sz="2100" b="1">
                <a:solidFill>
                  <a:srgbClr val="B57906"/>
                </a:solidFill>
                <a:latin typeface="Arial"/>
                <a:ea typeface="Arial"/>
                <a:cs typeface="Arial"/>
              </a:rPr>
              <a:t>SDG 12</a:t>
            </a:r>
          </a:p>
        </p:txBody>
      </p:sp>
      <p:sp>
        <p:nvSpPr>
          <p:cNvPr id="9" name="A01-goal-34">
            <a:extLst>
              <a:ext uri="{FF2B5EF4-FFF2-40B4-BE49-F238E27FC236}">
                <a16:creationId xmlns:a16="http://schemas.microsoft.com/office/drawing/2014/main" id="{25D232EF-E74E-435A-8EBE-BD494FC0FEFA}"/>
              </a:ext>
            </a:extLst>
          </p:cNvPr>
          <p:cNvSpPr>
            <a:spLocks noGrp="1"/>
          </p:cNvSpPr>
          <p:nvPr/>
        </p:nvSpPr>
        <p:spPr>
          <a:xfrm>
            <a:off x="1924050" y="1924050"/>
            <a:ext cx="3810000" cy="609600"/>
          </a:xfrm>
          <a:prstGeom prst="rect">
            <a:avLst/>
          </a:prstGeom>
          <a:noFill/>
          <a:ln w="0">
            <a:noFill/>
            <a:prstDash val="solid"/>
          </a:ln>
        </p:spPr>
        <p:txBody>
          <a:bodyPr wrap="square" lIns="0" tIns="0" rIns="0" bIns="0" anchor="t">
            <a:noAutofit/>
          </a:bodyPr>
          <a:lstStyle>
            <a:defPPr algn="l">
              <a:defRPr sz="1950" b="1">
                <a:solidFill>
                  <a:srgbClr val="163B2A"/>
                </a:solidFill>
                <a:latin typeface="Arial"/>
                <a:ea typeface="Arial"/>
                <a:cs typeface="Arial"/>
              </a:defRPr>
            </a:defPPr>
            <a:lvl1pPr algn="l">
              <a:defRPr sz="1950" b="1">
                <a:solidFill>
                  <a:srgbClr val="163B2A"/>
                </a:solidFill>
                <a:latin typeface="Arial"/>
                <a:ea typeface="Arial"/>
                <a:cs typeface="Arial"/>
              </a:defRPr>
            </a:lvl1pPr>
            <a:lvl2pPr algn="l">
              <a:defRPr sz="1950" b="1">
                <a:solidFill>
                  <a:srgbClr val="163B2A"/>
                </a:solidFill>
                <a:latin typeface="Arial"/>
                <a:ea typeface="Arial"/>
                <a:cs typeface="Arial"/>
              </a:defRPr>
            </a:lvl2pPr>
            <a:lvl3pPr algn="l">
              <a:defRPr sz="1950" b="1">
                <a:solidFill>
                  <a:srgbClr val="163B2A"/>
                </a:solidFill>
                <a:latin typeface="Arial"/>
                <a:ea typeface="Arial"/>
                <a:cs typeface="Arial"/>
              </a:defRPr>
            </a:lvl3pPr>
            <a:lvl4pPr algn="l">
              <a:defRPr sz="1950" b="1">
                <a:solidFill>
                  <a:srgbClr val="163B2A"/>
                </a:solidFill>
                <a:latin typeface="Arial"/>
                <a:ea typeface="Arial"/>
                <a:cs typeface="Arial"/>
              </a:defRPr>
            </a:lvl4pPr>
            <a:lvl5pPr algn="l">
              <a:defRPr sz="1950" b="1">
                <a:solidFill>
                  <a:srgbClr val="163B2A"/>
                </a:solidFill>
                <a:latin typeface="Arial"/>
                <a:ea typeface="Arial"/>
                <a:cs typeface="Arial"/>
              </a:defRPr>
            </a:lvl5pPr>
            <a:lvl6pPr algn="l">
              <a:defRPr sz="1950" b="1">
                <a:solidFill>
                  <a:srgbClr val="163B2A"/>
                </a:solidFill>
                <a:latin typeface="Arial"/>
                <a:ea typeface="Arial"/>
                <a:cs typeface="Arial"/>
              </a:defRPr>
            </a:lvl6pPr>
            <a:lvl7pPr algn="l">
              <a:defRPr sz="1950" b="1">
                <a:solidFill>
                  <a:srgbClr val="163B2A"/>
                </a:solidFill>
                <a:latin typeface="Arial"/>
                <a:ea typeface="Arial"/>
                <a:cs typeface="Arial"/>
              </a:defRPr>
            </a:lvl7pPr>
            <a:lvl8pPr algn="l">
              <a:defRPr sz="1950" b="1">
                <a:solidFill>
                  <a:srgbClr val="163B2A"/>
                </a:solidFill>
                <a:latin typeface="Arial"/>
                <a:ea typeface="Arial"/>
                <a:cs typeface="Arial"/>
              </a:defRPr>
            </a:lvl8pPr>
            <a:lvl9pPr algn="l">
              <a:defRPr sz="1950" b="1">
                <a:solidFill>
                  <a:srgbClr val="163B2A"/>
                </a:solidFill>
                <a:latin typeface="Arial"/>
                <a:ea typeface="Arial"/>
                <a:cs typeface="Arial"/>
              </a:defRPr>
            </a:lvl9pPr>
          </a:lstStyle>
          <a:p>
            <a:pPr algn="l">
              <a:defRPr sz="1950" b="1">
                <a:solidFill>
                  <a:srgbClr val="163B2A"/>
                </a:solidFill>
                <a:latin typeface="Arial"/>
                <a:ea typeface="Arial"/>
                <a:cs typeface="Arial"/>
              </a:defRPr>
            </a:pPr>
            <a:r>
              <a:rPr sz="1950" b="1">
                <a:solidFill>
                  <a:srgbClr val="163B2A"/>
                </a:solidFill>
                <a:latin typeface="Arial"/>
                <a:ea typeface="Arial"/>
                <a:cs typeface="Arial"/>
              </a:rPr>
              <a:t>Responsible consumption</a:t>
            </a:r>
          </a:p>
          <a:p>
            <a:pPr algn="l">
              <a:defRPr sz="1950" b="1">
                <a:solidFill>
                  <a:srgbClr val="163B2A"/>
                </a:solidFill>
                <a:latin typeface="Arial"/>
                <a:ea typeface="Arial"/>
                <a:cs typeface="Arial"/>
              </a:defRPr>
            </a:pPr>
            <a:r>
              <a:rPr sz="1950" b="1">
                <a:solidFill>
                  <a:srgbClr val="163B2A"/>
                </a:solidFill>
                <a:latin typeface="Arial"/>
                <a:ea typeface="Arial"/>
                <a:cs typeface="Arial"/>
              </a:rPr>
              <a:t>and production</a:t>
            </a:r>
          </a:p>
        </p:txBody>
      </p:sp>
      <p:sp>
        <p:nvSpPr>
          <p:cNvPr id="10" name="A01-mechanism-35">
            <a:extLst>
              <a:ext uri="{FF2B5EF4-FFF2-40B4-BE49-F238E27FC236}">
                <a16:creationId xmlns:a16="http://schemas.microsoft.com/office/drawing/2014/main" id="{0939DEA1-EB48-4831-B1D6-C1F4D16891F3}"/>
              </a:ext>
            </a:extLst>
          </p:cNvPr>
          <p:cNvSpPr>
            <a:spLocks noGrp="1"/>
          </p:cNvSpPr>
          <p:nvPr/>
        </p:nvSpPr>
        <p:spPr>
          <a:xfrm>
            <a:off x="628650" y="2619375"/>
            <a:ext cx="5143500" cy="285750"/>
          </a:xfrm>
          <a:prstGeom prst="rect">
            <a:avLst/>
          </a:prstGeom>
          <a:noFill/>
          <a:ln w="0">
            <a:noFill/>
            <a:prstDash val="solid"/>
          </a:ln>
        </p:spPr>
        <p:txBody>
          <a:bodyPr wrap="square" lIns="0" tIns="0" rIns="0" bIns="0" anchor="t">
            <a:noAutofit/>
          </a:bodyPr>
          <a:lstStyle>
            <a:defPPr algn="l">
              <a:defRPr sz="1725" b="1">
                <a:solidFill>
                  <a:srgbClr val="598C6C"/>
                </a:solidFill>
                <a:latin typeface="Arial"/>
                <a:ea typeface="Arial"/>
                <a:cs typeface="Arial"/>
              </a:defRPr>
            </a:defPPr>
            <a:lvl1pPr algn="l">
              <a:defRPr sz="1725" b="1">
                <a:solidFill>
                  <a:srgbClr val="598C6C"/>
                </a:solidFill>
                <a:latin typeface="Arial"/>
                <a:ea typeface="Arial"/>
                <a:cs typeface="Arial"/>
              </a:defRPr>
            </a:lvl1pPr>
            <a:lvl2pPr algn="l">
              <a:defRPr sz="1725" b="1">
                <a:solidFill>
                  <a:srgbClr val="598C6C"/>
                </a:solidFill>
                <a:latin typeface="Arial"/>
                <a:ea typeface="Arial"/>
                <a:cs typeface="Arial"/>
              </a:defRPr>
            </a:lvl2pPr>
            <a:lvl3pPr algn="l">
              <a:defRPr sz="1725" b="1">
                <a:solidFill>
                  <a:srgbClr val="598C6C"/>
                </a:solidFill>
                <a:latin typeface="Arial"/>
                <a:ea typeface="Arial"/>
                <a:cs typeface="Arial"/>
              </a:defRPr>
            </a:lvl3pPr>
            <a:lvl4pPr algn="l">
              <a:defRPr sz="1725" b="1">
                <a:solidFill>
                  <a:srgbClr val="598C6C"/>
                </a:solidFill>
                <a:latin typeface="Arial"/>
                <a:ea typeface="Arial"/>
                <a:cs typeface="Arial"/>
              </a:defRPr>
            </a:lvl4pPr>
            <a:lvl5pPr algn="l">
              <a:defRPr sz="1725" b="1">
                <a:solidFill>
                  <a:srgbClr val="598C6C"/>
                </a:solidFill>
                <a:latin typeface="Arial"/>
                <a:ea typeface="Arial"/>
                <a:cs typeface="Arial"/>
              </a:defRPr>
            </a:lvl5pPr>
            <a:lvl6pPr algn="l">
              <a:defRPr sz="1725" b="1">
                <a:solidFill>
                  <a:srgbClr val="598C6C"/>
                </a:solidFill>
                <a:latin typeface="Arial"/>
                <a:ea typeface="Arial"/>
                <a:cs typeface="Arial"/>
              </a:defRPr>
            </a:lvl6pPr>
            <a:lvl7pPr algn="l">
              <a:defRPr sz="1725" b="1">
                <a:solidFill>
                  <a:srgbClr val="598C6C"/>
                </a:solidFill>
                <a:latin typeface="Arial"/>
                <a:ea typeface="Arial"/>
                <a:cs typeface="Arial"/>
              </a:defRPr>
            </a:lvl7pPr>
            <a:lvl8pPr algn="l">
              <a:defRPr sz="1725" b="1">
                <a:solidFill>
                  <a:srgbClr val="598C6C"/>
                </a:solidFill>
                <a:latin typeface="Arial"/>
                <a:ea typeface="Arial"/>
                <a:cs typeface="Arial"/>
              </a:defRPr>
            </a:lvl8pPr>
            <a:lvl9pPr algn="l">
              <a:defRPr sz="1725" b="1">
                <a:solidFill>
                  <a:srgbClr val="598C6C"/>
                </a:solidFill>
                <a:latin typeface="Arial"/>
                <a:ea typeface="Arial"/>
                <a:cs typeface="Arial"/>
              </a:defRPr>
            </a:lvl9pPr>
          </a:lstStyle>
          <a:p>
            <a:pPr algn="l">
              <a:defRPr sz="1725" b="1">
                <a:solidFill>
                  <a:srgbClr val="598C6C"/>
                </a:solidFill>
                <a:latin typeface="Arial"/>
                <a:ea typeface="Arial"/>
                <a:cs typeface="Arial"/>
              </a:defRPr>
            </a:pPr>
            <a:r>
              <a:rPr sz="1725" b="1">
                <a:solidFill>
                  <a:srgbClr val="598C6C"/>
                </a:solidFill>
                <a:latin typeface="Arial"/>
                <a:ea typeface="Arial"/>
                <a:cs typeface="Arial"/>
              </a:rPr>
              <a:t>Core link: Target 12.3</a:t>
            </a:r>
          </a:p>
        </p:txBody>
      </p:sp>
      <p:sp>
        <p:nvSpPr>
          <p:cNvPr id="11" name="A01-evidence-36">
            <a:extLst>
              <a:ext uri="{FF2B5EF4-FFF2-40B4-BE49-F238E27FC236}">
                <a16:creationId xmlns:a16="http://schemas.microsoft.com/office/drawing/2014/main" id="{07190C95-875C-49E7-AD7E-BC7EB891FC82}"/>
              </a:ext>
            </a:extLst>
          </p:cNvPr>
          <p:cNvSpPr>
            <a:spLocks noGrp="1"/>
          </p:cNvSpPr>
          <p:nvPr/>
        </p:nvSpPr>
        <p:spPr>
          <a:xfrm>
            <a:off x="628650" y="2990850"/>
            <a:ext cx="5143500" cy="533400"/>
          </a:xfrm>
          <a:prstGeom prst="rect">
            <a:avLst/>
          </a:prstGeom>
          <a:noFill/>
          <a:ln w="0">
            <a:noFill/>
            <a:prstDash val="solid"/>
          </a:ln>
        </p:spPr>
        <p:txBody>
          <a:bodyPr wrap="square" lIns="0" tIns="0" rIns="0" bIns="0" anchor="t">
            <a:noAutofit/>
          </a:bodyPr>
          <a:lstStyle>
            <a:defPPr algn="l">
              <a:defRPr sz="1650" b="0">
                <a:solidFill>
                  <a:srgbClr val="586958"/>
                </a:solidFill>
                <a:latin typeface="Arial"/>
                <a:ea typeface="Arial"/>
                <a:cs typeface="Arial"/>
              </a:defRPr>
            </a:defPPr>
            <a:lvl1pPr algn="l">
              <a:defRPr sz="1650" b="0">
                <a:solidFill>
                  <a:srgbClr val="586958"/>
                </a:solidFill>
                <a:latin typeface="Arial"/>
                <a:ea typeface="Arial"/>
                <a:cs typeface="Arial"/>
              </a:defRPr>
            </a:lvl1pPr>
            <a:lvl2pPr algn="l">
              <a:defRPr sz="1650" b="0">
                <a:solidFill>
                  <a:srgbClr val="586958"/>
                </a:solidFill>
                <a:latin typeface="Arial"/>
                <a:ea typeface="Arial"/>
                <a:cs typeface="Arial"/>
              </a:defRPr>
            </a:lvl2pPr>
            <a:lvl3pPr algn="l">
              <a:defRPr sz="1650" b="0">
                <a:solidFill>
                  <a:srgbClr val="586958"/>
                </a:solidFill>
                <a:latin typeface="Arial"/>
                <a:ea typeface="Arial"/>
                <a:cs typeface="Arial"/>
              </a:defRPr>
            </a:lvl3pPr>
            <a:lvl4pPr algn="l">
              <a:defRPr sz="1650" b="0">
                <a:solidFill>
                  <a:srgbClr val="586958"/>
                </a:solidFill>
                <a:latin typeface="Arial"/>
                <a:ea typeface="Arial"/>
                <a:cs typeface="Arial"/>
              </a:defRPr>
            </a:lvl4pPr>
            <a:lvl5pPr algn="l">
              <a:defRPr sz="1650" b="0">
                <a:solidFill>
                  <a:srgbClr val="586958"/>
                </a:solidFill>
                <a:latin typeface="Arial"/>
                <a:ea typeface="Arial"/>
                <a:cs typeface="Arial"/>
              </a:defRPr>
            </a:lvl5pPr>
            <a:lvl6pPr algn="l">
              <a:defRPr sz="1650" b="0">
                <a:solidFill>
                  <a:srgbClr val="586958"/>
                </a:solidFill>
                <a:latin typeface="Arial"/>
                <a:ea typeface="Arial"/>
                <a:cs typeface="Arial"/>
              </a:defRPr>
            </a:lvl6pPr>
            <a:lvl7pPr algn="l">
              <a:defRPr sz="1650" b="0">
                <a:solidFill>
                  <a:srgbClr val="586958"/>
                </a:solidFill>
                <a:latin typeface="Arial"/>
                <a:ea typeface="Arial"/>
                <a:cs typeface="Arial"/>
              </a:defRPr>
            </a:lvl7pPr>
            <a:lvl8pPr algn="l">
              <a:defRPr sz="1650" b="0">
                <a:solidFill>
                  <a:srgbClr val="586958"/>
                </a:solidFill>
                <a:latin typeface="Arial"/>
                <a:ea typeface="Arial"/>
                <a:cs typeface="Arial"/>
              </a:defRPr>
            </a:lvl8pPr>
            <a:lvl9pPr algn="l">
              <a:defRPr sz="1650" b="0">
                <a:solidFill>
                  <a:srgbClr val="586958"/>
                </a:solidFill>
                <a:latin typeface="Arial"/>
                <a:ea typeface="Arial"/>
                <a:cs typeface="Arial"/>
              </a:defRPr>
            </a:lvl9pPr>
          </a:lstStyle>
          <a:p>
            <a:pPr algn="l">
              <a:defRPr sz="1650" b="0">
                <a:solidFill>
                  <a:srgbClr val="586958"/>
                </a:solidFill>
                <a:latin typeface="Arial"/>
                <a:ea typeface="Arial"/>
                <a:cs typeface="Arial"/>
              </a:defRPr>
            </a:pPr>
            <a:r>
              <a:rPr sz="1650" b="0">
                <a:solidFill>
                  <a:srgbClr val="586958"/>
                </a:solidFill>
                <a:latin typeface="Arial"/>
                <a:ea typeface="Arial"/>
                <a:cs typeface="Arial"/>
              </a:rPr>
              <a:t>Track surplus, collection</a:t>
            </a:r>
          </a:p>
          <a:p>
            <a:pPr algn="l">
              <a:defRPr sz="1650" b="0">
                <a:solidFill>
                  <a:srgbClr val="586958"/>
                </a:solidFill>
                <a:latin typeface="Arial"/>
                <a:ea typeface="Arial"/>
                <a:cs typeface="Arial"/>
              </a:defRPr>
            </a:pPr>
            <a:r>
              <a:rPr sz="1650" b="0">
                <a:solidFill>
                  <a:srgbClr val="586958"/>
                </a:solidFill>
                <a:latin typeface="Arial"/>
                <a:ea typeface="Arial"/>
                <a:cs typeface="Arial"/>
              </a:rPr>
              <a:t>and final food disposition.</a:t>
            </a:r>
          </a:p>
        </p:txBody>
      </p:sp>
      <p:sp>
        <p:nvSpPr>
          <p:cNvPr id="12" name="矩形: 圆角 11">
            <a:extLst>
              <a:ext uri="{FF2B5EF4-FFF2-40B4-BE49-F238E27FC236}">
                <a16:creationId xmlns:a16="http://schemas.microsoft.com/office/drawing/2014/main" id="{D5C75FBC-0AD6-470D-9B93-64A566A75493}"/>
              </a:ext>
            </a:extLst>
          </p:cNvPr>
          <p:cNvSpPr>
            <a:spLocks noGrp="1"/>
          </p:cNvSpPr>
          <p:nvPr/>
        </p:nvSpPr>
        <p:spPr>
          <a:xfrm>
            <a:off x="6248400" y="1752600"/>
            <a:ext cx="5486400" cy="1847850"/>
          </a:xfrm>
          <a:prstGeom prst="roundRect">
            <a:avLst>
              <a:gd name="adj" fmla="val 4124"/>
            </a:avLst>
          </a:prstGeom>
          <a:solidFill>
            <a:srgbClr val="EDF0DF"/>
          </a:solidFill>
          <a:ln w="9525">
            <a:solidFill>
              <a:srgbClr val="B7BA9A"/>
            </a:solidFill>
            <a:prstDash val="solid"/>
          </a:ln>
        </p:spPr>
      </p:sp>
      <p:sp>
        <p:nvSpPr>
          <p:cNvPr id="13" name="A02-sdg-37">
            <a:extLst>
              <a:ext uri="{FF2B5EF4-FFF2-40B4-BE49-F238E27FC236}">
                <a16:creationId xmlns:a16="http://schemas.microsoft.com/office/drawing/2014/main" id="{9E8AA4AE-DD9A-4A3A-AED9-D4F86EE7D2F9}"/>
              </a:ext>
            </a:extLst>
          </p:cNvPr>
          <p:cNvSpPr>
            <a:spLocks noGrp="1"/>
          </p:cNvSpPr>
          <p:nvPr/>
        </p:nvSpPr>
        <p:spPr>
          <a:xfrm>
            <a:off x="6419850" y="1924050"/>
            <a:ext cx="1162050" cy="381000"/>
          </a:xfrm>
          <a:prstGeom prst="rect">
            <a:avLst/>
          </a:prstGeom>
          <a:noFill/>
          <a:ln w="0">
            <a:noFill/>
            <a:prstDash val="solid"/>
          </a:ln>
        </p:spPr>
        <p:txBody>
          <a:bodyPr wrap="square" lIns="0" tIns="0" rIns="0" bIns="0" anchor="t">
            <a:noAutofit/>
          </a:bodyPr>
          <a:lstStyle>
            <a:defPPr algn="l">
              <a:defRPr sz="2100" b="1">
                <a:solidFill>
                  <a:srgbClr val="B57906"/>
                </a:solidFill>
                <a:latin typeface="Arial"/>
                <a:ea typeface="Arial"/>
                <a:cs typeface="Arial"/>
              </a:defRPr>
            </a:defPPr>
            <a:lvl1pPr algn="l">
              <a:defRPr sz="2100" b="1">
                <a:solidFill>
                  <a:srgbClr val="B57906"/>
                </a:solidFill>
                <a:latin typeface="Arial"/>
                <a:ea typeface="Arial"/>
                <a:cs typeface="Arial"/>
              </a:defRPr>
            </a:lvl1pPr>
            <a:lvl2pPr algn="l">
              <a:defRPr sz="2100" b="1">
                <a:solidFill>
                  <a:srgbClr val="B57906"/>
                </a:solidFill>
                <a:latin typeface="Arial"/>
                <a:ea typeface="Arial"/>
                <a:cs typeface="Arial"/>
              </a:defRPr>
            </a:lvl2pPr>
            <a:lvl3pPr algn="l">
              <a:defRPr sz="2100" b="1">
                <a:solidFill>
                  <a:srgbClr val="B57906"/>
                </a:solidFill>
                <a:latin typeface="Arial"/>
                <a:ea typeface="Arial"/>
                <a:cs typeface="Arial"/>
              </a:defRPr>
            </a:lvl3pPr>
            <a:lvl4pPr algn="l">
              <a:defRPr sz="2100" b="1">
                <a:solidFill>
                  <a:srgbClr val="B57906"/>
                </a:solidFill>
                <a:latin typeface="Arial"/>
                <a:ea typeface="Arial"/>
                <a:cs typeface="Arial"/>
              </a:defRPr>
            </a:lvl4pPr>
            <a:lvl5pPr algn="l">
              <a:defRPr sz="2100" b="1">
                <a:solidFill>
                  <a:srgbClr val="B57906"/>
                </a:solidFill>
                <a:latin typeface="Arial"/>
                <a:ea typeface="Arial"/>
                <a:cs typeface="Arial"/>
              </a:defRPr>
            </a:lvl5pPr>
            <a:lvl6pPr algn="l">
              <a:defRPr sz="2100" b="1">
                <a:solidFill>
                  <a:srgbClr val="B57906"/>
                </a:solidFill>
                <a:latin typeface="Arial"/>
                <a:ea typeface="Arial"/>
                <a:cs typeface="Arial"/>
              </a:defRPr>
            </a:lvl6pPr>
            <a:lvl7pPr algn="l">
              <a:defRPr sz="2100" b="1">
                <a:solidFill>
                  <a:srgbClr val="B57906"/>
                </a:solidFill>
                <a:latin typeface="Arial"/>
                <a:ea typeface="Arial"/>
                <a:cs typeface="Arial"/>
              </a:defRPr>
            </a:lvl7pPr>
            <a:lvl8pPr algn="l">
              <a:defRPr sz="2100" b="1">
                <a:solidFill>
                  <a:srgbClr val="B57906"/>
                </a:solidFill>
                <a:latin typeface="Arial"/>
                <a:ea typeface="Arial"/>
                <a:cs typeface="Arial"/>
              </a:defRPr>
            </a:lvl8pPr>
            <a:lvl9pPr algn="l">
              <a:defRPr sz="2100" b="1">
                <a:solidFill>
                  <a:srgbClr val="B57906"/>
                </a:solidFill>
                <a:latin typeface="Arial"/>
                <a:ea typeface="Arial"/>
                <a:cs typeface="Arial"/>
              </a:defRPr>
            </a:lvl9pPr>
          </a:lstStyle>
          <a:p>
            <a:pPr algn="l">
              <a:defRPr sz="2100" b="1">
                <a:solidFill>
                  <a:srgbClr val="B57906"/>
                </a:solidFill>
                <a:latin typeface="Arial"/>
                <a:ea typeface="Arial"/>
                <a:cs typeface="Arial"/>
              </a:defRPr>
            </a:pPr>
            <a:r>
              <a:rPr sz="2100" b="1">
                <a:solidFill>
                  <a:srgbClr val="B57906"/>
                </a:solidFill>
                <a:latin typeface="Arial"/>
                <a:ea typeface="Arial"/>
                <a:cs typeface="Arial"/>
              </a:rPr>
              <a:t>SDG 8</a:t>
            </a:r>
          </a:p>
        </p:txBody>
      </p:sp>
      <p:sp>
        <p:nvSpPr>
          <p:cNvPr id="14" name="A02-goal-38">
            <a:extLst>
              <a:ext uri="{FF2B5EF4-FFF2-40B4-BE49-F238E27FC236}">
                <a16:creationId xmlns:a16="http://schemas.microsoft.com/office/drawing/2014/main" id="{DDCF1F00-63BC-4907-B283-704ACBDDE120}"/>
              </a:ext>
            </a:extLst>
          </p:cNvPr>
          <p:cNvSpPr>
            <a:spLocks noGrp="1"/>
          </p:cNvSpPr>
          <p:nvPr/>
        </p:nvSpPr>
        <p:spPr>
          <a:xfrm>
            <a:off x="7715250" y="1924050"/>
            <a:ext cx="3810000" cy="609600"/>
          </a:xfrm>
          <a:prstGeom prst="rect">
            <a:avLst/>
          </a:prstGeom>
          <a:noFill/>
          <a:ln w="0">
            <a:noFill/>
            <a:prstDash val="solid"/>
          </a:ln>
        </p:spPr>
        <p:txBody>
          <a:bodyPr wrap="square" lIns="0" tIns="0" rIns="0" bIns="0" anchor="t">
            <a:noAutofit/>
          </a:bodyPr>
          <a:lstStyle>
            <a:defPPr algn="l">
              <a:defRPr sz="1950" b="1">
                <a:solidFill>
                  <a:srgbClr val="163B2A"/>
                </a:solidFill>
                <a:latin typeface="Arial"/>
                <a:ea typeface="Arial"/>
                <a:cs typeface="Arial"/>
              </a:defRPr>
            </a:defPPr>
            <a:lvl1pPr algn="l">
              <a:defRPr sz="1950" b="1">
                <a:solidFill>
                  <a:srgbClr val="163B2A"/>
                </a:solidFill>
                <a:latin typeface="Arial"/>
                <a:ea typeface="Arial"/>
                <a:cs typeface="Arial"/>
              </a:defRPr>
            </a:lvl1pPr>
            <a:lvl2pPr algn="l">
              <a:defRPr sz="1950" b="1">
                <a:solidFill>
                  <a:srgbClr val="163B2A"/>
                </a:solidFill>
                <a:latin typeface="Arial"/>
                <a:ea typeface="Arial"/>
                <a:cs typeface="Arial"/>
              </a:defRPr>
            </a:lvl2pPr>
            <a:lvl3pPr algn="l">
              <a:defRPr sz="1950" b="1">
                <a:solidFill>
                  <a:srgbClr val="163B2A"/>
                </a:solidFill>
                <a:latin typeface="Arial"/>
                <a:ea typeface="Arial"/>
                <a:cs typeface="Arial"/>
              </a:defRPr>
            </a:lvl3pPr>
            <a:lvl4pPr algn="l">
              <a:defRPr sz="1950" b="1">
                <a:solidFill>
                  <a:srgbClr val="163B2A"/>
                </a:solidFill>
                <a:latin typeface="Arial"/>
                <a:ea typeface="Arial"/>
                <a:cs typeface="Arial"/>
              </a:defRPr>
            </a:lvl4pPr>
            <a:lvl5pPr algn="l">
              <a:defRPr sz="1950" b="1">
                <a:solidFill>
                  <a:srgbClr val="163B2A"/>
                </a:solidFill>
                <a:latin typeface="Arial"/>
                <a:ea typeface="Arial"/>
                <a:cs typeface="Arial"/>
              </a:defRPr>
            </a:lvl5pPr>
            <a:lvl6pPr algn="l">
              <a:defRPr sz="1950" b="1">
                <a:solidFill>
                  <a:srgbClr val="163B2A"/>
                </a:solidFill>
                <a:latin typeface="Arial"/>
                <a:ea typeface="Arial"/>
                <a:cs typeface="Arial"/>
              </a:defRPr>
            </a:lvl6pPr>
            <a:lvl7pPr algn="l">
              <a:defRPr sz="1950" b="1">
                <a:solidFill>
                  <a:srgbClr val="163B2A"/>
                </a:solidFill>
                <a:latin typeface="Arial"/>
                <a:ea typeface="Arial"/>
                <a:cs typeface="Arial"/>
              </a:defRPr>
            </a:lvl7pPr>
            <a:lvl8pPr algn="l">
              <a:defRPr sz="1950" b="1">
                <a:solidFill>
                  <a:srgbClr val="163B2A"/>
                </a:solidFill>
                <a:latin typeface="Arial"/>
                <a:ea typeface="Arial"/>
                <a:cs typeface="Arial"/>
              </a:defRPr>
            </a:lvl8pPr>
            <a:lvl9pPr algn="l">
              <a:defRPr sz="1950" b="1">
                <a:solidFill>
                  <a:srgbClr val="163B2A"/>
                </a:solidFill>
                <a:latin typeface="Arial"/>
                <a:ea typeface="Arial"/>
                <a:cs typeface="Arial"/>
              </a:defRPr>
            </a:lvl9pPr>
          </a:lstStyle>
          <a:p>
            <a:pPr algn="l">
              <a:defRPr sz="1950" b="1">
                <a:solidFill>
                  <a:srgbClr val="163B2A"/>
                </a:solidFill>
                <a:latin typeface="Arial"/>
                <a:ea typeface="Arial"/>
                <a:cs typeface="Arial"/>
              </a:defRPr>
            </a:pPr>
            <a:r>
              <a:rPr sz="1950" b="1">
                <a:solidFill>
                  <a:srgbClr val="163B2A"/>
                </a:solidFill>
                <a:latin typeface="Arial"/>
                <a:ea typeface="Arial"/>
                <a:cs typeface="Arial"/>
              </a:rPr>
              <a:t>Decent work and</a:t>
            </a:r>
          </a:p>
          <a:p>
            <a:pPr algn="l">
              <a:defRPr sz="1950" b="1">
                <a:solidFill>
                  <a:srgbClr val="163B2A"/>
                </a:solidFill>
                <a:latin typeface="Arial"/>
                <a:ea typeface="Arial"/>
                <a:cs typeface="Arial"/>
              </a:defRPr>
            </a:pPr>
            <a:r>
              <a:rPr sz="1950" b="1">
                <a:solidFill>
                  <a:srgbClr val="163B2A"/>
                </a:solidFill>
                <a:latin typeface="Arial"/>
                <a:ea typeface="Arial"/>
                <a:cs typeface="Arial"/>
              </a:rPr>
              <a:t>economic growth</a:t>
            </a:r>
          </a:p>
        </p:txBody>
      </p:sp>
      <p:sp>
        <p:nvSpPr>
          <p:cNvPr id="15" name="A02-mechanism-39">
            <a:extLst>
              <a:ext uri="{FF2B5EF4-FFF2-40B4-BE49-F238E27FC236}">
                <a16:creationId xmlns:a16="http://schemas.microsoft.com/office/drawing/2014/main" id="{9749C8F4-B26B-4372-8312-474D2A6A3CBC}"/>
              </a:ext>
            </a:extLst>
          </p:cNvPr>
          <p:cNvSpPr>
            <a:spLocks noGrp="1"/>
          </p:cNvSpPr>
          <p:nvPr/>
        </p:nvSpPr>
        <p:spPr>
          <a:xfrm>
            <a:off x="6419850" y="2619375"/>
            <a:ext cx="5143500" cy="285750"/>
          </a:xfrm>
          <a:prstGeom prst="rect">
            <a:avLst/>
          </a:prstGeom>
          <a:noFill/>
          <a:ln w="0">
            <a:noFill/>
            <a:prstDash val="solid"/>
          </a:ln>
        </p:spPr>
        <p:txBody>
          <a:bodyPr wrap="square" lIns="0" tIns="0" rIns="0" bIns="0" anchor="t">
            <a:noAutofit/>
          </a:bodyPr>
          <a:lstStyle>
            <a:defPPr algn="l">
              <a:defRPr sz="1725" b="1">
                <a:solidFill>
                  <a:srgbClr val="598C6C"/>
                </a:solidFill>
                <a:latin typeface="Arial"/>
                <a:ea typeface="Arial"/>
                <a:cs typeface="Arial"/>
              </a:defRPr>
            </a:defPPr>
            <a:lvl1pPr algn="l">
              <a:defRPr sz="1725" b="1">
                <a:solidFill>
                  <a:srgbClr val="598C6C"/>
                </a:solidFill>
                <a:latin typeface="Arial"/>
                <a:ea typeface="Arial"/>
                <a:cs typeface="Arial"/>
              </a:defRPr>
            </a:lvl1pPr>
            <a:lvl2pPr algn="l">
              <a:defRPr sz="1725" b="1">
                <a:solidFill>
                  <a:srgbClr val="598C6C"/>
                </a:solidFill>
                <a:latin typeface="Arial"/>
                <a:ea typeface="Arial"/>
                <a:cs typeface="Arial"/>
              </a:defRPr>
            </a:lvl2pPr>
            <a:lvl3pPr algn="l">
              <a:defRPr sz="1725" b="1">
                <a:solidFill>
                  <a:srgbClr val="598C6C"/>
                </a:solidFill>
                <a:latin typeface="Arial"/>
                <a:ea typeface="Arial"/>
                <a:cs typeface="Arial"/>
              </a:defRPr>
            </a:lvl3pPr>
            <a:lvl4pPr algn="l">
              <a:defRPr sz="1725" b="1">
                <a:solidFill>
                  <a:srgbClr val="598C6C"/>
                </a:solidFill>
                <a:latin typeface="Arial"/>
                <a:ea typeface="Arial"/>
                <a:cs typeface="Arial"/>
              </a:defRPr>
            </a:lvl4pPr>
            <a:lvl5pPr algn="l">
              <a:defRPr sz="1725" b="1">
                <a:solidFill>
                  <a:srgbClr val="598C6C"/>
                </a:solidFill>
                <a:latin typeface="Arial"/>
                <a:ea typeface="Arial"/>
                <a:cs typeface="Arial"/>
              </a:defRPr>
            </a:lvl5pPr>
            <a:lvl6pPr algn="l">
              <a:defRPr sz="1725" b="1">
                <a:solidFill>
                  <a:srgbClr val="598C6C"/>
                </a:solidFill>
                <a:latin typeface="Arial"/>
                <a:ea typeface="Arial"/>
                <a:cs typeface="Arial"/>
              </a:defRPr>
            </a:lvl6pPr>
            <a:lvl7pPr algn="l">
              <a:defRPr sz="1725" b="1">
                <a:solidFill>
                  <a:srgbClr val="598C6C"/>
                </a:solidFill>
                <a:latin typeface="Arial"/>
                <a:ea typeface="Arial"/>
                <a:cs typeface="Arial"/>
              </a:defRPr>
            </a:lvl7pPr>
            <a:lvl8pPr algn="l">
              <a:defRPr sz="1725" b="1">
                <a:solidFill>
                  <a:srgbClr val="598C6C"/>
                </a:solidFill>
                <a:latin typeface="Arial"/>
                <a:ea typeface="Arial"/>
                <a:cs typeface="Arial"/>
              </a:defRPr>
            </a:lvl8pPr>
            <a:lvl9pPr algn="l">
              <a:defRPr sz="1725" b="1">
                <a:solidFill>
                  <a:srgbClr val="598C6C"/>
                </a:solidFill>
                <a:latin typeface="Arial"/>
                <a:ea typeface="Arial"/>
                <a:cs typeface="Arial"/>
              </a:defRPr>
            </a:lvl9pPr>
          </a:lstStyle>
          <a:p>
            <a:pPr algn="l">
              <a:defRPr sz="1725" b="1">
                <a:solidFill>
                  <a:srgbClr val="598C6C"/>
                </a:solidFill>
                <a:latin typeface="Arial"/>
                <a:ea typeface="Arial"/>
                <a:cs typeface="Arial"/>
              </a:defRPr>
            </a:pPr>
            <a:r>
              <a:rPr sz="1725" b="1">
                <a:solidFill>
                  <a:srgbClr val="598C6C"/>
                </a:solidFill>
                <a:latin typeface="Arial"/>
                <a:ea typeface="Arial"/>
                <a:cs typeface="Arial"/>
              </a:rPr>
              <a:t>SME operating efficiency</a:t>
            </a:r>
          </a:p>
        </p:txBody>
      </p:sp>
      <p:sp>
        <p:nvSpPr>
          <p:cNvPr id="16" name="A02-evidence-40">
            <a:extLst>
              <a:ext uri="{FF2B5EF4-FFF2-40B4-BE49-F238E27FC236}">
                <a16:creationId xmlns:a16="http://schemas.microsoft.com/office/drawing/2014/main" id="{B211427B-0A52-4112-B53F-BB3EEBDCAC99}"/>
              </a:ext>
            </a:extLst>
          </p:cNvPr>
          <p:cNvSpPr>
            <a:spLocks noGrp="1"/>
          </p:cNvSpPr>
          <p:nvPr/>
        </p:nvSpPr>
        <p:spPr>
          <a:xfrm>
            <a:off x="6419850" y="2990850"/>
            <a:ext cx="5143500" cy="533400"/>
          </a:xfrm>
          <a:prstGeom prst="rect">
            <a:avLst/>
          </a:prstGeom>
          <a:noFill/>
          <a:ln w="0">
            <a:noFill/>
            <a:prstDash val="solid"/>
          </a:ln>
        </p:spPr>
        <p:txBody>
          <a:bodyPr wrap="square" lIns="0" tIns="0" rIns="0" bIns="0" anchor="t">
            <a:noAutofit/>
          </a:bodyPr>
          <a:lstStyle>
            <a:defPPr algn="l">
              <a:defRPr sz="1650" b="0">
                <a:solidFill>
                  <a:srgbClr val="586958"/>
                </a:solidFill>
                <a:latin typeface="Arial"/>
                <a:ea typeface="Arial"/>
                <a:cs typeface="Arial"/>
              </a:defRPr>
            </a:defPPr>
            <a:lvl1pPr algn="l">
              <a:defRPr sz="1650" b="0">
                <a:solidFill>
                  <a:srgbClr val="586958"/>
                </a:solidFill>
                <a:latin typeface="Arial"/>
                <a:ea typeface="Arial"/>
                <a:cs typeface="Arial"/>
              </a:defRPr>
            </a:lvl1pPr>
            <a:lvl2pPr algn="l">
              <a:defRPr sz="1650" b="0">
                <a:solidFill>
                  <a:srgbClr val="586958"/>
                </a:solidFill>
                <a:latin typeface="Arial"/>
                <a:ea typeface="Arial"/>
                <a:cs typeface="Arial"/>
              </a:defRPr>
            </a:lvl2pPr>
            <a:lvl3pPr algn="l">
              <a:defRPr sz="1650" b="0">
                <a:solidFill>
                  <a:srgbClr val="586958"/>
                </a:solidFill>
                <a:latin typeface="Arial"/>
                <a:ea typeface="Arial"/>
                <a:cs typeface="Arial"/>
              </a:defRPr>
            </a:lvl3pPr>
            <a:lvl4pPr algn="l">
              <a:defRPr sz="1650" b="0">
                <a:solidFill>
                  <a:srgbClr val="586958"/>
                </a:solidFill>
                <a:latin typeface="Arial"/>
                <a:ea typeface="Arial"/>
                <a:cs typeface="Arial"/>
              </a:defRPr>
            </a:lvl4pPr>
            <a:lvl5pPr algn="l">
              <a:defRPr sz="1650" b="0">
                <a:solidFill>
                  <a:srgbClr val="586958"/>
                </a:solidFill>
                <a:latin typeface="Arial"/>
                <a:ea typeface="Arial"/>
                <a:cs typeface="Arial"/>
              </a:defRPr>
            </a:lvl5pPr>
            <a:lvl6pPr algn="l">
              <a:defRPr sz="1650" b="0">
                <a:solidFill>
                  <a:srgbClr val="586958"/>
                </a:solidFill>
                <a:latin typeface="Arial"/>
                <a:ea typeface="Arial"/>
                <a:cs typeface="Arial"/>
              </a:defRPr>
            </a:lvl6pPr>
            <a:lvl7pPr algn="l">
              <a:defRPr sz="1650" b="0">
                <a:solidFill>
                  <a:srgbClr val="586958"/>
                </a:solidFill>
                <a:latin typeface="Arial"/>
                <a:ea typeface="Arial"/>
                <a:cs typeface="Arial"/>
              </a:defRPr>
            </a:lvl7pPr>
            <a:lvl8pPr algn="l">
              <a:defRPr sz="1650" b="0">
                <a:solidFill>
                  <a:srgbClr val="586958"/>
                </a:solidFill>
                <a:latin typeface="Arial"/>
                <a:ea typeface="Arial"/>
                <a:cs typeface="Arial"/>
              </a:defRPr>
            </a:lvl8pPr>
            <a:lvl9pPr algn="l">
              <a:defRPr sz="1650" b="0">
                <a:solidFill>
                  <a:srgbClr val="586958"/>
                </a:solidFill>
                <a:latin typeface="Arial"/>
                <a:ea typeface="Arial"/>
                <a:cs typeface="Arial"/>
              </a:defRPr>
            </a:lvl9pPr>
          </a:lstStyle>
          <a:p>
            <a:pPr algn="l">
              <a:defRPr sz="1650" b="0">
                <a:solidFill>
                  <a:srgbClr val="586958"/>
                </a:solidFill>
                <a:latin typeface="Arial"/>
                <a:ea typeface="Arial"/>
                <a:cs typeface="Arial"/>
              </a:defRPr>
            </a:pPr>
            <a:r>
              <a:rPr sz="1650" b="0">
                <a:solidFill>
                  <a:srgbClr val="586958"/>
                </a:solidFill>
                <a:latin typeface="Arial"/>
                <a:ea typeface="Arial"/>
                <a:cs typeface="Arial"/>
              </a:rPr>
              <a:t>Measure staff time and</a:t>
            </a:r>
          </a:p>
          <a:p>
            <a:pPr algn="l">
              <a:defRPr sz="1650" b="0">
                <a:solidFill>
                  <a:srgbClr val="586958"/>
                </a:solidFill>
                <a:latin typeface="Arial"/>
                <a:ea typeface="Arial"/>
                <a:cs typeface="Arial"/>
              </a:defRPr>
            </a:pPr>
            <a:r>
              <a:rPr sz="1650" b="0">
                <a:solidFill>
                  <a:srgbClr val="586958"/>
                </a:solidFill>
                <a:latin typeface="Arial"/>
                <a:ea typeface="Arial"/>
                <a:cs typeface="Arial"/>
              </a:rPr>
              <a:t>attributable batch value.</a:t>
            </a:r>
          </a:p>
        </p:txBody>
      </p:sp>
      <p:sp>
        <p:nvSpPr>
          <p:cNvPr id="17" name="矩形: 圆角 16">
            <a:extLst>
              <a:ext uri="{FF2B5EF4-FFF2-40B4-BE49-F238E27FC236}">
                <a16:creationId xmlns:a16="http://schemas.microsoft.com/office/drawing/2014/main" id="{55DC46CE-A515-4FF5-958A-DCD6A22091A4}"/>
              </a:ext>
            </a:extLst>
          </p:cNvPr>
          <p:cNvSpPr>
            <a:spLocks noGrp="1"/>
          </p:cNvSpPr>
          <p:nvPr/>
        </p:nvSpPr>
        <p:spPr>
          <a:xfrm>
            <a:off x="457200" y="3762375"/>
            <a:ext cx="5486400" cy="1847850"/>
          </a:xfrm>
          <a:prstGeom prst="roundRect">
            <a:avLst>
              <a:gd name="adj" fmla="val 4124"/>
            </a:avLst>
          </a:prstGeom>
          <a:solidFill>
            <a:srgbClr val="EDF0DF"/>
          </a:solidFill>
          <a:ln w="9525">
            <a:solidFill>
              <a:srgbClr val="B7BA9A"/>
            </a:solidFill>
            <a:prstDash val="solid"/>
          </a:ln>
        </p:spPr>
      </p:sp>
      <p:sp>
        <p:nvSpPr>
          <p:cNvPr id="18" name="A03-sdg-41">
            <a:extLst>
              <a:ext uri="{FF2B5EF4-FFF2-40B4-BE49-F238E27FC236}">
                <a16:creationId xmlns:a16="http://schemas.microsoft.com/office/drawing/2014/main" id="{A2601F19-249F-4280-AD46-DF5AFAC1845D}"/>
              </a:ext>
            </a:extLst>
          </p:cNvPr>
          <p:cNvSpPr>
            <a:spLocks noGrp="1"/>
          </p:cNvSpPr>
          <p:nvPr/>
        </p:nvSpPr>
        <p:spPr>
          <a:xfrm>
            <a:off x="628650" y="3933825"/>
            <a:ext cx="1162050" cy="381000"/>
          </a:xfrm>
          <a:prstGeom prst="rect">
            <a:avLst/>
          </a:prstGeom>
          <a:noFill/>
          <a:ln w="0">
            <a:noFill/>
            <a:prstDash val="solid"/>
          </a:ln>
        </p:spPr>
        <p:txBody>
          <a:bodyPr wrap="square" lIns="0" tIns="0" rIns="0" bIns="0" anchor="t">
            <a:noAutofit/>
          </a:bodyPr>
          <a:lstStyle>
            <a:defPPr algn="l">
              <a:defRPr sz="2100" b="1">
                <a:solidFill>
                  <a:srgbClr val="B57906"/>
                </a:solidFill>
                <a:latin typeface="Arial"/>
                <a:ea typeface="Arial"/>
                <a:cs typeface="Arial"/>
              </a:defRPr>
            </a:defPPr>
            <a:lvl1pPr algn="l">
              <a:defRPr sz="2100" b="1">
                <a:solidFill>
                  <a:srgbClr val="B57906"/>
                </a:solidFill>
                <a:latin typeface="Arial"/>
                <a:ea typeface="Arial"/>
                <a:cs typeface="Arial"/>
              </a:defRPr>
            </a:lvl1pPr>
            <a:lvl2pPr algn="l">
              <a:defRPr sz="2100" b="1">
                <a:solidFill>
                  <a:srgbClr val="B57906"/>
                </a:solidFill>
                <a:latin typeface="Arial"/>
                <a:ea typeface="Arial"/>
                <a:cs typeface="Arial"/>
              </a:defRPr>
            </a:lvl2pPr>
            <a:lvl3pPr algn="l">
              <a:defRPr sz="2100" b="1">
                <a:solidFill>
                  <a:srgbClr val="B57906"/>
                </a:solidFill>
                <a:latin typeface="Arial"/>
                <a:ea typeface="Arial"/>
                <a:cs typeface="Arial"/>
              </a:defRPr>
            </a:lvl3pPr>
            <a:lvl4pPr algn="l">
              <a:defRPr sz="2100" b="1">
                <a:solidFill>
                  <a:srgbClr val="B57906"/>
                </a:solidFill>
                <a:latin typeface="Arial"/>
                <a:ea typeface="Arial"/>
                <a:cs typeface="Arial"/>
              </a:defRPr>
            </a:lvl4pPr>
            <a:lvl5pPr algn="l">
              <a:defRPr sz="2100" b="1">
                <a:solidFill>
                  <a:srgbClr val="B57906"/>
                </a:solidFill>
                <a:latin typeface="Arial"/>
                <a:ea typeface="Arial"/>
                <a:cs typeface="Arial"/>
              </a:defRPr>
            </a:lvl5pPr>
            <a:lvl6pPr algn="l">
              <a:defRPr sz="2100" b="1">
                <a:solidFill>
                  <a:srgbClr val="B57906"/>
                </a:solidFill>
                <a:latin typeface="Arial"/>
                <a:ea typeface="Arial"/>
                <a:cs typeface="Arial"/>
              </a:defRPr>
            </a:lvl6pPr>
            <a:lvl7pPr algn="l">
              <a:defRPr sz="2100" b="1">
                <a:solidFill>
                  <a:srgbClr val="B57906"/>
                </a:solidFill>
                <a:latin typeface="Arial"/>
                <a:ea typeface="Arial"/>
                <a:cs typeface="Arial"/>
              </a:defRPr>
            </a:lvl7pPr>
            <a:lvl8pPr algn="l">
              <a:defRPr sz="2100" b="1">
                <a:solidFill>
                  <a:srgbClr val="B57906"/>
                </a:solidFill>
                <a:latin typeface="Arial"/>
                <a:ea typeface="Arial"/>
                <a:cs typeface="Arial"/>
              </a:defRPr>
            </a:lvl8pPr>
            <a:lvl9pPr algn="l">
              <a:defRPr sz="2100" b="1">
                <a:solidFill>
                  <a:srgbClr val="B57906"/>
                </a:solidFill>
                <a:latin typeface="Arial"/>
                <a:ea typeface="Arial"/>
                <a:cs typeface="Arial"/>
              </a:defRPr>
            </a:lvl9pPr>
          </a:lstStyle>
          <a:p>
            <a:pPr algn="l">
              <a:defRPr sz="2100" b="1">
                <a:solidFill>
                  <a:srgbClr val="B57906"/>
                </a:solidFill>
                <a:latin typeface="Arial"/>
                <a:ea typeface="Arial"/>
                <a:cs typeface="Arial"/>
              </a:defRPr>
            </a:pPr>
            <a:r>
              <a:rPr sz="2100" b="1">
                <a:solidFill>
                  <a:srgbClr val="B57906"/>
                </a:solidFill>
                <a:latin typeface="Arial"/>
                <a:ea typeface="Arial"/>
                <a:cs typeface="Arial"/>
              </a:rPr>
              <a:t>SDG 2</a:t>
            </a:r>
          </a:p>
        </p:txBody>
      </p:sp>
      <p:sp>
        <p:nvSpPr>
          <p:cNvPr id="19" name="A03-goal-42">
            <a:extLst>
              <a:ext uri="{FF2B5EF4-FFF2-40B4-BE49-F238E27FC236}">
                <a16:creationId xmlns:a16="http://schemas.microsoft.com/office/drawing/2014/main" id="{55BF093B-44C9-439E-9C82-76CF1041CC0B}"/>
              </a:ext>
            </a:extLst>
          </p:cNvPr>
          <p:cNvSpPr>
            <a:spLocks noGrp="1"/>
          </p:cNvSpPr>
          <p:nvPr/>
        </p:nvSpPr>
        <p:spPr>
          <a:xfrm>
            <a:off x="1924050" y="3933825"/>
            <a:ext cx="3810000" cy="609600"/>
          </a:xfrm>
          <a:prstGeom prst="rect">
            <a:avLst/>
          </a:prstGeom>
          <a:noFill/>
          <a:ln w="0">
            <a:noFill/>
            <a:prstDash val="solid"/>
          </a:ln>
        </p:spPr>
        <p:txBody>
          <a:bodyPr wrap="square" lIns="0" tIns="0" rIns="0" bIns="0" anchor="t">
            <a:noAutofit/>
          </a:bodyPr>
          <a:lstStyle>
            <a:defPPr algn="l">
              <a:defRPr sz="1950" b="1">
                <a:solidFill>
                  <a:srgbClr val="163B2A"/>
                </a:solidFill>
                <a:latin typeface="Arial"/>
                <a:ea typeface="Arial"/>
                <a:cs typeface="Arial"/>
              </a:defRPr>
            </a:defPPr>
            <a:lvl1pPr algn="l">
              <a:defRPr sz="1950" b="1">
                <a:solidFill>
                  <a:srgbClr val="163B2A"/>
                </a:solidFill>
                <a:latin typeface="Arial"/>
                <a:ea typeface="Arial"/>
                <a:cs typeface="Arial"/>
              </a:defRPr>
            </a:lvl1pPr>
            <a:lvl2pPr algn="l">
              <a:defRPr sz="1950" b="1">
                <a:solidFill>
                  <a:srgbClr val="163B2A"/>
                </a:solidFill>
                <a:latin typeface="Arial"/>
                <a:ea typeface="Arial"/>
                <a:cs typeface="Arial"/>
              </a:defRPr>
            </a:lvl2pPr>
            <a:lvl3pPr algn="l">
              <a:defRPr sz="1950" b="1">
                <a:solidFill>
                  <a:srgbClr val="163B2A"/>
                </a:solidFill>
                <a:latin typeface="Arial"/>
                <a:ea typeface="Arial"/>
                <a:cs typeface="Arial"/>
              </a:defRPr>
            </a:lvl3pPr>
            <a:lvl4pPr algn="l">
              <a:defRPr sz="1950" b="1">
                <a:solidFill>
                  <a:srgbClr val="163B2A"/>
                </a:solidFill>
                <a:latin typeface="Arial"/>
                <a:ea typeface="Arial"/>
                <a:cs typeface="Arial"/>
              </a:defRPr>
            </a:lvl4pPr>
            <a:lvl5pPr algn="l">
              <a:defRPr sz="1950" b="1">
                <a:solidFill>
                  <a:srgbClr val="163B2A"/>
                </a:solidFill>
                <a:latin typeface="Arial"/>
                <a:ea typeface="Arial"/>
                <a:cs typeface="Arial"/>
              </a:defRPr>
            </a:lvl5pPr>
            <a:lvl6pPr algn="l">
              <a:defRPr sz="1950" b="1">
                <a:solidFill>
                  <a:srgbClr val="163B2A"/>
                </a:solidFill>
                <a:latin typeface="Arial"/>
                <a:ea typeface="Arial"/>
                <a:cs typeface="Arial"/>
              </a:defRPr>
            </a:lvl6pPr>
            <a:lvl7pPr algn="l">
              <a:defRPr sz="1950" b="1">
                <a:solidFill>
                  <a:srgbClr val="163B2A"/>
                </a:solidFill>
                <a:latin typeface="Arial"/>
                <a:ea typeface="Arial"/>
                <a:cs typeface="Arial"/>
              </a:defRPr>
            </a:lvl7pPr>
            <a:lvl8pPr algn="l">
              <a:defRPr sz="1950" b="1">
                <a:solidFill>
                  <a:srgbClr val="163B2A"/>
                </a:solidFill>
                <a:latin typeface="Arial"/>
                <a:ea typeface="Arial"/>
                <a:cs typeface="Arial"/>
              </a:defRPr>
            </a:lvl8pPr>
            <a:lvl9pPr algn="l">
              <a:defRPr sz="1950" b="1">
                <a:solidFill>
                  <a:srgbClr val="163B2A"/>
                </a:solidFill>
                <a:latin typeface="Arial"/>
                <a:ea typeface="Arial"/>
                <a:cs typeface="Arial"/>
              </a:defRPr>
            </a:lvl9pPr>
          </a:lstStyle>
          <a:p>
            <a:pPr algn="l">
              <a:defRPr sz="1950" b="1">
                <a:solidFill>
                  <a:srgbClr val="163B2A"/>
                </a:solidFill>
                <a:latin typeface="Arial"/>
                <a:ea typeface="Arial"/>
                <a:cs typeface="Arial"/>
              </a:defRPr>
            </a:pPr>
            <a:r>
              <a:rPr sz="1950" b="1">
                <a:solidFill>
                  <a:srgbClr val="163B2A"/>
                </a:solidFill>
                <a:latin typeface="Arial"/>
                <a:ea typeface="Arial"/>
                <a:cs typeface="Arial"/>
              </a:rPr>
              <a:t>Zero hunger</a:t>
            </a:r>
          </a:p>
        </p:txBody>
      </p:sp>
      <p:sp>
        <p:nvSpPr>
          <p:cNvPr id="20" name="A03-mechanism-43">
            <a:extLst>
              <a:ext uri="{FF2B5EF4-FFF2-40B4-BE49-F238E27FC236}">
                <a16:creationId xmlns:a16="http://schemas.microsoft.com/office/drawing/2014/main" id="{1E771AF9-C5D9-457C-ABBD-C2F62A5DDBC8}"/>
              </a:ext>
            </a:extLst>
          </p:cNvPr>
          <p:cNvSpPr>
            <a:spLocks noGrp="1"/>
          </p:cNvSpPr>
          <p:nvPr/>
        </p:nvSpPr>
        <p:spPr>
          <a:xfrm>
            <a:off x="628650" y="4629150"/>
            <a:ext cx="5143500" cy="285750"/>
          </a:xfrm>
          <a:prstGeom prst="rect">
            <a:avLst/>
          </a:prstGeom>
          <a:noFill/>
          <a:ln w="0">
            <a:noFill/>
            <a:prstDash val="solid"/>
          </a:ln>
        </p:spPr>
        <p:txBody>
          <a:bodyPr wrap="square" lIns="0" tIns="0" rIns="0" bIns="0" anchor="t">
            <a:noAutofit/>
          </a:bodyPr>
          <a:lstStyle>
            <a:defPPr algn="l">
              <a:defRPr sz="1725" b="1">
                <a:solidFill>
                  <a:srgbClr val="598C6C"/>
                </a:solidFill>
                <a:latin typeface="Arial"/>
                <a:ea typeface="Arial"/>
                <a:cs typeface="Arial"/>
              </a:defRPr>
            </a:defPPr>
            <a:lvl1pPr algn="l">
              <a:defRPr sz="1725" b="1">
                <a:solidFill>
                  <a:srgbClr val="598C6C"/>
                </a:solidFill>
                <a:latin typeface="Arial"/>
                <a:ea typeface="Arial"/>
                <a:cs typeface="Arial"/>
              </a:defRPr>
            </a:lvl1pPr>
            <a:lvl2pPr algn="l">
              <a:defRPr sz="1725" b="1">
                <a:solidFill>
                  <a:srgbClr val="598C6C"/>
                </a:solidFill>
                <a:latin typeface="Arial"/>
                <a:ea typeface="Arial"/>
                <a:cs typeface="Arial"/>
              </a:defRPr>
            </a:lvl2pPr>
            <a:lvl3pPr algn="l">
              <a:defRPr sz="1725" b="1">
                <a:solidFill>
                  <a:srgbClr val="598C6C"/>
                </a:solidFill>
                <a:latin typeface="Arial"/>
                <a:ea typeface="Arial"/>
                <a:cs typeface="Arial"/>
              </a:defRPr>
            </a:lvl3pPr>
            <a:lvl4pPr algn="l">
              <a:defRPr sz="1725" b="1">
                <a:solidFill>
                  <a:srgbClr val="598C6C"/>
                </a:solidFill>
                <a:latin typeface="Arial"/>
                <a:ea typeface="Arial"/>
                <a:cs typeface="Arial"/>
              </a:defRPr>
            </a:lvl4pPr>
            <a:lvl5pPr algn="l">
              <a:defRPr sz="1725" b="1">
                <a:solidFill>
                  <a:srgbClr val="598C6C"/>
                </a:solidFill>
                <a:latin typeface="Arial"/>
                <a:ea typeface="Arial"/>
                <a:cs typeface="Arial"/>
              </a:defRPr>
            </a:lvl5pPr>
            <a:lvl6pPr algn="l">
              <a:defRPr sz="1725" b="1">
                <a:solidFill>
                  <a:srgbClr val="598C6C"/>
                </a:solidFill>
                <a:latin typeface="Arial"/>
                <a:ea typeface="Arial"/>
                <a:cs typeface="Arial"/>
              </a:defRPr>
            </a:lvl6pPr>
            <a:lvl7pPr algn="l">
              <a:defRPr sz="1725" b="1">
                <a:solidFill>
                  <a:srgbClr val="598C6C"/>
                </a:solidFill>
                <a:latin typeface="Arial"/>
                <a:ea typeface="Arial"/>
                <a:cs typeface="Arial"/>
              </a:defRPr>
            </a:lvl7pPr>
            <a:lvl8pPr algn="l">
              <a:defRPr sz="1725" b="1">
                <a:solidFill>
                  <a:srgbClr val="598C6C"/>
                </a:solidFill>
                <a:latin typeface="Arial"/>
                <a:ea typeface="Arial"/>
                <a:cs typeface="Arial"/>
              </a:defRPr>
            </a:lvl8pPr>
            <a:lvl9pPr algn="l">
              <a:defRPr sz="1725" b="1">
                <a:solidFill>
                  <a:srgbClr val="598C6C"/>
                </a:solidFill>
                <a:latin typeface="Arial"/>
                <a:ea typeface="Arial"/>
                <a:cs typeface="Arial"/>
              </a:defRPr>
            </a:lvl9pPr>
          </a:lstStyle>
          <a:p>
            <a:pPr algn="l">
              <a:defRPr sz="1725" b="1">
                <a:solidFill>
                  <a:srgbClr val="598C6C"/>
                </a:solidFill>
                <a:latin typeface="Arial"/>
                <a:ea typeface="Arial"/>
                <a:cs typeface="Arial"/>
              </a:defRPr>
            </a:pPr>
            <a:r>
              <a:rPr sz="1725" b="1">
                <a:solidFill>
                  <a:srgbClr val="598C6C"/>
                </a:solidFill>
                <a:latin typeface="Arial"/>
                <a:ea typeface="Arial"/>
                <a:cs typeface="Arial"/>
              </a:rPr>
              <a:t>Conditional safe food access</a:t>
            </a:r>
          </a:p>
        </p:txBody>
      </p:sp>
      <p:sp>
        <p:nvSpPr>
          <p:cNvPr id="21" name="A03-evidence-44">
            <a:extLst>
              <a:ext uri="{FF2B5EF4-FFF2-40B4-BE49-F238E27FC236}">
                <a16:creationId xmlns:a16="http://schemas.microsoft.com/office/drawing/2014/main" id="{E50F22F4-C665-48C1-88F1-02C777601458}"/>
              </a:ext>
            </a:extLst>
          </p:cNvPr>
          <p:cNvSpPr>
            <a:spLocks noGrp="1"/>
          </p:cNvSpPr>
          <p:nvPr/>
        </p:nvSpPr>
        <p:spPr>
          <a:xfrm>
            <a:off x="628650" y="5000625"/>
            <a:ext cx="5143500" cy="533400"/>
          </a:xfrm>
          <a:prstGeom prst="rect">
            <a:avLst/>
          </a:prstGeom>
          <a:noFill/>
          <a:ln w="0">
            <a:noFill/>
            <a:prstDash val="solid"/>
          </a:ln>
        </p:spPr>
        <p:txBody>
          <a:bodyPr wrap="square" lIns="0" tIns="0" rIns="0" bIns="0" anchor="t">
            <a:noAutofit/>
          </a:bodyPr>
          <a:lstStyle>
            <a:defPPr algn="l">
              <a:defRPr sz="1650" b="0">
                <a:solidFill>
                  <a:srgbClr val="586958"/>
                </a:solidFill>
                <a:latin typeface="Arial"/>
                <a:ea typeface="Arial"/>
                <a:cs typeface="Arial"/>
              </a:defRPr>
            </a:defPPr>
            <a:lvl1pPr algn="l">
              <a:defRPr sz="1650" b="0">
                <a:solidFill>
                  <a:srgbClr val="586958"/>
                </a:solidFill>
                <a:latin typeface="Arial"/>
                <a:ea typeface="Arial"/>
                <a:cs typeface="Arial"/>
              </a:defRPr>
            </a:lvl1pPr>
            <a:lvl2pPr algn="l">
              <a:defRPr sz="1650" b="0">
                <a:solidFill>
                  <a:srgbClr val="586958"/>
                </a:solidFill>
                <a:latin typeface="Arial"/>
                <a:ea typeface="Arial"/>
                <a:cs typeface="Arial"/>
              </a:defRPr>
            </a:lvl2pPr>
            <a:lvl3pPr algn="l">
              <a:defRPr sz="1650" b="0">
                <a:solidFill>
                  <a:srgbClr val="586958"/>
                </a:solidFill>
                <a:latin typeface="Arial"/>
                <a:ea typeface="Arial"/>
                <a:cs typeface="Arial"/>
              </a:defRPr>
            </a:lvl3pPr>
            <a:lvl4pPr algn="l">
              <a:defRPr sz="1650" b="0">
                <a:solidFill>
                  <a:srgbClr val="586958"/>
                </a:solidFill>
                <a:latin typeface="Arial"/>
                <a:ea typeface="Arial"/>
                <a:cs typeface="Arial"/>
              </a:defRPr>
            </a:lvl4pPr>
            <a:lvl5pPr algn="l">
              <a:defRPr sz="1650" b="0">
                <a:solidFill>
                  <a:srgbClr val="586958"/>
                </a:solidFill>
                <a:latin typeface="Arial"/>
                <a:ea typeface="Arial"/>
                <a:cs typeface="Arial"/>
              </a:defRPr>
            </a:lvl5pPr>
            <a:lvl6pPr algn="l">
              <a:defRPr sz="1650" b="0">
                <a:solidFill>
                  <a:srgbClr val="586958"/>
                </a:solidFill>
                <a:latin typeface="Arial"/>
                <a:ea typeface="Arial"/>
                <a:cs typeface="Arial"/>
              </a:defRPr>
            </a:lvl6pPr>
            <a:lvl7pPr algn="l">
              <a:defRPr sz="1650" b="0">
                <a:solidFill>
                  <a:srgbClr val="586958"/>
                </a:solidFill>
                <a:latin typeface="Arial"/>
                <a:ea typeface="Arial"/>
                <a:cs typeface="Arial"/>
              </a:defRPr>
            </a:lvl7pPr>
            <a:lvl8pPr algn="l">
              <a:defRPr sz="1650" b="0">
                <a:solidFill>
                  <a:srgbClr val="586958"/>
                </a:solidFill>
                <a:latin typeface="Arial"/>
                <a:ea typeface="Arial"/>
                <a:cs typeface="Arial"/>
              </a:defRPr>
            </a:lvl8pPr>
            <a:lvl9pPr algn="l">
              <a:defRPr sz="1650" b="0">
                <a:solidFill>
                  <a:srgbClr val="586958"/>
                </a:solidFill>
                <a:latin typeface="Arial"/>
                <a:ea typeface="Arial"/>
                <a:cs typeface="Arial"/>
              </a:defRPr>
            </a:lvl9pPr>
          </a:lstStyle>
          <a:p>
            <a:pPr algn="l">
              <a:defRPr sz="1650" b="0">
                <a:solidFill>
                  <a:srgbClr val="586958"/>
                </a:solidFill>
                <a:latin typeface="Arial"/>
                <a:ea typeface="Arial"/>
                <a:cs typeface="Arial"/>
              </a:defRPr>
            </a:pPr>
            <a:r>
              <a:rPr sz="1650" b="0">
                <a:solidFill>
                  <a:srgbClr val="586958"/>
                </a:solidFill>
                <a:latin typeface="Arial"/>
                <a:ea typeface="Arial"/>
                <a:cs typeface="Arial"/>
              </a:rPr>
              <a:t>Verify recipients and</a:t>
            </a:r>
          </a:p>
          <a:p>
            <a:pPr algn="l">
              <a:defRPr sz="1650" b="0">
                <a:solidFill>
                  <a:srgbClr val="586958"/>
                </a:solidFill>
                <a:latin typeface="Arial"/>
                <a:ea typeface="Arial"/>
                <a:cs typeface="Arial"/>
              </a:defRPr>
            </a:pPr>
            <a:r>
              <a:rPr sz="1650" b="0">
                <a:solidFill>
                  <a:srgbClr val="586958"/>
                </a:solidFill>
                <a:latin typeface="Arial"/>
                <a:ea typeface="Arial"/>
                <a:cs typeface="Arial"/>
              </a:rPr>
              <a:t>completed safe handovers.</a:t>
            </a:r>
          </a:p>
        </p:txBody>
      </p:sp>
      <p:sp>
        <p:nvSpPr>
          <p:cNvPr id="22" name="矩形: 圆角 21">
            <a:extLst>
              <a:ext uri="{FF2B5EF4-FFF2-40B4-BE49-F238E27FC236}">
                <a16:creationId xmlns:a16="http://schemas.microsoft.com/office/drawing/2014/main" id="{85ED9CA0-6E46-461B-9F7C-934C7C0A4034}"/>
              </a:ext>
            </a:extLst>
          </p:cNvPr>
          <p:cNvSpPr>
            <a:spLocks noGrp="1"/>
          </p:cNvSpPr>
          <p:nvPr/>
        </p:nvSpPr>
        <p:spPr>
          <a:xfrm>
            <a:off x="6248400" y="3762375"/>
            <a:ext cx="5486400" cy="1847850"/>
          </a:xfrm>
          <a:prstGeom prst="roundRect">
            <a:avLst>
              <a:gd name="adj" fmla="val 4124"/>
            </a:avLst>
          </a:prstGeom>
          <a:solidFill>
            <a:srgbClr val="EDF0DF"/>
          </a:solidFill>
          <a:ln w="9525">
            <a:solidFill>
              <a:srgbClr val="B7BA9A"/>
            </a:solidFill>
            <a:prstDash val="solid"/>
          </a:ln>
        </p:spPr>
      </p:sp>
      <p:sp>
        <p:nvSpPr>
          <p:cNvPr id="23" name="A04-sdg-45">
            <a:extLst>
              <a:ext uri="{FF2B5EF4-FFF2-40B4-BE49-F238E27FC236}">
                <a16:creationId xmlns:a16="http://schemas.microsoft.com/office/drawing/2014/main" id="{8434ACC9-9170-4222-9948-88378F7181DC}"/>
              </a:ext>
            </a:extLst>
          </p:cNvPr>
          <p:cNvSpPr>
            <a:spLocks noGrp="1"/>
          </p:cNvSpPr>
          <p:nvPr/>
        </p:nvSpPr>
        <p:spPr>
          <a:xfrm>
            <a:off x="6419850" y="3933825"/>
            <a:ext cx="1162050" cy="381000"/>
          </a:xfrm>
          <a:prstGeom prst="rect">
            <a:avLst/>
          </a:prstGeom>
          <a:noFill/>
          <a:ln w="0">
            <a:noFill/>
            <a:prstDash val="solid"/>
          </a:ln>
        </p:spPr>
        <p:txBody>
          <a:bodyPr wrap="square" lIns="0" tIns="0" rIns="0" bIns="0" anchor="t">
            <a:noAutofit/>
          </a:bodyPr>
          <a:lstStyle>
            <a:defPPr algn="l">
              <a:defRPr sz="2100" b="1">
                <a:solidFill>
                  <a:srgbClr val="B57906"/>
                </a:solidFill>
                <a:latin typeface="Arial"/>
                <a:ea typeface="Arial"/>
                <a:cs typeface="Arial"/>
              </a:defRPr>
            </a:defPPr>
            <a:lvl1pPr algn="l">
              <a:defRPr sz="2100" b="1">
                <a:solidFill>
                  <a:srgbClr val="B57906"/>
                </a:solidFill>
                <a:latin typeface="Arial"/>
                <a:ea typeface="Arial"/>
                <a:cs typeface="Arial"/>
              </a:defRPr>
            </a:lvl1pPr>
            <a:lvl2pPr algn="l">
              <a:defRPr sz="2100" b="1">
                <a:solidFill>
                  <a:srgbClr val="B57906"/>
                </a:solidFill>
                <a:latin typeface="Arial"/>
                <a:ea typeface="Arial"/>
                <a:cs typeface="Arial"/>
              </a:defRPr>
            </a:lvl2pPr>
            <a:lvl3pPr algn="l">
              <a:defRPr sz="2100" b="1">
                <a:solidFill>
                  <a:srgbClr val="B57906"/>
                </a:solidFill>
                <a:latin typeface="Arial"/>
                <a:ea typeface="Arial"/>
                <a:cs typeface="Arial"/>
              </a:defRPr>
            </a:lvl3pPr>
            <a:lvl4pPr algn="l">
              <a:defRPr sz="2100" b="1">
                <a:solidFill>
                  <a:srgbClr val="B57906"/>
                </a:solidFill>
                <a:latin typeface="Arial"/>
                <a:ea typeface="Arial"/>
                <a:cs typeface="Arial"/>
              </a:defRPr>
            </a:lvl4pPr>
            <a:lvl5pPr algn="l">
              <a:defRPr sz="2100" b="1">
                <a:solidFill>
                  <a:srgbClr val="B57906"/>
                </a:solidFill>
                <a:latin typeface="Arial"/>
                <a:ea typeface="Arial"/>
                <a:cs typeface="Arial"/>
              </a:defRPr>
            </a:lvl5pPr>
            <a:lvl6pPr algn="l">
              <a:defRPr sz="2100" b="1">
                <a:solidFill>
                  <a:srgbClr val="B57906"/>
                </a:solidFill>
                <a:latin typeface="Arial"/>
                <a:ea typeface="Arial"/>
                <a:cs typeface="Arial"/>
              </a:defRPr>
            </a:lvl6pPr>
            <a:lvl7pPr algn="l">
              <a:defRPr sz="2100" b="1">
                <a:solidFill>
                  <a:srgbClr val="B57906"/>
                </a:solidFill>
                <a:latin typeface="Arial"/>
                <a:ea typeface="Arial"/>
                <a:cs typeface="Arial"/>
              </a:defRPr>
            </a:lvl7pPr>
            <a:lvl8pPr algn="l">
              <a:defRPr sz="2100" b="1">
                <a:solidFill>
                  <a:srgbClr val="B57906"/>
                </a:solidFill>
                <a:latin typeface="Arial"/>
                <a:ea typeface="Arial"/>
                <a:cs typeface="Arial"/>
              </a:defRPr>
            </a:lvl8pPr>
            <a:lvl9pPr algn="l">
              <a:defRPr sz="2100" b="1">
                <a:solidFill>
                  <a:srgbClr val="B57906"/>
                </a:solidFill>
                <a:latin typeface="Arial"/>
                <a:ea typeface="Arial"/>
                <a:cs typeface="Arial"/>
              </a:defRPr>
            </a:lvl9pPr>
          </a:lstStyle>
          <a:p>
            <a:pPr algn="l">
              <a:defRPr sz="2100" b="1">
                <a:solidFill>
                  <a:srgbClr val="B57906"/>
                </a:solidFill>
                <a:latin typeface="Arial"/>
                <a:ea typeface="Arial"/>
                <a:cs typeface="Arial"/>
              </a:defRPr>
            </a:pPr>
            <a:r>
              <a:rPr sz="2100" b="1">
                <a:solidFill>
                  <a:srgbClr val="B57906"/>
                </a:solidFill>
                <a:latin typeface="Arial"/>
                <a:ea typeface="Arial"/>
                <a:cs typeface="Arial"/>
              </a:rPr>
              <a:t>SDG 13</a:t>
            </a:r>
          </a:p>
        </p:txBody>
      </p:sp>
      <p:sp>
        <p:nvSpPr>
          <p:cNvPr id="24" name="A04-goal-46">
            <a:extLst>
              <a:ext uri="{FF2B5EF4-FFF2-40B4-BE49-F238E27FC236}">
                <a16:creationId xmlns:a16="http://schemas.microsoft.com/office/drawing/2014/main" id="{A03FD07B-7E14-4E34-A248-BFBE5BBF739F}"/>
              </a:ext>
            </a:extLst>
          </p:cNvPr>
          <p:cNvSpPr>
            <a:spLocks noGrp="1"/>
          </p:cNvSpPr>
          <p:nvPr/>
        </p:nvSpPr>
        <p:spPr>
          <a:xfrm>
            <a:off x="7715250" y="3933825"/>
            <a:ext cx="3810000" cy="609600"/>
          </a:xfrm>
          <a:prstGeom prst="rect">
            <a:avLst/>
          </a:prstGeom>
          <a:noFill/>
          <a:ln w="0">
            <a:noFill/>
            <a:prstDash val="solid"/>
          </a:ln>
        </p:spPr>
        <p:txBody>
          <a:bodyPr wrap="square" lIns="0" tIns="0" rIns="0" bIns="0" anchor="t">
            <a:noAutofit/>
          </a:bodyPr>
          <a:lstStyle>
            <a:defPPr algn="l">
              <a:defRPr sz="1950" b="1">
                <a:solidFill>
                  <a:srgbClr val="163B2A"/>
                </a:solidFill>
                <a:latin typeface="Arial"/>
                <a:ea typeface="Arial"/>
                <a:cs typeface="Arial"/>
              </a:defRPr>
            </a:defPPr>
            <a:lvl1pPr algn="l">
              <a:defRPr sz="1950" b="1">
                <a:solidFill>
                  <a:srgbClr val="163B2A"/>
                </a:solidFill>
                <a:latin typeface="Arial"/>
                <a:ea typeface="Arial"/>
                <a:cs typeface="Arial"/>
              </a:defRPr>
            </a:lvl1pPr>
            <a:lvl2pPr algn="l">
              <a:defRPr sz="1950" b="1">
                <a:solidFill>
                  <a:srgbClr val="163B2A"/>
                </a:solidFill>
                <a:latin typeface="Arial"/>
                <a:ea typeface="Arial"/>
                <a:cs typeface="Arial"/>
              </a:defRPr>
            </a:lvl2pPr>
            <a:lvl3pPr algn="l">
              <a:defRPr sz="1950" b="1">
                <a:solidFill>
                  <a:srgbClr val="163B2A"/>
                </a:solidFill>
                <a:latin typeface="Arial"/>
                <a:ea typeface="Arial"/>
                <a:cs typeface="Arial"/>
              </a:defRPr>
            </a:lvl3pPr>
            <a:lvl4pPr algn="l">
              <a:defRPr sz="1950" b="1">
                <a:solidFill>
                  <a:srgbClr val="163B2A"/>
                </a:solidFill>
                <a:latin typeface="Arial"/>
                <a:ea typeface="Arial"/>
                <a:cs typeface="Arial"/>
              </a:defRPr>
            </a:lvl4pPr>
            <a:lvl5pPr algn="l">
              <a:defRPr sz="1950" b="1">
                <a:solidFill>
                  <a:srgbClr val="163B2A"/>
                </a:solidFill>
                <a:latin typeface="Arial"/>
                <a:ea typeface="Arial"/>
                <a:cs typeface="Arial"/>
              </a:defRPr>
            </a:lvl5pPr>
            <a:lvl6pPr algn="l">
              <a:defRPr sz="1950" b="1">
                <a:solidFill>
                  <a:srgbClr val="163B2A"/>
                </a:solidFill>
                <a:latin typeface="Arial"/>
                <a:ea typeface="Arial"/>
                <a:cs typeface="Arial"/>
              </a:defRPr>
            </a:lvl6pPr>
            <a:lvl7pPr algn="l">
              <a:defRPr sz="1950" b="1">
                <a:solidFill>
                  <a:srgbClr val="163B2A"/>
                </a:solidFill>
                <a:latin typeface="Arial"/>
                <a:ea typeface="Arial"/>
                <a:cs typeface="Arial"/>
              </a:defRPr>
            </a:lvl7pPr>
            <a:lvl8pPr algn="l">
              <a:defRPr sz="1950" b="1">
                <a:solidFill>
                  <a:srgbClr val="163B2A"/>
                </a:solidFill>
                <a:latin typeface="Arial"/>
                <a:ea typeface="Arial"/>
                <a:cs typeface="Arial"/>
              </a:defRPr>
            </a:lvl8pPr>
            <a:lvl9pPr algn="l">
              <a:defRPr sz="1950" b="1">
                <a:solidFill>
                  <a:srgbClr val="163B2A"/>
                </a:solidFill>
                <a:latin typeface="Arial"/>
                <a:ea typeface="Arial"/>
                <a:cs typeface="Arial"/>
              </a:defRPr>
            </a:lvl9pPr>
          </a:lstStyle>
          <a:p>
            <a:pPr algn="l">
              <a:defRPr sz="1950" b="1">
                <a:solidFill>
                  <a:srgbClr val="163B2A"/>
                </a:solidFill>
                <a:latin typeface="Arial"/>
                <a:ea typeface="Arial"/>
                <a:cs typeface="Arial"/>
              </a:defRPr>
            </a:pPr>
            <a:r>
              <a:rPr sz="1950" b="1">
                <a:solidFill>
                  <a:srgbClr val="163B2A"/>
                </a:solidFill>
                <a:latin typeface="Arial"/>
                <a:ea typeface="Arial"/>
                <a:cs typeface="Arial"/>
              </a:rPr>
              <a:t>Climate action</a:t>
            </a:r>
          </a:p>
        </p:txBody>
      </p:sp>
      <p:sp>
        <p:nvSpPr>
          <p:cNvPr id="25" name="A04-mechanism-47">
            <a:extLst>
              <a:ext uri="{FF2B5EF4-FFF2-40B4-BE49-F238E27FC236}">
                <a16:creationId xmlns:a16="http://schemas.microsoft.com/office/drawing/2014/main" id="{F746DC1A-D281-4C28-B1D5-B64FBA423686}"/>
              </a:ext>
            </a:extLst>
          </p:cNvPr>
          <p:cNvSpPr>
            <a:spLocks noGrp="1"/>
          </p:cNvSpPr>
          <p:nvPr/>
        </p:nvSpPr>
        <p:spPr>
          <a:xfrm>
            <a:off x="6419850" y="4629150"/>
            <a:ext cx="5143500" cy="285750"/>
          </a:xfrm>
          <a:prstGeom prst="rect">
            <a:avLst/>
          </a:prstGeom>
          <a:noFill/>
          <a:ln w="0">
            <a:noFill/>
            <a:prstDash val="solid"/>
          </a:ln>
        </p:spPr>
        <p:txBody>
          <a:bodyPr wrap="square" lIns="0" tIns="0" rIns="0" bIns="0" anchor="t">
            <a:noAutofit/>
          </a:bodyPr>
          <a:lstStyle>
            <a:defPPr algn="l">
              <a:defRPr sz="1725" b="1">
                <a:solidFill>
                  <a:srgbClr val="598C6C"/>
                </a:solidFill>
                <a:latin typeface="Arial"/>
                <a:ea typeface="Arial"/>
                <a:cs typeface="Arial"/>
              </a:defRPr>
            </a:defPPr>
            <a:lvl1pPr algn="l">
              <a:defRPr sz="1725" b="1">
                <a:solidFill>
                  <a:srgbClr val="598C6C"/>
                </a:solidFill>
                <a:latin typeface="Arial"/>
                <a:ea typeface="Arial"/>
                <a:cs typeface="Arial"/>
              </a:defRPr>
            </a:lvl1pPr>
            <a:lvl2pPr algn="l">
              <a:defRPr sz="1725" b="1">
                <a:solidFill>
                  <a:srgbClr val="598C6C"/>
                </a:solidFill>
                <a:latin typeface="Arial"/>
                <a:ea typeface="Arial"/>
                <a:cs typeface="Arial"/>
              </a:defRPr>
            </a:lvl2pPr>
            <a:lvl3pPr algn="l">
              <a:defRPr sz="1725" b="1">
                <a:solidFill>
                  <a:srgbClr val="598C6C"/>
                </a:solidFill>
                <a:latin typeface="Arial"/>
                <a:ea typeface="Arial"/>
                <a:cs typeface="Arial"/>
              </a:defRPr>
            </a:lvl3pPr>
            <a:lvl4pPr algn="l">
              <a:defRPr sz="1725" b="1">
                <a:solidFill>
                  <a:srgbClr val="598C6C"/>
                </a:solidFill>
                <a:latin typeface="Arial"/>
                <a:ea typeface="Arial"/>
                <a:cs typeface="Arial"/>
              </a:defRPr>
            </a:lvl4pPr>
            <a:lvl5pPr algn="l">
              <a:defRPr sz="1725" b="1">
                <a:solidFill>
                  <a:srgbClr val="598C6C"/>
                </a:solidFill>
                <a:latin typeface="Arial"/>
                <a:ea typeface="Arial"/>
                <a:cs typeface="Arial"/>
              </a:defRPr>
            </a:lvl5pPr>
            <a:lvl6pPr algn="l">
              <a:defRPr sz="1725" b="1">
                <a:solidFill>
                  <a:srgbClr val="598C6C"/>
                </a:solidFill>
                <a:latin typeface="Arial"/>
                <a:ea typeface="Arial"/>
                <a:cs typeface="Arial"/>
              </a:defRPr>
            </a:lvl6pPr>
            <a:lvl7pPr algn="l">
              <a:defRPr sz="1725" b="1">
                <a:solidFill>
                  <a:srgbClr val="598C6C"/>
                </a:solidFill>
                <a:latin typeface="Arial"/>
                <a:ea typeface="Arial"/>
                <a:cs typeface="Arial"/>
              </a:defRPr>
            </a:lvl7pPr>
            <a:lvl8pPr algn="l">
              <a:defRPr sz="1725" b="1">
                <a:solidFill>
                  <a:srgbClr val="598C6C"/>
                </a:solidFill>
                <a:latin typeface="Arial"/>
                <a:ea typeface="Arial"/>
                <a:cs typeface="Arial"/>
              </a:defRPr>
            </a:lvl8pPr>
            <a:lvl9pPr algn="l">
              <a:defRPr sz="1725" b="1">
                <a:solidFill>
                  <a:srgbClr val="598C6C"/>
                </a:solidFill>
                <a:latin typeface="Arial"/>
                <a:ea typeface="Arial"/>
                <a:cs typeface="Arial"/>
              </a:defRPr>
            </a:lvl9pPr>
          </a:lstStyle>
          <a:p>
            <a:pPr algn="l">
              <a:defRPr sz="1725" b="1">
                <a:solidFill>
                  <a:srgbClr val="598C6C"/>
                </a:solidFill>
                <a:latin typeface="Arial"/>
                <a:ea typeface="Arial"/>
                <a:cs typeface="Arial"/>
              </a:defRPr>
            </a:pPr>
            <a:r>
              <a:rPr sz="1725" b="1">
                <a:solidFill>
                  <a:srgbClr val="598C6C"/>
                </a:solidFill>
                <a:latin typeface="Arial"/>
                <a:ea typeface="Arial"/>
                <a:cs typeface="Arial"/>
              </a:rPr>
              <a:t>Indirect contribution</a:t>
            </a:r>
          </a:p>
        </p:txBody>
      </p:sp>
      <p:sp>
        <p:nvSpPr>
          <p:cNvPr id="26" name="A04-evidence-48">
            <a:extLst>
              <a:ext uri="{FF2B5EF4-FFF2-40B4-BE49-F238E27FC236}">
                <a16:creationId xmlns:a16="http://schemas.microsoft.com/office/drawing/2014/main" id="{41BEC45F-1636-4130-BB16-A2B4BE164CC5}"/>
              </a:ext>
            </a:extLst>
          </p:cNvPr>
          <p:cNvSpPr>
            <a:spLocks noGrp="1"/>
          </p:cNvSpPr>
          <p:nvPr/>
        </p:nvSpPr>
        <p:spPr>
          <a:xfrm>
            <a:off x="6419850" y="5000625"/>
            <a:ext cx="5143500" cy="533400"/>
          </a:xfrm>
          <a:prstGeom prst="rect">
            <a:avLst/>
          </a:prstGeom>
          <a:noFill/>
          <a:ln w="0">
            <a:noFill/>
            <a:prstDash val="solid"/>
          </a:ln>
        </p:spPr>
        <p:txBody>
          <a:bodyPr wrap="square" lIns="0" tIns="0" rIns="0" bIns="0" anchor="t">
            <a:noAutofit/>
          </a:bodyPr>
          <a:lstStyle>
            <a:defPPr algn="l">
              <a:defRPr sz="1650" b="0">
                <a:solidFill>
                  <a:srgbClr val="586958"/>
                </a:solidFill>
                <a:latin typeface="Arial"/>
                <a:ea typeface="Arial"/>
                <a:cs typeface="Arial"/>
              </a:defRPr>
            </a:defPPr>
            <a:lvl1pPr algn="l">
              <a:defRPr sz="1650" b="0">
                <a:solidFill>
                  <a:srgbClr val="586958"/>
                </a:solidFill>
                <a:latin typeface="Arial"/>
                <a:ea typeface="Arial"/>
                <a:cs typeface="Arial"/>
              </a:defRPr>
            </a:lvl1pPr>
            <a:lvl2pPr algn="l">
              <a:defRPr sz="1650" b="0">
                <a:solidFill>
                  <a:srgbClr val="586958"/>
                </a:solidFill>
                <a:latin typeface="Arial"/>
                <a:ea typeface="Arial"/>
                <a:cs typeface="Arial"/>
              </a:defRPr>
            </a:lvl2pPr>
            <a:lvl3pPr algn="l">
              <a:defRPr sz="1650" b="0">
                <a:solidFill>
                  <a:srgbClr val="586958"/>
                </a:solidFill>
                <a:latin typeface="Arial"/>
                <a:ea typeface="Arial"/>
                <a:cs typeface="Arial"/>
              </a:defRPr>
            </a:lvl3pPr>
            <a:lvl4pPr algn="l">
              <a:defRPr sz="1650" b="0">
                <a:solidFill>
                  <a:srgbClr val="586958"/>
                </a:solidFill>
                <a:latin typeface="Arial"/>
                <a:ea typeface="Arial"/>
                <a:cs typeface="Arial"/>
              </a:defRPr>
            </a:lvl4pPr>
            <a:lvl5pPr algn="l">
              <a:defRPr sz="1650" b="0">
                <a:solidFill>
                  <a:srgbClr val="586958"/>
                </a:solidFill>
                <a:latin typeface="Arial"/>
                <a:ea typeface="Arial"/>
                <a:cs typeface="Arial"/>
              </a:defRPr>
            </a:lvl5pPr>
            <a:lvl6pPr algn="l">
              <a:defRPr sz="1650" b="0">
                <a:solidFill>
                  <a:srgbClr val="586958"/>
                </a:solidFill>
                <a:latin typeface="Arial"/>
                <a:ea typeface="Arial"/>
                <a:cs typeface="Arial"/>
              </a:defRPr>
            </a:lvl6pPr>
            <a:lvl7pPr algn="l">
              <a:defRPr sz="1650" b="0">
                <a:solidFill>
                  <a:srgbClr val="586958"/>
                </a:solidFill>
                <a:latin typeface="Arial"/>
                <a:ea typeface="Arial"/>
                <a:cs typeface="Arial"/>
              </a:defRPr>
            </a:lvl7pPr>
            <a:lvl8pPr algn="l">
              <a:defRPr sz="1650" b="0">
                <a:solidFill>
                  <a:srgbClr val="586958"/>
                </a:solidFill>
                <a:latin typeface="Arial"/>
                <a:ea typeface="Arial"/>
                <a:cs typeface="Arial"/>
              </a:defRPr>
            </a:lvl8pPr>
            <a:lvl9pPr algn="l">
              <a:defRPr sz="1650" b="0">
                <a:solidFill>
                  <a:srgbClr val="586958"/>
                </a:solidFill>
                <a:latin typeface="Arial"/>
                <a:ea typeface="Arial"/>
                <a:cs typeface="Arial"/>
              </a:defRPr>
            </a:lvl9pPr>
          </a:lstStyle>
          <a:p>
            <a:pPr algn="l">
              <a:defRPr sz="1650" b="0">
                <a:solidFill>
                  <a:srgbClr val="586958"/>
                </a:solidFill>
                <a:latin typeface="Arial"/>
                <a:ea typeface="Arial"/>
                <a:cs typeface="Arial"/>
              </a:defRPr>
            </a:pPr>
            <a:r>
              <a:rPr sz="1650" b="0">
                <a:solidFill>
                  <a:srgbClr val="586958"/>
                </a:solidFill>
                <a:latin typeface="Arial"/>
                <a:ea typeface="Arial"/>
                <a:cs typeface="Arial"/>
              </a:rPr>
              <a:t>Verify weight, baseline</a:t>
            </a:r>
          </a:p>
          <a:p>
            <a:pPr algn="l">
              <a:defRPr sz="1650" b="0">
                <a:solidFill>
                  <a:srgbClr val="586958"/>
                </a:solidFill>
                <a:latin typeface="Arial"/>
                <a:ea typeface="Arial"/>
                <a:cs typeface="Arial"/>
              </a:defRPr>
            </a:pPr>
            <a:r>
              <a:rPr sz="1650" b="0">
                <a:solidFill>
                  <a:srgbClr val="586958"/>
                </a:solidFill>
                <a:latin typeface="Arial"/>
                <a:ea typeface="Arial"/>
                <a:cs typeface="Arial"/>
              </a:rPr>
              <a:t>and suitable footprint factors.</a:t>
            </a:r>
          </a:p>
        </p:txBody>
      </p:sp>
      <p:sp>
        <p:nvSpPr>
          <p:cNvPr id="27" name="矩形 26">
            <a:extLst>
              <a:ext uri="{FF2B5EF4-FFF2-40B4-BE49-F238E27FC236}">
                <a16:creationId xmlns:a16="http://schemas.microsoft.com/office/drawing/2014/main" id="{2DF328AA-4864-4FA4-9DB5-5E25F289314C}"/>
              </a:ext>
            </a:extLst>
          </p:cNvPr>
          <p:cNvSpPr>
            <a:spLocks noGrp="1"/>
          </p:cNvSpPr>
          <p:nvPr/>
        </p:nvSpPr>
        <p:spPr>
          <a:xfrm>
            <a:off x="457200" y="5953125"/>
            <a:ext cx="11277600" cy="381000"/>
          </a:xfrm>
          <a:prstGeom prst="rect">
            <a:avLst/>
          </a:prstGeom>
          <a:noFill/>
          <a:ln w="0">
            <a:noFill/>
            <a:prstDash val="solid"/>
          </a:ln>
        </p:spPr>
        <p:txBody>
          <a:bodyPr wrap="square" lIns="0" tIns="0" rIns="0" bIns="0" anchor="t">
            <a:noAutofit/>
          </a:bodyPr>
          <a:lstStyle>
            <a:defPPr algn="l">
              <a:defRPr sz="1800" b="1">
                <a:solidFill>
                  <a:srgbClr val="598C6C"/>
                </a:solidFill>
                <a:latin typeface="Arial"/>
                <a:ea typeface="Arial"/>
                <a:cs typeface="Arial"/>
              </a:defRPr>
            </a:defPPr>
            <a:lvl1pPr algn="l">
              <a:defRPr sz="1800" b="1">
                <a:solidFill>
                  <a:srgbClr val="598C6C"/>
                </a:solidFill>
                <a:latin typeface="Arial"/>
                <a:ea typeface="Arial"/>
                <a:cs typeface="Arial"/>
              </a:defRPr>
            </a:lvl1pPr>
            <a:lvl2pPr algn="l">
              <a:defRPr sz="1800" b="1">
                <a:solidFill>
                  <a:srgbClr val="598C6C"/>
                </a:solidFill>
                <a:latin typeface="Arial"/>
                <a:ea typeface="Arial"/>
                <a:cs typeface="Arial"/>
              </a:defRPr>
            </a:lvl2pPr>
            <a:lvl3pPr algn="l">
              <a:defRPr sz="1800" b="1">
                <a:solidFill>
                  <a:srgbClr val="598C6C"/>
                </a:solidFill>
                <a:latin typeface="Arial"/>
                <a:ea typeface="Arial"/>
                <a:cs typeface="Arial"/>
              </a:defRPr>
            </a:lvl3pPr>
            <a:lvl4pPr algn="l">
              <a:defRPr sz="1800" b="1">
                <a:solidFill>
                  <a:srgbClr val="598C6C"/>
                </a:solidFill>
                <a:latin typeface="Arial"/>
                <a:ea typeface="Arial"/>
                <a:cs typeface="Arial"/>
              </a:defRPr>
            </a:lvl4pPr>
            <a:lvl5pPr algn="l">
              <a:defRPr sz="1800" b="1">
                <a:solidFill>
                  <a:srgbClr val="598C6C"/>
                </a:solidFill>
                <a:latin typeface="Arial"/>
                <a:ea typeface="Arial"/>
                <a:cs typeface="Arial"/>
              </a:defRPr>
            </a:lvl5pPr>
            <a:lvl6pPr algn="l">
              <a:defRPr sz="1800" b="1">
                <a:solidFill>
                  <a:srgbClr val="598C6C"/>
                </a:solidFill>
                <a:latin typeface="Arial"/>
                <a:ea typeface="Arial"/>
                <a:cs typeface="Arial"/>
              </a:defRPr>
            </a:lvl6pPr>
            <a:lvl7pPr algn="l">
              <a:defRPr sz="1800" b="1">
                <a:solidFill>
                  <a:srgbClr val="598C6C"/>
                </a:solidFill>
                <a:latin typeface="Arial"/>
                <a:ea typeface="Arial"/>
                <a:cs typeface="Arial"/>
              </a:defRPr>
            </a:lvl7pPr>
            <a:lvl8pPr algn="l">
              <a:defRPr sz="1800" b="1">
                <a:solidFill>
                  <a:srgbClr val="598C6C"/>
                </a:solidFill>
                <a:latin typeface="Arial"/>
                <a:ea typeface="Arial"/>
                <a:cs typeface="Arial"/>
              </a:defRPr>
            </a:lvl8pPr>
            <a:lvl9pPr algn="l">
              <a:defRPr sz="1800" b="1">
                <a:solidFill>
                  <a:srgbClr val="598C6C"/>
                </a:solidFill>
                <a:latin typeface="Arial"/>
                <a:ea typeface="Arial"/>
                <a:cs typeface="Arial"/>
              </a:defRPr>
            </a:lvl9pPr>
          </a:lstStyle>
          <a:p>
            <a:pPr algn="l">
              <a:defRPr sz="1800" b="1">
                <a:solidFill>
                  <a:srgbClr val="598C6C"/>
                </a:solidFill>
                <a:latin typeface="Arial"/>
                <a:ea typeface="Arial"/>
                <a:cs typeface="Arial"/>
              </a:defRPr>
            </a:pPr>
            <a:r>
              <a:rPr sz="1800" b="1">
                <a:solidFill>
                  <a:srgbClr val="598C6C"/>
                </a:solidFill>
                <a:latin typeface="Arial"/>
                <a:ea typeface="Arial"/>
                <a:cs typeface="Arial"/>
              </a:rPr>
              <a:t>Also relevant: SDG 9 digitisation, 11 community resources, 17 partnerships</a:t>
            </a:r>
          </a:p>
        </p:txBody>
      </p:sp>
    </p:spTree>
    <p:extLst>
      <p:ext uri="{BB962C8B-B14F-4D97-AF65-F5344CB8AC3E}">
        <p14:creationId xmlns:p14="http://schemas.microsoft.com/office/powerpoint/2010/main" val="799784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3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3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3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3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3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3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30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30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3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300"/>
                                        <p:tgtEl>
                                          <p:spTgt spid="2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300"/>
                                        <p:tgtEl>
                                          <p:spTgt spid="2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300"/>
                                        <p:tgtEl>
                                          <p:spTgt spid="2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3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3" grpId="0"/>
      <p:bldP spid="14" grpId="0"/>
      <p:bldP spid="15" grpId="0"/>
      <p:bldP spid="16" grpId="0"/>
      <p:bldP spid="18" grpId="0"/>
      <p:bldP spid="19" grpId="0"/>
      <p:bldP spid="20" grpId="0"/>
      <p:bldP spid="21" grpId="0"/>
      <p:bldP spid="23" grpId="0"/>
      <p:bldP spid="24" grpId="0"/>
      <p:bldP spid="25" grpId="0"/>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E6B868B9-4FC3-48B8-8C45-4A88C6D140E1}"/>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22B1EB5D-7046-4875-92A6-15EDEEA72BCD}"/>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Projected impact: start with a cautious scenario</a:t>
            </a:r>
          </a:p>
        </p:txBody>
      </p:sp>
      <p:sp>
        <p:nvSpPr>
          <p:cNvPr id="3" name="矩形 2">
            <a:extLst>
              <a:ext uri="{FF2B5EF4-FFF2-40B4-BE49-F238E27FC236}">
                <a16:creationId xmlns:a16="http://schemas.microsoft.com/office/drawing/2014/main" id="{368354E8-EF26-4139-8DCC-3B56419B81E6}"/>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Conditional quantities / corresponding food weight, not measured waste reduction</a:t>
            </a:r>
          </a:p>
        </p:txBody>
      </p:sp>
      <p:sp>
        <p:nvSpPr>
          <p:cNvPr id="4" name="矩形 3">
            <a:extLst>
              <a:ext uri="{FF2B5EF4-FFF2-40B4-BE49-F238E27FC236}">
                <a16:creationId xmlns:a16="http://schemas.microsoft.com/office/drawing/2014/main" id="{427A081E-D297-4D5E-BE7D-17FB6D628951}"/>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6A198A72-DF25-4F37-B58C-BC5C63927AB9}"/>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29F17172-8B3B-49E8-B488-3A16363DD124}"/>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10 / 32</a:t>
            </a:r>
          </a:p>
        </p:txBody>
      </p:sp>
      <p:sp>
        <p:nvSpPr>
          <p:cNvPr id="7" name="矩形 6">
            <a:extLst>
              <a:ext uri="{FF2B5EF4-FFF2-40B4-BE49-F238E27FC236}">
                <a16:creationId xmlns:a16="http://schemas.microsoft.com/office/drawing/2014/main" id="{8102392E-499B-4B85-A6C9-E7230581B1E7}"/>
              </a:ext>
            </a:extLst>
          </p:cNvPr>
          <p:cNvSpPr>
            <a:spLocks noGrp="1"/>
          </p:cNvSpPr>
          <p:nvPr/>
        </p:nvSpPr>
        <p:spPr>
          <a:xfrm>
            <a:off x="457200" y="1752600"/>
            <a:ext cx="11277600" cy="523875"/>
          </a:xfrm>
          <a:prstGeom prst="rect">
            <a:avLst/>
          </a:prstGeom>
          <a:noFill/>
          <a:ln w="0">
            <a:noFill/>
            <a:prstDash val="solid"/>
          </a:ln>
        </p:spPr>
        <p:txBody>
          <a:bodyPr wrap="square" lIns="0" tIns="0" rIns="0" bIns="0" anchor="t">
            <a:noAutofit/>
          </a:bodyPr>
          <a:lstStyle>
            <a:defPPr algn="l">
              <a:defRPr sz="2175" b="1">
                <a:solidFill>
                  <a:srgbClr val="163B2A"/>
                </a:solidFill>
                <a:latin typeface="Arial"/>
                <a:ea typeface="Arial"/>
                <a:cs typeface="Arial"/>
              </a:defRPr>
            </a:defPPr>
            <a:lvl1pPr algn="l">
              <a:defRPr sz="2175" b="1">
                <a:solidFill>
                  <a:srgbClr val="163B2A"/>
                </a:solidFill>
                <a:latin typeface="Arial"/>
                <a:ea typeface="Arial"/>
                <a:cs typeface="Arial"/>
              </a:defRPr>
            </a:lvl1pPr>
            <a:lvl2pPr algn="l">
              <a:defRPr sz="2175" b="1">
                <a:solidFill>
                  <a:srgbClr val="163B2A"/>
                </a:solidFill>
                <a:latin typeface="Arial"/>
                <a:ea typeface="Arial"/>
                <a:cs typeface="Arial"/>
              </a:defRPr>
            </a:lvl2pPr>
            <a:lvl3pPr algn="l">
              <a:defRPr sz="2175" b="1">
                <a:solidFill>
                  <a:srgbClr val="163B2A"/>
                </a:solidFill>
                <a:latin typeface="Arial"/>
                <a:ea typeface="Arial"/>
                <a:cs typeface="Arial"/>
              </a:defRPr>
            </a:lvl3pPr>
            <a:lvl4pPr algn="l">
              <a:defRPr sz="2175" b="1">
                <a:solidFill>
                  <a:srgbClr val="163B2A"/>
                </a:solidFill>
                <a:latin typeface="Arial"/>
                <a:ea typeface="Arial"/>
                <a:cs typeface="Arial"/>
              </a:defRPr>
            </a:lvl4pPr>
            <a:lvl5pPr algn="l">
              <a:defRPr sz="2175" b="1">
                <a:solidFill>
                  <a:srgbClr val="163B2A"/>
                </a:solidFill>
                <a:latin typeface="Arial"/>
                <a:ea typeface="Arial"/>
                <a:cs typeface="Arial"/>
              </a:defRPr>
            </a:lvl5pPr>
            <a:lvl6pPr algn="l">
              <a:defRPr sz="2175" b="1">
                <a:solidFill>
                  <a:srgbClr val="163B2A"/>
                </a:solidFill>
                <a:latin typeface="Arial"/>
                <a:ea typeface="Arial"/>
                <a:cs typeface="Arial"/>
              </a:defRPr>
            </a:lvl6pPr>
            <a:lvl7pPr algn="l">
              <a:defRPr sz="2175" b="1">
                <a:solidFill>
                  <a:srgbClr val="163B2A"/>
                </a:solidFill>
                <a:latin typeface="Arial"/>
                <a:ea typeface="Arial"/>
                <a:cs typeface="Arial"/>
              </a:defRPr>
            </a:lvl7pPr>
            <a:lvl8pPr algn="l">
              <a:defRPr sz="2175" b="1">
                <a:solidFill>
                  <a:srgbClr val="163B2A"/>
                </a:solidFill>
                <a:latin typeface="Arial"/>
                <a:ea typeface="Arial"/>
                <a:cs typeface="Arial"/>
              </a:defRPr>
            </a:lvl8pPr>
            <a:lvl9pPr algn="l">
              <a:defRPr sz="2175" b="1">
                <a:solidFill>
                  <a:srgbClr val="163B2A"/>
                </a:solidFill>
                <a:latin typeface="Arial"/>
                <a:ea typeface="Arial"/>
                <a:cs typeface="Arial"/>
              </a:defRPr>
            </a:lvl9pPr>
          </a:lstStyle>
          <a:p>
            <a:pPr algn="l">
              <a:defRPr sz="2175" b="1">
                <a:solidFill>
                  <a:srgbClr val="163B2A"/>
                </a:solidFill>
                <a:latin typeface="Arial"/>
                <a:ea typeface="Arial"/>
                <a:cs typeface="Arial"/>
              </a:defRPr>
            </a:pPr>
            <a:r>
              <a:rPr sz="2175" b="1">
                <a:solidFill>
                  <a:srgbClr val="163B2A"/>
                </a:solidFill>
                <a:latin typeface="Arial"/>
                <a:ea typeface="Arial"/>
                <a:cs typeface="Arial"/>
              </a:rPr>
              <a:t>3 stores × 26 batches per store per month. Demo weight: 80g per item.</a:t>
            </a:r>
          </a:p>
        </p:txBody>
      </p:sp>
      <p:graphicFrame>
        <p:nvGraphicFramePr>
          <p:cNvPr id="8" name="表格 7">
            <a:extLst>
              <a:ext uri="{FF2B5EF4-FFF2-40B4-BE49-F238E27FC236}">
                <a16:creationId xmlns:a16="http://schemas.microsoft.com/office/drawing/2014/main" id="{E37746E4-AA6E-4650-B837-752F193CAAC5}"/>
              </a:ext>
            </a:extLst>
          </p:cNvPr>
          <p:cNvGraphicFramePr/>
          <p:nvPr/>
        </p:nvGraphicFramePr>
        <p:xfrm>
          <a:off x="457200" y="2609850"/>
          <a:ext cx="11277600" cy="2438400"/>
        </p:xfrm>
        <a:graphic>
          <a:graphicData uri="http://schemas.openxmlformats.org/drawingml/2006/table">
            <a:tbl>
              <a:tblPr/>
              <a:tblGrid>
                <a:gridCol w="461010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tblGrid>
              <a:tr h="609600">
                <a:tc>
                  <a:txBody>
                    <a:bodyPr/>
                    <a:lstStyle/>
                    <a:p>
                      <a:pPr algn="l"/>
                      <a:r>
                        <a:rPr sz="1725" b="1">
                          <a:solidFill>
                            <a:srgbClr val="163B2A"/>
                          </a:solidFill>
                          <a:latin typeface="Arial"/>
                          <a:ea typeface="Arial"/>
                          <a:cs typeface="Arial"/>
                        </a:rPr>
                        <a:t>Compared with 4 half-price sales / batch</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725" b="1">
                          <a:solidFill>
                            <a:srgbClr val="163B2A"/>
                          </a:solidFill>
                          <a:latin typeface="Arial"/>
                          <a:ea typeface="Arial"/>
                          <a:cs typeface="Arial"/>
                        </a:rPr>
                        <a:t>Boxes: 6 sold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725" b="1">
                          <a:solidFill>
                            <a:srgbClr val="163B2A"/>
                          </a:solidFill>
                          <a:latin typeface="Arial"/>
                          <a:ea typeface="Arial"/>
                          <a:cs typeface="Arial"/>
                        </a:rPr>
                        <a:t>Boxes: 8 sold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609600">
                <a:tc>
                  <a:txBody>
                    <a:bodyPr/>
                    <a:lstStyle/>
                    <a:p>
                      <a:pPr algn="l"/>
                      <a:r>
                        <a:rPr sz="1800" b="0">
                          <a:solidFill>
                            <a:srgbClr val="163B2A"/>
                          </a:solidFill>
                          <a:latin typeface="Arial"/>
                          <a:ea typeface="Arial"/>
                          <a:cs typeface="Arial"/>
                        </a:rPr>
                        <a:t>Additional items collected / month</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156</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312</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609600">
                <a:tc>
                  <a:txBody>
                    <a:bodyPr/>
                    <a:lstStyle/>
                    <a:p>
                      <a:pPr algn="l"/>
                      <a:r>
                        <a:rPr sz="1800" b="0">
                          <a:solidFill>
                            <a:srgbClr val="163B2A"/>
                          </a:solidFill>
                          <a:latin typeface="Arial"/>
                          <a:ea typeface="Arial"/>
                          <a:cs typeface="Arial"/>
                        </a:rPr>
                        <a:t>Corresponding food weight / kg / month</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12.48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24.96</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609600">
                <a:tc>
                  <a:txBody>
                    <a:bodyPr/>
                    <a:lstStyle/>
                    <a:p>
                      <a:pPr algn="l"/>
                      <a:r>
                        <a:rPr sz="1800" b="0">
                          <a:solidFill>
                            <a:srgbClr val="163B2A"/>
                          </a:solidFill>
                          <a:latin typeface="Arial"/>
                          <a:ea typeface="Arial"/>
                          <a:cs typeface="Arial"/>
                        </a:rPr>
                        <a:t>Batch-balance gain / RM / month</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358.80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764.40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bl>
          </a:graphicData>
        </a:graphic>
      </p:graphicFrame>
      <p:sp>
        <p:nvSpPr>
          <p:cNvPr id="9" name="A01-impact-row-49">
            <a:extLst>
              <a:ext uri="{FF2B5EF4-FFF2-40B4-BE49-F238E27FC236}">
                <a16:creationId xmlns:a16="http://schemas.microsoft.com/office/drawing/2014/main" id="{55B8EDAC-E3C3-407E-9576-42C5523B91E1}"/>
              </a:ext>
            </a:extLst>
          </p:cNvPr>
          <p:cNvSpPr>
            <a:spLocks noGrp="1"/>
          </p:cNvSpPr>
          <p:nvPr/>
        </p:nvSpPr>
        <p:spPr>
          <a:xfrm>
            <a:off x="466725" y="3219450"/>
            <a:ext cx="11258550" cy="609600"/>
          </a:xfrm>
          <a:prstGeom prst="rect">
            <a:avLst/>
          </a:prstGeom>
          <a:noFill/>
          <a:ln w="19050">
            <a:solidFill>
              <a:srgbClr val="B57906"/>
            </a:solidFill>
            <a:prstDash val="solid"/>
          </a:ln>
        </p:spPr>
      </p:sp>
      <p:sp>
        <p:nvSpPr>
          <p:cNvPr id="10" name="A02-impact-row-50">
            <a:extLst>
              <a:ext uri="{FF2B5EF4-FFF2-40B4-BE49-F238E27FC236}">
                <a16:creationId xmlns:a16="http://schemas.microsoft.com/office/drawing/2014/main" id="{7FC29598-EDFD-447E-8F5C-529F18B4C1C2}"/>
              </a:ext>
            </a:extLst>
          </p:cNvPr>
          <p:cNvSpPr>
            <a:spLocks noGrp="1"/>
          </p:cNvSpPr>
          <p:nvPr/>
        </p:nvSpPr>
        <p:spPr>
          <a:xfrm>
            <a:off x="466725" y="3829050"/>
            <a:ext cx="11258550" cy="609600"/>
          </a:xfrm>
          <a:prstGeom prst="rect">
            <a:avLst/>
          </a:prstGeom>
          <a:noFill/>
          <a:ln w="19050">
            <a:solidFill>
              <a:srgbClr val="B57906"/>
            </a:solidFill>
            <a:prstDash val="solid"/>
          </a:ln>
        </p:spPr>
      </p:sp>
      <p:sp>
        <p:nvSpPr>
          <p:cNvPr id="11" name="A03-impact-row-51">
            <a:extLst>
              <a:ext uri="{FF2B5EF4-FFF2-40B4-BE49-F238E27FC236}">
                <a16:creationId xmlns:a16="http://schemas.microsoft.com/office/drawing/2014/main" id="{8F77BB1F-E8B5-47F0-BF39-066DA87FD6AB}"/>
              </a:ext>
            </a:extLst>
          </p:cNvPr>
          <p:cNvSpPr>
            <a:spLocks noGrp="1"/>
          </p:cNvSpPr>
          <p:nvPr/>
        </p:nvSpPr>
        <p:spPr>
          <a:xfrm>
            <a:off x="466725" y="4438650"/>
            <a:ext cx="11258550" cy="609600"/>
          </a:xfrm>
          <a:prstGeom prst="rect">
            <a:avLst/>
          </a:prstGeom>
          <a:noFill/>
          <a:ln w="19050">
            <a:solidFill>
              <a:srgbClr val="B57906"/>
            </a:solidFill>
            <a:prstDash val="solid"/>
          </a:ln>
        </p:spPr>
      </p:sp>
      <p:sp>
        <p:nvSpPr>
          <p:cNvPr id="12" name="矩形 11">
            <a:extLst>
              <a:ext uri="{FF2B5EF4-FFF2-40B4-BE49-F238E27FC236}">
                <a16:creationId xmlns:a16="http://schemas.microsoft.com/office/drawing/2014/main" id="{C8A30922-1174-4A56-89AF-A5AB13B86FC3}"/>
              </a:ext>
            </a:extLst>
          </p:cNvPr>
          <p:cNvSpPr>
            <a:spLocks noGrp="1"/>
          </p:cNvSpPr>
          <p:nvPr/>
        </p:nvSpPr>
        <p:spPr>
          <a:xfrm>
            <a:off x="457200" y="5400675"/>
            <a:ext cx="11277600" cy="390525"/>
          </a:xfrm>
          <a:prstGeom prst="rect">
            <a:avLst/>
          </a:prstGeom>
          <a:noFill/>
          <a:ln w="0">
            <a:noFill/>
            <a:prstDash val="solid"/>
          </a:ln>
        </p:spPr>
        <p:txBody>
          <a:bodyPr wrap="square" lIns="0" tIns="0" rIns="0" bIns="0" anchor="t">
            <a:noAutofit/>
          </a:bodyPr>
          <a:lstStyle>
            <a:defPPr algn="l">
              <a:defRPr sz="2100" b="1">
                <a:solidFill>
                  <a:srgbClr val="598C6C"/>
                </a:solidFill>
                <a:latin typeface="Arial"/>
                <a:ea typeface="Arial"/>
                <a:cs typeface="Arial"/>
              </a:defRPr>
            </a:defPPr>
            <a:lvl1pPr algn="l">
              <a:defRPr sz="2100" b="1">
                <a:solidFill>
                  <a:srgbClr val="598C6C"/>
                </a:solidFill>
                <a:latin typeface="Arial"/>
                <a:ea typeface="Arial"/>
                <a:cs typeface="Arial"/>
              </a:defRPr>
            </a:lvl1pPr>
            <a:lvl2pPr algn="l">
              <a:defRPr sz="2100" b="1">
                <a:solidFill>
                  <a:srgbClr val="598C6C"/>
                </a:solidFill>
                <a:latin typeface="Arial"/>
                <a:ea typeface="Arial"/>
                <a:cs typeface="Arial"/>
              </a:defRPr>
            </a:lvl2pPr>
            <a:lvl3pPr algn="l">
              <a:defRPr sz="2100" b="1">
                <a:solidFill>
                  <a:srgbClr val="598C6C"/>
                </a:solidFill>
                <a:latin typeface="Arial"/>
                <a:ea typeface="Arial"/>
                <a:cs typeface="Arial"/>
              </a:defRPr>
            </a:lvl3pPr>
            <a:lvl4pPr algn="l">
              <a:defRPr sz="2100" b="1">
                <a:solidFill>
                  <a:srgbClr val="598C6C"/>
                </a:solidFill>
                <a:latin typeface="Arial"/>
                <a:ea typeface="Arial"/>
                <a:cs typeface="Arial"/>
              </a:defRPr>
            </a:lvl4pPr>
            <a:lvl5pPr algn="l">
              <a:defRPr sz="2100" b="1">
                <a:solidFill>
                  <a:srgbClr val="598C6C"/>
                </a:solidFill>
                <a:latin typeface="Arial"/>
                <a:ea typeface="Arial"/>
                <a:cs typeface="Arial"/>
              </a:defRPr>
            </a:lvl5pPr>
            <a:lvl6pPr algn="l">
              <a:defRPr sz="2100" b="1">
                <a:solidFill>
                  <a:srgbClr val="598C6C"/>
                </a:solidFill>
                <a:latin typeface="Arial"/>
                <a:ea typeface="Arial"/>
                <a:cs typeface="Arial"/>
              </a:defRPr>
            </a:lvl6pPr>
            <a:lvl7pPr algn="l">
              <a:defRPr sz="2100" b="1">
                <a:solidFill>
                  <a:srgbClr val="598C6C"/>
                </a:solidFill>
                <a:latin typeface="Arial"/>
                <a:ea typeface="Arial"/>
                <a:cs typeface="Arial"/>
              </a:defRPr>
            </a:lvl7pPr>
            <a:lvl8pPr algn="l">
              <a:defRPr sz="2100" b="1">
                <a:solidFill>
                  <a:srgbClr val="598C6C"/>
                </a:solidFill>
                <a:latin typeface="Arial"/>
                <a:ea typeface="Arial"/>
                <a:cs typeface="Arial"/>
              </a:defRPr>
            </a:lvl8pPr>
            <a:lvl9pPr algn="l">
              <a:defRPr sz="2100" b="1">
                <a:solidFill>
                  <a:srgbClr val="598C6C"/>
                </a:solidFill>
                <a:latin typeface="Arial"/>
                <a:ea typeface="Arial"/>
                <a:cs typeface="Arial"/>
              </a:defRPr>
            </a:lvl9pPr>
          </a:lstStyle>
          <a:p>
            <a:pPr algn="l">
              <a:defRPr sz="2100" b="1">
                <a:solidFill>
                  <a:srgbClr val="598C6C"/>
                </a:solidFill>
                <a:latin typeface="Arial"/>
                <a:ea typeface="Arial"/>
                <a:cs typeface="Arial"/>
              </a:defRPr>
            </a:pPr>
            <a:r>
              <a:rPr sz="2100" b="1">
                <a:solidFill>
                  <a:srgbClr val="598C6C"/>
                </a:solidFill>
                <a:latin typeface="Arial"/>
                <a:ea typeface="Arial"/>
                <a:cs typeface="Arial"/>
              </a:rPr>
              <a:t>Before subscription and other incremental costs.</a:t>
            </a:r>
          </a:p>
        </p:txBody>
      </p:sp>
      <p:sp>
        <p:nvSpPr>
          <p:cNvPr id="13" name="矩形 12">
            <a:extLst>
              <a:ext uri="{FF2B5EF4-FFF2-40B4-BE49-F238E27FC236}">
                <a16:creationId xmlns:a16="http://schemas.microsoft.com/office/drawing/2014/main" id="{36518457-E514-4222-8265-8A145EE0C62D}"/>
              </a:ext>
            </a:extLst>
          </p:cNvPr>
          <p:cNvSpPr>
            <a:spLocks noGrp="1"/>
          </p:cNvSpPr>
          <p:nvPr/>
        </p:nvSpPr>
        <p:spPr>
          <a:xfrm>
            <a:off x="457200" y="5943600"/>
            <a:ext cx="11277600" cy="371475"/>
          </a:xfrm>
          <a:prstGeom prst="rect">
            <a:avLst/>
          </a:prstGeom>
          <a:noFill/>
          <a:ln w="0">
            <a:noFill/>
            <a:prstDash val="solid"/>
          </a:ln>
        </p:spPr>
        <p:txBody>
          <a:bodyPr wrap="square" lIns="0" tIns="0" rIns="0" bIns="0" anchor="t">
            <a:noAutofit/>
          </a:bodyPr>
          <a:lstStyle>
            <a:defPPr algn="l">
              <a:defRPr sz="1875" b="0">
                <a:solidFill>
                  <a:srgbClr val="586958"/>
                </a:solidFill>
                <a:latin typeface="Arial"/>
                <a:ea typeface="Arial"/>
                <a:cs typeface="Arial"/>
              </a:defRPr>
            </a:defPPr>
            <a:lvl1pPr algn="l">
              <a:defRPr sz="1875" b="0">
                <a:solidFill>
                  <a:srgbClr val="586958"/>
                </a:solidFill>
                <a:latin typeface="Arial"/>
                <a:ea typeface="Arial"/>
                <a:cs typeface="Arial"/>
              </a:defRPr>
            </a:lvl1pPr>
            <a:lvl2pPr algn="l">
              <a:defRPr sz="1875" b="0">
                <a:solidFill>
                  <a:srgbClr val="586958"/>
                </a:solidFill>
                <a:latin typeface="Arial"/>
                <a:ea typeface="Arial"/>
                <a:cs typeface="Arial"/>
              </a:defRPr>
            </a:lvl2pPr>
            <a:lvl3pPr algn="l">
              <a:defRPr sz="1875" b="0">
                <a:solidFill>
                  <a:srgbClr val="586958"/>
                </a:solidFill>
                <a:latin typeface="Arial"/>
                <a:ea typeface="Arial"/>
                <a:cs typeface="Arial"/>
              </a:defRPr>
            </a:lvl3pPr>
            <a:lvl4pPr algn="l">
              <a:defRPr sz="1875" b="0">
                <a:solidFill>
                  <a:srgbClr val="586958"/>
                </a:solidFill>
                <a:latin typeface="Arial"/>
                <a:ea typeface="Arial"/>
                <a:cs typeface="Arial"/>
              </a:defRPr>
            </a:lvl4pPr>
            <a:lvl5pPr algn="l">
              <a:defRPr sz="1875" b="0">
                <a:solidFill>
                  <a:srgbClr val="586958"/>
                </a:solidFill>
                <a:latin typeface="Arial"/>
                <a:ea typeface="Arial"/>
                <a:cs typeface="Arial"/>
              </a:defRPr>
            </a:lvl5pPr>
            <a:lvl6pPr algn="l">
              <a:defRPr sz="1875" b="0">
                <a:solidFill>
                  <a:srgbClr val="586958"/>
                </a:solidFill>
                <a:latin typeface="Arial"/>
                <a:ea typeface="Arial"/>
                <a:cs typeface="Arial"/>
              </a:defRPr>
            </a:lvl6pPr>
            <a:lvl7pPr algn="l">
              <a:defRPr sz="1875" b="0">
                <a:solidFill>
                  <a:srgbClr val="586958"/>
                </a:solidFill>
                <a:latin typeface="Arial"/>
                <a:ea typeface="Arial"/>
                <a:cs typeface="Arial"/>
              </a:defRPr>
            </a:lvl7pPr>
            <a:lvl8pPr algn="l">
              <a:defRPr sz="1875" b="0">
                <a:solidFill>
                  <a:srgbClr val="586958"/>
                </a:solidFill>
                <a:latin typeface="Arial"/>
                <a:ea typeface="Arial"/>
                <a:cs typeface="Arial"/>
              </a:defRPr>
            </a:lvl8pPr>
            <a:lvl9pPr algn="l">
              <a:defRPr sz="1875" b="0">
                <a:solidFill>
                  <a:srgbClr val="586958"/>
                </a:solidFill>
                <a:latin typeface="Arial"/>
                <a:ea typeface="Arial"/>
                <a:cs typeface="Arial"/>
              </a:defRPr>
            </a:lvl9pPr>
          </a:lstStyle>
          <a:p>
            <a:pPr algn="l">
              <a:defRPr sz="1875" b="0">
                <a:solidFill>
                  <a:srgbClr val="586958"/>
                </a:solidFill>
                <a:latin typeface="Arial"/>
                <a:ea typeface="Arial"/>
                <a:cs typeface="Arial"/>
              </a:defRPr>
            </a:pPr>
            <a:r>
              <a:rPr sz="1875" b="0">
                <a:solidFill>
                  <a:srgbClr val="586958"/>
                </a:solidFill>
                <a:latin typeface="Arial"/>
                <a:ea typeface="Arial"/>
                <a:cs typeface="Arial"/>
              </a:rPr>
              <a:t>Social validation: verified recipients and completed safe handovers.</a:t>
            </a:r>
          </a:p>
        </p:txBody>
      </p:sp>
    </p:spTree>
    <p:extLst>
      <p:ext uri="{BB962C8B-B14F-4D97-AF65-F5344CB8AC3E}">
        <p14:creationId xmlns:p14="http://schemas.microsoft.com/office/powerpoint/2010/main" val="1765543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200"/>
                                        <p:tgtEl>
                                          <p:spTgt spid="9"/>
                                        </p:tgtEl>
                                      </p:cBhvr>
                                    </p:animEffect>
                                    <p:set>
                                      <p:cBhvr>
                                        <p:cTn id="12" dur="1" fill="hold">
                                          <p:stCondLst>
                                            <p:cond delay="199"/>
                                          </p:stCondLst>
                                        </p:cTn>
                                        <p:tgtEl>
                                          <p:spTgt spid="9"/>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200"/>
                                        <p:tgtEl>
                                          <p:spTgt spid="10"/>
                                        </p:tgtEl>
                                      </p:cBhvr>
                                    </p:animEffect>
                                    <p:set>
                                      <p:cBhvr>
                                        <p:cTn id="20" dur="1" fill="hold">
                                          <p:stCondLst>
                                            <p:cond delay="199"/>
                                          </p:stCondLst>
                                        </p:cTn>
                                        <p:tgtEl>
                                          <p:spTgt spid="10"/>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F98A9224-17B6-4546-B8B6-14F372A40572}"/>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54080079-4905-4721-AAEC-1FA5A79C0981}"/>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Promotion must lead to completed collections</a:t>
            </a:r>
          </a:p>
        </p:txBody>
      </p:sp>
      <p:sp>
        <p:nvSpPr>
          <p:cNvPr id="3" name="矩形 2">
            <a:extLst>
              <a:ext uri="{FF2B5EF4-FFF2-40B4-BE49-F238E27FC236}">
                <a16:creationId xmlns:a16="http://schemas.microsoft.com/office/drawing/2014/main" id="{A776F0CB-E299-4A09-92EE-DB4DCD2957A7}"/>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Proposed store-owned channels / external WhatsApp is not connected</a:t>
            </a:r>
          </a:p>
        </p:txBody>
      </p:sp>
      <p:sp>
        <p:nvSpPr>
          <p:cNvPr id="4" name="矩形 3">
            <a:extLst>
              <a:ext uri="{FF2B5EF4-FFF2-40B4-BE49-F238E27FC236}">
                <a16:creationId xmlns:a16="http://schemas.microsoft.com/office/drawing/2014/main" id="{F974AFC6-4EE8-4B69-82E1-C0DCCDD59AD8}"/>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292FD644-D504-4168-B89F-8EB556AFB744}"/>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36B0201F-369F-4AC2-81A2-8CCF06FD81D3}"/>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11 / 32</a:t>
            </a:r>
          </a:p>
        </p:txBody>
      </p:sp>
      <p:sp>
        <p:nvSpPr>
          <p:cNvPr id="7" name="矩形 6">
            <a:extLst>
              <a:ext uri="{FF2B5EF4-FFF2-40B4-BE49-F238E27FC236}">
                <a16:creationId xmlns:a16="http://schemas.microsoft.com/office/drawing/2014/main" id="{A8ED3B67-351B-4758-803D-9831AE6D5D2B}"/>
              </a:ext>
            </a:extLst>
          </p:cNvPr>
          <p:cNvSpPr>
            <a:spLocks noGrp="1"/>
          </p:cNvSpPr>
          <p:nvPr/>
        </p:nvSpPr>
        <p:spPr>
          <a:xfrm>
            <a:off x="457200" y="1857375"/>
            <a:ext cx="5019675" cy="419100"/>
          </a:xfrm>
          <a:prstGeom prst="rect">
            <a:avLst/>
          </a:prstGeom>
          <a:noFill/>
          <a:ln w="0">
            <a:noFill/>
            <a:prstDash val="solid"/>
          </a:ln>
        </p:spPr>
        <p:txBody>
          <a:bodyPr wrap="square" lIns="0" tIns="0" rIns="0" bIns="0" anchor="t">
            <a:noAutofit/>
          </a:bodyPr>
          <a:lstStyle>
            <a:defPPr algn="l">
              <a:defRPr sz="2175" b="1">
                <a:solidFill>
                  <a:srgbClr val="B57906"/>
                </a:solidFill>
                <a:latin typeface="Arial"/>
                <a:ea typeface="Arial"/>
                <a:cs typeface="Arial"/>
              </a:defRPr>
            </a:defPPr>
            <a:lvl1pPr algn="l">
              <a:defRPr sz="2175" b="1">
                <a:solidFill>
                  <a:srgbClr val="B57906"/>
                </a:solidFill>
                <a:latin typeface="Arial"/>
                <a:ea typeface="Arial"/>
                <a:cs typeface="Arial"/>
              </a:defRPr>
            </a:lvl1pPr>
            <a:lvl2pPr algn="l">
              <a:defRPr sz="2175" b="1">
                <a:solidFill>
                  <a:srgbClr val="B57906"/>
                </a:solidFill>
                <a:latin typeface="Arial"/>
                <a:ea typeface="Arial"/>
                <a:cs typeface="Arial"/>
              </a:defRPr>
            </a:lvl2pPr>
            <a:lvl3pPr algn="l">
              <a:defRPr sz="2175" b="1">
                <a:solidFill>
                  <a:srgbClr val="B57906"/>
                </a:solidFill>
                <a:latin typeface="Arial"/>
                <a:ea typeface="Arial"/>
                <a:cs typeface="Arial"/>
              </a:defRPr>
            </a:lvl3pPr>
            <a:lvl4pPr algn="l">
              <a:defRPr sz="2175" b="1">
                <a:solidFill>
                  <a:srgbClr val="B57906"/>
                </a:solidFill>
                <a:latin typeface="Arial"/>
                <a:ea typeface="Arial"/>
                <a:cs typeface="Arial"/>
              </a:defRPr>
            </a:lvl4pPr>
            <a:lvl5pPr algn="l">
              <a:defRPr sz="2175" b="1">
                <a:solidFill>
                  <a:srgbClr val="B57906"/>
                </a:solidFill>
                <a:latin typeface="Arial"/>
                <a:ea typeface="Arial"/>
                <a:cs typeface="Arial"/>
              </a:defRPr>
            </a:lvl5pPr>
            <a:lvl6pPr algn="l">
              <a:defRPr sz="2175" b="1">
                <a:solidFill>
                  <a:srgbClr val="B57906"/>
                </a:solidFill>
                <a:latin typeface="Arial"/>
                <a:ea typeface="Arial"/>
                <a:cs typeface="Arial"/>
              </a:defRPr>
            </a:lvl6pPr>
            <a:lvl7pPr algn="l">
              <a:defRPr sz="2175" b="1">
                <a:solidFill>
                  <a:srgbClr val="B57906"/>
                </a:solidFill>
                <a:latin typeface="Arial"/>
                <a:ea typeface="Arial"/>
                <a:cs typeface="Arial"/>
              </a:defRPr>
            </a:lvl7pPr>
            <a:lvl8pPr algn="l">
              <a:defRPr sz="2175" b="1">
                <a:solidFill>
                  <a:srgbClr val="B57906"/>
                </a:solidFill>
                <a:latin typeface="Arial"/>
                <a:ea typeface="Arial"/>
                <a:cs typeface="Arial"/>
              </a:defRPr>
            </a:lvl8pPr>
            <a:lvl9pPr algn="l">
              <a:defRPr sz="2175" b="1">
                <a:solidFill>
                  <a:srgbClr val="B57906"/>
                </a:solidFill>
                <a:latin typeface="Arial"/>
                <a:ea typeface="Arial"/>
                <a:cs typeface="Arial"/>
              </a:defRPr>
            </a:lvl9pPr>
          </a:lstStyle>
          <a:p>
            <a:pPr algn="l">
              <a:defRPr sz="2175" b="1">
                <a:solidFill>
                  <a:srgbClr val="B57906"/>
                </a:solidFill>
                <a:latin typeface="Arial"/>
                <a:ea typeface="Arial"/>
                <a:cs typeface="Arial"/>
              </a:defRPr>
            </a:pPr>
            <a:r>
              <a:rPr sz="2175" b="1">
                <a:solidFill>
                  <a:srgbClr val="B57906"/>
                </a:solidFill>
                <a:latin typeface="Arial"/>
                <a:ea typeface="Arial"/>
                <a:cs typeface="Arial"/>
              </a:rPr>
              <a:t>Owner-reviewed offer example</a:t>
            </a:r>
          </a:p>
        </p:txBody>
      </p:sp>
      <p:sp>
        <p:nvSpPr>
          <p:cNvPr id="8" name="矩形 7">
            <a:extLst>
              <a:ext uri="{FF2B5EF4-FFF2-40B4-BE49-F238E27FC236}">
                <a16:creationId xmlns:a16="http://schemas.microsoft.com/office/drawing/2014/main" id="{62E310FA-4F25-472A-B66F-668BDD32A83B}"/>
              </a:ext>
            </a:extLst>
          </p:cNvPr>
          <p:cNvSpPr>
            <a:spLocks noGrp="1"/>
          </p:cNvSpPr>
          <p:nvPr/>
        </p:nvSpPr>
        <p:spPr>
          <a:xfrm>
            <a:off x="457200" y="2514600"/>
            <a:ext cx="5019675" cy="2800350"/>
          </a:xfrm>
          <a:prstGeom prst="rect">
            <a:avLst/>
          </a:prstGeom>
          <a:solidFill>
            <a:srgbClr val="EDF0DF"/>
          </a:solidFill>
          <a:ln w="0">
            <a:noFill/>
            <a:prstDash val="solid"/>
          </a:ln>
        </p:spPr>
      </p:sp>
      <p:sp>
        <p:nvSpPr>
          <p:cNvPr id="9" name="矩形 8">
            <a:extLst>
              <a:ext uri="{FF2B5EF4-FFF2-40B4-BE49-F238E27FC236}">
                <a16:creationId xmlns:a16="http://schemas.microsoft.com/office/drawing/2014/main" id="{09DDB49E-82E4-40B9-9CD7-131A546BED46}"/>
              </a:ext>
            </a:extLst>
          </p:cNvPr>
          <p:cNvSpPr>
            <a:spLocks noGrp="1"/>
          </p:cNvSpPr>
          <p:nvPr/>
        </p:nvSpPr>
        <p:spPr>
          <a:xfrm>
            <a:off x="685800" y="2752725"/>
            <a:ext cx="4562475" cy="2352675"/>
          </a:xfrm>
          <a:prstGeom prst="rect">
            <a:avLst/>
          </a:prstGeom>
          <a:noFill/>
          <a:ln w="0">
            <a:noFill/>
            <a:prstDash val="solid"/>
          </a:ln>
        </p:spPr>
        <p:txBody>
          <a:bodyPr wrap="square" lIns="0" tIns="0" rIns="0" bIns="0" anchor="t">
            <a:noAutofit/>
          </a:bodyPr>
          <a:lstStyle>
            <a:defPPr algn="l">
              <a:defRPr sz="2175" b="1">
                <a:solidFill>
                  <a:srgbClr val="163B2A"/>
                </a:solidFill>
                <a:latin typeface="Arial"/>
                <a:ea typeface="Arial"/>
                <a:cs typeface="Arial"/>
              </a:defRPr>
            </a:defPPr>
            <a:lvl1pPr algn="l">
              <a:defRPr sz="2175" b="1">
                <a:solidFill>
                  <a:srgbClr val="163B2A"/>
                </a:solidFill>
                <a:latin typeface="Arial"/>
                <a:ea typeface="Arial"/>
                <a:cs typeface="Arial"/>
              </a:defRPr>
            </a:lvl1pPr>
            <a:lvl2pPr algn="l">
              <a:defRPr sz="2175" b="1">
                <a:solidFill>
                  <a:srgbClr val="163B2A"/>
                </a:solidFill>
                <a:latin typeface="Arial"/>
                <a:ea typeface="Arial"/>
                <a:cs typeface="Arial"/>
              </a:defRPr>
            </a:lvl2pPr>
            <a:lvl3pPr algn="l">
              <a:defRPr sz="2175" b="1">
                <a:solidFill>
                  <a:srgbClr val="163B2A"/>
                </a:solidFill>
                <a:latin typeface="Arial"/>
                <a:ea typeface="Arial"/>
                <a:cs typeface="Arial"/>
              </a:defRPr>
            </a:lvl3pPr>
            <a:lvl4pPr algn="l">
              <a:defRPr sz="2175" b="1">
                <a:solidFill>
                  <a:srgbClr val="163B2A"/>
                </a:solidFill>
                <a:latin typeface="Arial"/>
                <a:ea typeface="Arial"/>
                <a:cs typeface="Arial"/>
              </a:defRPr>
            </a:lvl4pPr>
            <a:lvl5pPr algn="l">
              <a:defRPr sz="2175" b="1">
                <a:solidFill>
                  <a:srgbClr val="163B2A"/>
                </a:solidFill>
                <a:latin typeface="Arial"/>
                <a:ea typeface="Arial"/>
                <a:cs typeface="Arial"/>
              </a:defRPr>
            </a:lvl5pPr>
            <a:lvl6pPr algn="l">
              <a:defRPr sz="2175" b="1">
                <a:solidFill>
                  <a:srgbClr val="163B2A"/>
                </a:solidFill>
                <a:latin typeface="Arial"/>
                <a:ea typeface="Arial"/>
                <a:cs typeface="Arial"/>
              </a:defRPr>
            </a:lvl6pPr>
            <a:lvl7pPr algn="l">
              <a:defRPr sz="2175" b="1">
                <a:solidFill>
                  <a:srgbClr val="163B2A"/>
                </a:solidFill>
                <a:latin typeface="Arial"/>
                <a:ea typeface="Arial"/>
                <a:cs typeface="Arial"/>
              </a:defRPr>
            </a:lvl7pPr>
            <a:lvl8pPr algn="l">
              <a:defRPr sz="2175" b="1">
                <a:solidFill>
                  <a:srgbClr val="163B2A"/>
                </a:solidFill>
                <a:latin typeface="Arial"/>
                <a:ea typeface="Arial"/>
                <a:cs typeface="Arial"/>
              </a:defRPr>
            </a:lvl8pPr>
            <a:lvl9pPr algn="l">
              <a:defRPr sz="2175" b="1">
                <a:solidFill>
                  <a:srgbClr val="163B2A"/>
                </a:solidFill>
                <a:latin typeface="Arial"/>
                <a:ea typeface="Arial"/>
                <a:cs typeface="Arial"/>
              </a:defRPr>
            </a:lvl9pPr>
          </a:lstStyle>
          <a:p>
            <a:pPr algn="l">
              <a:defRPr sz="2175" b="1">
                <a:solidFill>
                  <a:srgbClr val="163B2A"/>
                </a:solidFill>
                <a:latin typeface="Arial"/>
                <a:ea typeface="Arial"/>
                <a:cs typeface="Arial"/>
              </a:defRPr>
            </a:pPr>
            <a:r>
              <a:rPr sz="2175" b="1">
                <a:solidFill>
                  <a:srgbClr val="163B2A"/>
                </a:solidFill>
                <a:latin typeface="Arial"/>
                <a:ea typeface="Arial"/>
                <a:cs typeface="Arial"/>
              </a:rPr>
              <a:t>Surprise bakery box</a:t>
            </a:r>
          </a:p>
          <a:p>
            <a:pPr algn="l">
              <a:defRPr sz="2175" b="1">
                <a:solidFill>
                  <a:srgbClr val="163B2A"/>
                </a:solidFill>
                <a:latin typeface="Arial"/>
                <a:ea typeface="Arial"/>
                <a:cs typeface="Arial"/>
              </a:defRPr>
            </a:pPr>
            <a:r>
              <a:rPr sz="2175" b="1">
                <a:solidFill>
                  <a:srgbClr val="163B2A"/>
                </a:solidFill>
                <a:latin typeface="Arial"/>
                <a:ea typeface="Arial"/>
                <a:cs typeface="Arial"/>
              </a:rPr>
              <a:t>RM5.70</a:t>
            </a:r>
          </a:p>
          <a:p>
            <a:pPr algn="l">
              <a:defRPr sz="2175" b="1">
                <a:solidFill>
                  <a:srgbClr val="163B2A"/>
                </a:solidFill>
                <a:latin typeface="Arial"/>
                <a:ea typeface="Arial"/>
                <a:cs typeface="Arial"/>
              </a:defRPr>
            </a:pPr>
            <a:r>
              <a:rPr sz="2175" b="1">
                <a:solidFill>
                  <a:srgbClr val="163B2A"/>
                </a:solidFill>
                <a:latin typeface="Arial"/>
                <a:ea typeface="Arial"/>
                <a:cs typeface="Arial"/>
              </a:rPr>
              <a:t>Collect 21:30–22:00</a:t>
            </a:r>
          </a:p>
          <a:p>
            <a:pPr algn="l">
              <a:defRPr sz="2175" b="1">
                <a:solidFill>
                  <a:srgbClr val="163B2A"/>
                </a:solidFill>
                <a:latin typeface="Arial"/>
                <a:ea typeface="Arial"/>
                <a:cs typeface="Arial"/>
              </a:defRPr>
            </a:pPr>
            <a:r>
              <a:rPr sz="2175" b="1">
                <a:solidFill>
                  <a:srgbClr val="163B2A"/>
                </a:solidFill>
                <a:latin typeface="Arial"/>
                <a:ea typeface="Arial"/>
                <a:cs typeface="Arial"/>
              </a:rPr>
              <a:t>Contains wheat and milk</a:t>
            </a:r>
          </a:p>
          <a:p>
            <a:pPr algn="l">
              <a:defRPr sz="2175" b="1">
                <a:solidFill>
                  <a:srgbClr val="163B2A"/>
                </a:solidFill>
                <a:latin typeface="Arial"/>
                <a:ea typeface="Arial"/>
                <a:cs typeface="Arial"/>
              </a:defRPr>
            </a:pPr>
            <a:r>
              <a:rPr sz="2175" b="1">
                <a:solidFill>
                  <a:srgbClr val="163B2A"/>
                </a:solidFill>
                <a:latin typeface="Arial"/>
                <a:ea typeface="Arial"/>
                <a:cs typeface="Arial"/>
              </a:rPr>
              <a:t>Subject to confirmed stock</a:t>
            </a:r>
          </a:p>
        </p:txBody>
      </p:sp>
      <p:sp>
        <p:nvSpPr>
          <p:cNvPr id="10" name="A01-index-52">
            <a:extLst>
              <a:ext uri="{FF2B5EF4-FFF2-40B4-BE49-F238E27FC236}">
                <a16:creationId xmlns:a16="http://schemas.microsoft.com/office/drawing/2014/main" id="{415485A5-7500-455F-A37C-10C736257694}"/>
              </a:ext>
            </a:extLst>
          </p:cNvPr>
          <p:cNvSpPr>
            <a:spLocks noGrp="1"/>
          </p:cNvSpPr>
          <p:nvPr/>
        </p:nvSpPr>
        <p:spPr>
          <a:xfrm>
            <a:off x="6076950" y="1847850"/>
            <a:ext cx="619125" cy="438150"/>
          </a:xfrm>
          <a:prstGeom prst="rect">
            <a:avLst/>
          </a:prstGeom>
          <a:noFill/>
          <a:ln w="0">
            <a:noFill/>
            <a:prstDash val="solid"/>
          </a:ln>
        </p:spPr>
        <p:txBody>
          <a:bodyPr wrap="square" lIns="0" tIns="0" rIns="0" bIns="0" anchor="t">
            <a:noAutofit/>
          </a:bodyPr>
          <a:lstStyle>
            <a:defPPr algn="l">
              <a:defRPr sz="2550" b="1">
                <a:solidFill>
                  <a:srgbClr val="B57906"/>
                </a:solidFill>
                <a:latin typeface="Arial"/>
                <a:ea typeface="Arial"/>
                <a:cs typeface="Arial"/>
              </a:defRPr>
            </a:defPPr>
            <a:lvl1pPr algn="l">
              <a:defRPr sz="2550" b="1">
                <a:solidFill>
                  <a:srgbClr val="B57906"/>
                </a:solidFill>
                <a:latin typeface="Arial"/>
                <a:ea typeface="Arial"/>
                <a:cs typeface="Arial"/>
              </a:defRPr>
            </a:lvl1pPr>
            <a:lvl2pPr algn="l">
              <a:defRPr sz="2550" b="1">
                <a:solidFill>
                  <a:srgbClr val="B57906"/>
                </a:solidFill>
                <a:latin typeface="Arial"/>
                <a:ea typeface="Arial"/>
                <a:cs typeface="Arial"/>
              </a:defRPr>
            </a:lvl2pPr>
            <a:lvl3pPr algn="l">
              <a:defRPr sz="2550" b="1">
                <a:solidFill>
                  <a:srgbClr val="B57906"/>
                </a:solidFill>
                <a:latin typeface="Arial"/>
                <a:ea typeface="Arial"/>
                <a:cs typeface="Arial"/>
              </a:defRPr>
            </a:lvl3pPr>
            <a:lvl4pPr algn="l">
              <a:defRPr sz="2550" b="1">
                <a:solidFill>
                  <a:srgbClr val="B57906"/>
                </a:solidFill>
                <a:latin typeface="Arial"/>
                <a:ea typeface="Arial"/>
                <a:cs typeface="Arial"/>
              </a:defRPr>
            </a:lvl4pPr>
            <a:lvl5pPr algn="l">
              <a:defRPr sz="2550" b="1">
                <a:solidFill>
                  <a:srgbClr val="B57906"/>
                </a:solidFill>
                <a:latin typeface="Arial"/>
                <a:ea typeface="Arial"/>
                <a:cs typeface="Arial"/>
              </a:defRPr>
            </a:lvl5pPr>
            <a:lvl6pPr algn="l">
              <a:defRPr sz="2550" b="1">
                <a:solidFill>
                  <a:srgbClr val="B57906"/>
                </a:solidFill>
                <a:latin typeface="Arial"/>
                <a:ea typeface="Arial"/>
                <a:cs typeface="Arial"/>
              </a:defRPr>
            </a:lvl6pPr>
            <a:lvl7pPr algn="l">
              <a:defRPr sz="2550" b="1">
                <a:solidFill>
                  <a:srgbClr val="B57906"/>
                </a:solidFill>
                <a:latin typeface="Arial"/>
                <a:ea typeface="Arial"/>
                <a:cs typeface="Arial"/>
              </a:defRPr>
            </a:lvl7pPr>
            <a:lvl8pPr algn="l">
              <a:defRPr sz="2550" b="1">
                <a:solidFill>
                  <a:srgbClr val="B57906"/>
                </a:solidFill>
                <a:latin typeface="Arial"/>
                <a:ea typeface="Arial"/>
                <a:cs typeface="Arial"/>
              </a:defRPr>
            </a:lvl8pPr>
            <a:lvl9pPr algn="l">
              <a:defRPr sz="2550" b="1">
                <a:solidFill>
                  <a:srgbClr val="B57906"/>
                </a:solidFill>
                <a:latin typeface="Arial"/>
                <a:ea typeface="Arial"/>
                <a:cs typeface="Arial"/>
              </a:defRPr>
            </a:lvl9pPr>
          </a:lstStyle>
          <a:p>
            <a:pPr algn="l">
              <a:defRPr sz="2550" b="1">
                <a:solidFill>
                  <a:srgbClr val="B57906"/>
                </a:solidFill>
                <a:latin typeface="Arial"/>
                <a:ea typeface="Arial"/>
                <a:cs typeface="Arial"/>
              </a:defRPr>
            </a:pPr>
            <a:r>
              <a:rPr sz="2550" b="1">
                <a:solidFill>
                  <a:srgbClr val="B57906"/>
                </a:solidFill>
                <a:latin typeface="Arial"/>
                <a:ea typeface="Arial"/>
                <a:cs typeface="Arial"/>
              </a:rPr>
              <a:t>01</a:t>
            </a:r>
          </a:p>
        </p:txBody>
      </p:sp>
      <p:sp>
        <p:nvSpPr>
          <p:cNvPr id="11" name="A01-stage-53">
            <a:extLst>
              <a:ext uri="{FF2B5EF4-FFF2-40B4-BE49-F238E27FC236}">
                <a16:creationId xmlns:a16="http://schemas.microsoft.com/office/drawing/2014/main" id="{D036BE33-6E60-47C5-A9CE-6131A1981339}"/>
              </a:ext>
            </a:extLst>
          </p:cNvPr>
          <p:cNvSpPr>
            <a:spLocks noGrp="1"/>
          </p:cNvSpPr>
          <p:nvPr/>
        </p:nvSpPr>
        <p:spPr>
          <a:xfrm>
            <a:off x="6896100" y="1847850"/>
            <a:ext cx="4838700" cy="400050"/>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Reach existing customers</a:t>
            </a:r>
          </a:p>
        </p:txBody>
      </p:sp>
      <p:sp>
        <p:nvSpPr>
          <p:cNvPr id="12" name="A01-detail-54">
            <a:extLst>
              <a:ext uri="{FF2B5EF4-FFF2-40B4-BE49-F238E27FC236}">
                <a16:creationId xmlns:a16="http://schemas.microsoft.com/office/drawing/2014/main" id="{1D4E39E9-9DC4-4F4B-84E0-D7039BE80273}"/>
              </a:ext>
            </a:extLst>
          </p:cNvPr>
          <p:cNvSpPr>
            <a:spLocks noGrp="1"/>
          </p:cNvSpPr>
          <p:nvPr/>
        </p:nvSpPr>
        <p:spPr>
          <a:xfrm>
            <a:off x="6896100" y="2314575"/>
            <a:ext cx="4838700" cy="571500"/>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Store QR and existing groups: to test</a:t>
            </a:r>
          </a:p>
        </p:txBody>
      </p:sp>
      <p:sp>
        <p:nvSpPr>
          <p:cNvPr id="13" name="A02-index-55">
            <a:extLst>
              <a:ext uri="{FF2B5EF4-FFF2-40B4-BE49-F238E27FC236}">
                <a16:creationId xmlns:a16="http://schemas.microsoft.com/office/drawing/2014/main" id="{9C6DEA2E-BCBD-47B3-8F66-0EB0552A112D}"/>
              </a:ext>
            </a:extLst>
          </p:cNvPr>
          <p:cNvSpPr>
            <a:spLocks noGrp="1"/>
          </p:cNvSpPr>
          <p:nvPr/>
        </p:nvSpPr>
        <p:spPr>
          <a:xfrm>
            <a:off x="6076950" y="2847975"/>
            <a:ext cx="619125" cy="438150"/>
          </a:xfrm>
          <a:prstGeom prst="rect">
            <a:avLst/>
          </a:prstGeom>
          <a:noFill/>
          <a:ln w="0">
            <a:noFill/>
            <a:prstDash val="solid"/>
          </a:ln>
        </p:spPr>
        <p:txBody>
          <a:bodyPr wrap="square" lIns="0" tIns="0" rIns="0" bIns="0" anchor="t">
            <a:noAutofit/>
          </a:bodyPr>
          <a:lstStyle>
            <a:defPPr algn="l">
              <a:defRPr sz="2550" b="1">
                <a:solidFill>
                  <a:srgbClr val="B57906"/>
                </a:solidFill>
                <a:latin typeface="Arial"/>
                <a:ea typeface="Arial"/>
                <a:cs typeface="Arial"/>
              </a:defRPr>
            </a:defPPr>
            <a:lvl1pPr algn="l">
              <a:defRPr sz="2550" b="1">
                <a:solidFill>
                  <a:srgbClr val="B57906"/>
                </a:solidFill>
                <a:latin typeface="Arial"/>
                <a:ea typeface="Arial"/>
                <a:cs typeface="Arial"/>
              </a:defRPr>
            </a:lvl1pPr>
            <a:lvl2pPr algn="l">
              <a:defRPr sz="2550" b="1">
                <a:solidFill>
                  <a:srgbClr val="B57906"/>
                </a:solidFill>
                <a:latin typeface="Arial"/>
                <a:ea typeface="Arial"/>
                <a:cs typeface="Arial"/>
              </a:defRPr>
            </a:lvl2pPr>
            <a:lvl3pPr algn="l">
              <a:defRPr sz="2550" b="1">
                <a:solidFill>
                  <a:srgbClr val="B57906"/>
                </a:solidFill>
                <a:latin typeface="Arial"/>
                <a:ea typeface="Arial"/>
                <a:cs typeface="Arial"/>
              </a:defRPr>
            </a:lvl3pPr>
            <a:lvl4pPr algn="l">
              <a:defRPr sz="2550" b="1">
                <a:solidFill>
                  <a:srgbClr val="B57906"/>
                </a:solidFill>
                <a:latin typeface="Arial"/>
                <a:ea typeface="Arial"/>
                <a:cs typeface="Arial"/>
              </a:defRPr>
            </a:lvl4pPr>
            <a:lvl5pPr algn="l">
              <a:defRPr sz="2550" b="1">
                <a:solidFill>
                  <a:srgbClr val="B57906"/>
                </a:solidFill>
                <a:latin typeface="Arial"/>
                <a:ea typeface="Arial"/>
                <a:cs typeface="Arial"/>
              </a:defRPr>
            </a:lvl5pPr>
            <a:lvl6pPr algn="l">
              <a:defRPr sz="2550" b="1">
                <a:solidFill>
                  <a:srgbClr val="B57906"/>
                </a:solidFill>
                <a:latin typeface="Arial"/>
                <a:ea typeface="Arial"/>
                <a:cs typeface="Arial"/>
              </a:defRPr>
            </a:lvl6pPr>
            <a:lvl7pPr algn="l">
              <a:defRPr sz="2550" b="1">
                <a:solidFill>
                  <a:srgbClr val="B57906"/>
                </a:solidFill>
                <a:latin typeface="Arial"/>
                <a:ea typeface="Arial"/>
                <a:cs typeface="Arial"/>
              </a:defRPr>
            </a:lvl7pPr>
            <a:lvl8pPr algn="l">
              <a:defRPr sz="2550" b="1">
                <a:solidFill>
                  <a:srgbClr val="B57906"/>
                </a:solidFill>
                <a:latin typeface="Arial"/>
                <a:ea typeface="Arial"/>
                <a:cs typeface="Arial"/>
              </a:defRPr>
            </a:lvl8pPr>
            <a:lvl9pPr algn="l">
              <a:defRPr sz="2550" b="1">
                <a:solidFill>
                  <a:srgbClr val="B57906"/>
                </a:solidFill>
                <a:latin typeface="Arial"/>
                <a:ea typeface="Arial"/>
                <a:cs typeface="Arial"/>
              </a:defRPr>
            </a:lvl9pPr>
          </a:lstStyle>
          <a:p>
            <a:pPr algn="l">
              <a:defRPr sz="2550" b="1">
                <a:solidFill>
                  <a:srgbClr val="B57906"/>
                </a:solidFill>
                <a:latin typeface="Arial"/>
                <a:ea typeface="Arial"/>
                <a:cs typeface="Arial"/>
              </a:defRPr>
            </a:pPr>
            <a:r>
              <a:rPr sz="2550" b="1">
                <a:solidFill>
                  <a:srgbClr val="B57906"/>
                </a:solidFill>
                <a:latin typeface="Arial"/>
                <a:ea typeface="Arial"/>
                <a:cs typeface="Arial"/>
              </a:rPr>
              <a:t>02</a:t>
            </a:r>
          </a:p>
        </p:txBody>
      </p:sp>
      <p:sp>
        <p:nvSpPr>
          <p:cNvPr id="14" name="A02-stage-56">
            <a:extLst>
              <a:ext uri="{FF2B5EF4-FFF2-40B4-BE49-F238E27FC236}">
                <a16:creationId xmlns:a16="http://schemas.microsoft.com/office/drawing/2014/main" id="{1877A1CF-0148-4461-8F9B-93DD7894568C}"/>
              </a:ext>
            </a:extLst>
          </p:cNvPr>
          <p:cNvSpPr>
            <a:spLocks noGrp="1"/>
          </p:cNvSpPr>
          <p:nvPr/>
        </p:nvSpPr>
        <p:spPr>
          <a:xfrm>
            <a:off x="6896100" y="2847975"/>
            <a:ext cx="4838700" cy="400050"/>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Request a quote</a:t>
            </a:r>
          </a:p>
        </p:txBody>
      </p:sp>
      <p:sp>
        <p:nvSpPr>
          <p:cNvPr id="15" name="A02-detail-57">
            <a:extLst>
              <a:ext uri="{FF2B5EF4-FFF2-40B4-BE49-F238E27FC236}">
                <a16:creationId xmlns:a16="http://schemas.microsoft.com/office/drawing/2014/main" id="{3E856F10-5331-46A9-8D99-C308DBCCA872}"/>
              </a:ext>
            </a:extLst>
          </p:cNvPr>
          <p:cNvSpPr>
            <a:spLocks noGrp="1"/>
          </p:cNvSpPr>
          <p:nvPr/>
        </p:nvSpPr>
        <p:spPr>
          <a:xfrm>
            <a:off x="6896100" y="3314700"/>
            <a:ext cx="4838700" cy="571500"/>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State price, pickup time and allergens</a:t>
            </a:r>
          </a:p>
        </p:txBody>
      </p:sp>
      <p:sp>
        <p:nvSpPr>
          <p:cNvPr id="16" name="A03-index-58">
            <a:extLst>
              <a:ext uri="{FF2B5EF4-FFF2-40B4-BE49-F238E27FC236}">
                <a16:creationId xmlns:a16="http://schemas.microsoft.com/office/drawing/2014/main" id="{E733AF16-D603-4782-9C59-283C38061009}"/>
              </a:ext>
            </a:extLst>
          </p:cNvPr>
          <p:cNvSpPr>
            <a:spLocks noGrp="1"/>
          </p:cNvSpPr>
          <p:nvPr/>
        </p:nvSpPr>
        <p:spPr>
          <a:xfrm>
            <a:off x="6076950" y="3848100"/>
            <a:ext cx="619125" cy="438150"/>
          </a:xfrm>
          <a:prstGeom prst="rect">
            <a:avLst/>
          </a:prstGeom>
          <a:noFill/>
          <a:ln w="0">
            <a:noFill/>
            <a:prstDash val="solid"/>
          </a:ln>
        </p:spPr>
        <p:txBody>
          <a:bodyPr wrap="square" lIns="0" tIns="0" rIns="0" bIns="0" anchor="t">
            <a:noAutofit/>
          </a:bodyPr>
          <a:lstStyle>
            <a:defPPr algn="l">
              <a:defRPr sz="2550" b="1">
                <a:solidFill>
                  <a:srgbClr val="B57906"/>
                </a:solidFill>
                <a:latin typeface="Arial"/>
                <a:ea typeface="Arial"/>
                <a:cs typeface="Arial"/>
              </a:defRPr>
            </a:defPPr>
            <a:lvl1pPr algn="l">
              <a:defRPr sz="2550" b="1">
                <a:solidFill>
                  <a:srgbClr val="B57906"/>
                </a:solidFill>
                <a:latin typeface="Arial"/>
                <a:ea typeface="Arial"/>
                <a:cs typeface="Arial"/>
              </a:defRPr>
            </a:lvl1pPr>
            <a:lvl2pPr algn="l">
              <a:defRPr sz="2550" b="1">
                <a:solidFill>
                  <a:srgbClr val="B57906"/>
                </a:solidFill>
                <a:latin typeface="Arial"/>
                <a:ea typeface="Arial"/>
                <a:cs typeface="Arial"/>
              </a:defRPr>
            </a:lvl2pPr>
            <a:lvl3pPr algn="l">
              <a:defRPr sz="2550" b="1">
                <a:solidFill>
                  <a:srgbClr val="B57906"/>
                </a:solidFill>
                <a:latin typeface="Arial"/>
                <a:ea typeface="Arial"/>
                <a:cs typeface="Arial"/>
              </a:defRPr>
            </a:lvl3pPr>
            <a:lvl4pPr algn="l">
              <a:defRPr sz="2550" b="1">
                <a:solidFill>
                  <a:srgbClr val="B57906"/>
                </a:solidFill>
                <a:latin typeface="Arial"/>
                <a:ea typeface="Arial"/>
                <a:cs typeface="Arial"/>
              </a:defRPr>
            </a:lvl4pPr>
            <a:lvl5pPr algn="l">
              <a:defRPr sz="2550" b="1">
                <a:solidFill>
                  <a:srgbClr val="B57906"/>
                </a:solidFill>
                <a:latin typeface="Arial"/>
                <a:ea typeface="Arial"/>
                <a:cs typeface="Arial"/>
              </a:defRPr>
            </a:lvl5pPr>
            <a:lvl6pPr algn="l">
              <a:defRPr sz="2550" b="1">
                <a:solidFill>
                  <a:srgbClr val="B57906"/>
                </a:solidFill>
                <a:latin typeface="Arial"/>
                <a:ea typeface="Arial"/>
                <a:cs typeface="Arial"/>
              </a:defRPr>
            </a:lvl6pPr>
            <a:lvl7pPr algn="l">
              <a:defRPr sz="2550" b="1">
                <a:solidFill>
                  <a:srgbClr val="B57906"/>
                </a:solidFill>
                <a:latin typeface="Arial"/>
                <a:ea typeface="Arial"/>
                <a:cs typeface="Arial"/>
              </a:defRPr>
            </a:lvl7pPr>
            <a:lvl8pPr algn="l">
              <a:defRPr sz="2550" b="1">
                <a:solidFill>
                  <a:srgbClr val="B57906"/>
                </a:solidFill>
                <a:latin typeface="Arial"/>
                <a:ea typeface="Arial"/>
                <a:cs typeface="Arial"/>
              </a:defRPr>
            </a:lvl8pPr>
            <a:lvl9pPr algn="l">
              <a:defRPr sz="2550" b="1">
                <a:solidFill>
                  <a:srgbClr val="B57906"/>
                </a:solidFill>
                <a:latin typeface="Arial"/>
                <a:ea typeface="Arial"/>
                <a:cs typeface="Arial"/>
              </a:defRPr>
            </a:lvl9pPr>
          </a:lstStyle>
          <a:p>
            <a:pPr algn="l">
              <a:defRPr sz="2550" b="1">
                <a:solidFill>
                  <a:srgbClr val="B57906"/>
                </a:solidFill>
                <a:latin typeface="Arial"/>
                <a:ea typeface="Arial"/>
                <a:cs typeface="Arial"/>
              </a:defRPr>
            </a:pPr>
            <a:r>
              <a:rPr sz="2550" b="1">
                <a:solidFill>
                  <a:srgbClr val="B57906"/>
                </a:solidFill>
                <a:latin typeface="Arial"/>
                <a:ea typeface="Arial"/>
                <a:cs typeface="Arial"/>
              </a:rPr>
              <a:t>03</a:t>
            </a:r>
          </a:p>
        </p:txBody>
      </p:sp>
      <p:sp>
        <p:nvSpPr>
          <p:cNvPr id="17" name="A03-stage-59">
            <a:extLst>
              <a:ext uri="{FF2B5EF4-FFF2-40B4-BE49-F238E27FC236}">
                <a16:creationId xmlns:a16="http://schemas.microsoft.com/office/drawing/2014/main" id="{B35552A3-E5CE-4AC9-9886-32FC05A2A19D}"/>
              </a:ext>
            </a:extLst>
          </p:cNvPr>
          <p:cNvSpPr>
            <a:spLocks noGrp="1"/>
          </p:cNvSpPr>
          <p:nvPr/>
        </p:nvSpPr>
        <p:spPr>
          <a:xfrm>
            <a:off x="6896100" y="3848100"/>
            <a:ext cx="4838700" cy="400050"/>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Confirm an order</a:t>
            </a:r>
          </a:p>
        </p:txBody>
      </p:sp>
      <p:sp>
        <p:nvSpPr>
          <p:cNvPr id="18" name="A03-detail-60">
            <a:extLst>
              <a:ext uri="{FF2B5EF4-FFF2-40B4-BE49-F238E27FC236}">
                <a16:creationId xmlns:a16="http://schemas.microsoft.com/office/drawing/2014/main" id="{FF2C3A52-E54D-4819-A959-B946729259C9}"/>
              </a:ext>
            </a:extLst>
          </p:cNvPr>
          <p:cNvSpPr>
            <a:spLocks noGrp="1"/>
          </p:cNvSpPr>
          <p:nvPr/>
        </p:nvSpPr>
        <p:spPr>
          <a:xfrm>
            <a:off x="6896100" y="4314825"/>
            <a:ext cx="4838700" cy="571500"/>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Local flow; payment is simulated</a:t>
            </a:r>
          </a:p>
        </p:txBody>
      </p:sp>
      <p:sp>
        <p:nvSpPr>
          <p:cNvPr id="19" name="A04-index-61">
            <a:extLst>
              <a:ext uri="{FF2B5EF4-FFF2-40B4-BE49-F238E27FC236}">
                <a16:creationId xmlns:a16="http://schemas.microsoft.com/office/drawing/2014/main" id="{5A1E3A35-2332-4611-B850-A45DDBB340EE}"/>
              </a:ext>
            </a:extLst>
          </p:cNvPr>
          <p:cNvSpPr>
            <a:spLocks noGrp="1"/>
          </p:cNvSpPr>
          <p:nvPr/>
        </p:nvSpPr>
        <p:spPr>
          <a:xfrm>
            <a:off x="6076950" y="4848225"/>
            <a:ext cx="619125" cy="438150"/>
          </a:xfrm>
          <a:prstGeom prst="rect">
            <a:avLst/>
          </a:prstGeom>
          <a:noFill/>
          <a:ln w="0">
            <a:noFill/>
            <a:prstDash val="solid"/>
          </a:ln>
        </p:spPr>
        <p:txBody>
          <a:bodyPr wrap="square" lIns="0" tIns="0" rIns="0" bIns="0" anchor="t">
            <a:noAutofit/>
          </a:bodyPr>
          <a:lstStyle>
            <a:defPPr algn="l">
              <a:defRPr sz="2550" b="1">
                <a:solidFill>
                  <a:srgbClr val="B57906"/>
                </a:solidFill>
                <a:latin typeface="Arial"/>
                <a:ea typeface="Arial"/>
                <a:cs typeface="Arial"/>
              </a:defRPr>
            </a:defPPr>
            <a:lvl1pPr algn="l">
              <a:defRPr sz="2550" b="1">
                <a:solidFill>
                  <a:srgbClr val="B57906"/>
                </a:solidFill>
                <a:latin typeface="Arial"/>
                <a:ea typeface="Arial"/>
                <a:cs typeface="Arial"/>
              </a:defRPr>
            </a:lvl1pPr>
            <a:lvl2pPr algn="l">
              <a:defRPr sz="2550" b="1">
                <a:solidFill>
                  <a:srgbClr val="B57906"/>
                </a:solidFill>
                <a:latin typeface="Arial"/>
                <a:ea typeface="Arial"/>
                <a:cs typeface="Arial"/>
              </a:defRPr>
            </a:lvl2pPr>
            <a:lvl3pPr algn="l">
              <a:defRPr sz="2550" b="1">
                <a:solidFill>
                  <a:srgbClr val="B57906"/>
                </a:solidFill>
                <a:latin typeface="Arial"/>
                <a:ea typeface="Arial"/>
                <a:cs typeface="Arial"/>
              </a:defRPr>
            </a:lvl3pPr>
            <a:lvl4pPr algn="l">
              <a:defRPr sz="2550" b="1">
                <a:solidFill>
                  <a:srgbClr val="B57906"/>
                </a:solidFill>
                <a:latin typeface="Arial"/>
                <a:ea typeface="Arial"/>
                <a:cs typeface="Arial"/>
              </a:defRPr>
            </a:lvl4pPr>
            <a:lvl5pPr algn="l">
              <a:defRPr sz="2550" b="1">
                <a:solidFill>
                  <a:srgbClr val="B57906"/>
                </a:solidFill>
                <a:latin typeface="Arial"/>
                <a:ea typeface="Arial"/>
                <a:cs typeface="Arial"/>
              </a:defRPr>
            </a:lvl5pPr>
            <a:lvl6pPr algn="l">
              <a:defRPr sz="2550" b="1">
                <a:solidFill>
                  <a:srgbClr val="B57906"/>
                </a:solidFill>
                <a:latin typeface="Arial"/>
                <a:ea typeface="Arial"/>
                <a:cs typeface="Arial"/>
              </a:defRPr>
            </a:lvl6pPr>
            <a:lvl7pPr algn="l">
              <a:defRPr sz="2550" b="1">
                <a:solidFill>
                  <a:srgbClr val="B57906"/>
                </a:solidFill>
                <a:latin typeface="Arial"/>
                <a:ea typeface="Arial"/>
                <a:cs typeface="Arial"/>
              </a:defRPr>
            </a:lvl7pPr>
            <a:lvl8pPr algn="l">
              <a:defRPr sz="2550" b="1">
                <a:solidFill>
                  <a:srgbClr val="B57906"/>
                </a:solidFill>
                <a:latin typeface="Arial"/>
                <a:ea typeface="Arial"/>
                <a:cs typeface="Arial"/>
              </a:defRPr>
            </a:lvl8pPr>
            <a:lvl9pPr algn="l">
              <a:defRPr sz="2550" b="1">
                <a:solidFill>
                  <a:srgbClr val="B57906"/>
                </a:solidFill>
                <a:latin typeface="Arial"/>
                <a:ea typeface="Arial"/>
                <a:cs typeface="Arial"/>
              </a:defRPr>
            </a:lvl9pPr>
          </a:lstStyle>
          <a:p>
            <a:pPr algn="l">
              <a:defRPr sz="2550" b="1">
                <a:solidFill>
                  <a:srgbClr val="B57906"/>
                </a:solidFill>
                <a:latin typeface="Arial"/>
                <a:ea typeface="Arial"/>
                <a:cs typeface="Arial"/>
              </a:defRPr>
            </a:pPr>
            <a:r>
              <a:rPr sz="2550" b="1">
                <a:solidFill>
                  <a:srgbClr val="B57906"/>
                </a:solidFill>
                <a:latin typeface="Arial"/>
                <a:ea typeface="Arial"/>
                <a:cs typeface="Arial"/>
              </a:rPr>
              <a:t>04</a:t>
            </a:r>
          </a:p>
        </p:txBody>
      </p:sp>
      <p:sp>
        <p:nvSpPr>
          <p:cNvPr id="20" name="A04-stage-62">
            <a:extLst>
              <a:ext uri="{FF2B5EF4-FFF2-40B4-BE49-F238E27FC236}">
                <a16:creationId xmlns:a16="http://schemas.microsoft.com/office/drawing/2014/main" id="{CA6A47D5-D9A7-4087-A95F-2B95AC6DEB88}"/>
              </a:ext>
            </a:extLst>
          </p:cNvPr>
          <p:cNvSpPr>
            <a:spLocks noGrp="1"/>
          </p:cNvSpPr>
          <p:nvPr/>
        </p:nvSpPr>
        <p:spPr>
          <a:xfrm>
            <a:off x="6896100" y="4848225"/>
            <a:ext cx="4838700" cy="400050"/>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Complete collection</a:t>
            </a:r>
          </a:p>
        </p:txBody>
      </p:sp>
      <p:sp>
        <p:nvSpPr>
          <p:cNvPr id="21" name="A04-detail-63">
            <a:extLst>
              <a:ext uri="{FF2B5EF4-FFF2-40B4-BE49-F238E27FC236}">
                <a16:creationId xmlns:a16="http://schemas.microsoft.com/office/drawing/2014/main" id="{C0B3643E-2232-46B1-8BCC-C3D68CA2AF05}"/>
              </a:ext>
            </a:extLst>
          </p:cNvPr>
          <p:cNvSpPr>
            <a:spLocks noGrp="1"/>
          </p:cNvSpPr>
          <p:nvPr/>
        </p:nvSpPr>
        <p:spPr>
          <a:xfrm>
            <a:off x="6896100" y="5314950"/>
            <a:ext cx="4838700" cy="571500"/>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Measure fulfilment and later repeat use</a:t>
            </a:r>
          </a:p>
        </p:txBody>
      </p:sp>
      <p:sp>
        <p:nvSpPr>
          <p:cNvPr id="22" name="矩形 21">
            <a:extLst>
              <a:ext uri="{FF2B5EF4-FFF2-40B4-BE49-F238E27FC236}">
                <a16:creationId xmlns:a16="http://schemas.microsoft.com/office/drawing/2014/main" id="{76B3A139-74E2-4D93-B2BB-42D7D59DA75D}"/>
              </a:ext>
            </a:extLst>
          </p:cNvPr>
          <p:cNvSpPr>
            <a:spLocks noGrp="1"/>
          </p:cNvSpPr>
          <p:nvPr/>
        </p:nvSpPr>
        <p:spPr>
          <a:xfrm>
            <a:off x="457200" y="5867400"/>
            <a:ext cx="11277600" cy="495300"/>
          </a:xfrm>
          <a:prstGeom prst="rect">
            <a:avLst/>
          </a:prstGeom>
          <a:noFill/>
          <a:ln w="0">
            <a:noFill/>
            <a:prstDash val="solid"/>
          </a:ln>
        </p:spPr>
        <p:txBody>
          <a:bodyPr wrap="square" lIns="0" tIns="0" rIns="0" bIns="0" anchor="t">
            <a:noAutofit/>
          </a:bodyPr>
          <a:lstStyle>
            <a:defPPr algn="l">
              <a:defRPr sz="2025" b="1">
                <a:solidFill>
                  <a:srgbClr val="598C6C"/>
                </a:solidFill>
                <a:latin typeface="Arial"/>
                <a:ea typeface="Arial"/>
                <a:cs typeface="Arial"/>
              </a:defRPr>
            </a:defPPr>
            <a:lvl1pPr algn="l">
              <a:defRPr sz="2025" b="1">
                <a:solidFill>
                  <a:srgbClr val="598C6C"/>
                </a:solidFill>
                <a:latin typeface="Arial"/>
                <a:ea typeface="Arial"/>
                <a:cs typeface="Arial"/>
              </a:defRPr>
            </a:lvl1pPr>
            <a:lvl2pPr algn="l">
              <a:defRPr sz="2025" b="1">
                <a:solidFill>
                  <a:srgbClr val="598C6C"/>
                </a:solidFill>
                <a:latin typeface="Arial"/>
                <a:ea typeface="Arial"/>
                <a:cs typeface="Arial"/>
              </a:defRPr>
            </a:lvl2pPr>
            <a:lvl3pPr algn="l">
              <a:defRPr sz="2025" b="1">
                <a:solidFill>
                  <a:srgbClr val="598C6C"/>
                </a:solidFill>
                <a:latin typeface="Arial"/>
                <a:ea typeface="Arial"/>
                <a:cs typeface="Arial"/>
              </a:defRPr>
            </a:lvl3pPr>
            <a:lvl4pPr algn="l">
              <a:defRPr sz="2025" b="1">
                <a:solidFill>
                  <a:srgbClr val="598C6C"/>
                </a:solidFill>
                <a:latin typeface="Arial"/>
                <a:ea typeface="Arial"/>
                <a:cs typeface="Arial"/>
              </a:defRPr>
            </a:lvl4pPr>
            <a:lvl5pPr algn="l">
              <a:defRPr sz="2025" b="1">
                <a:solidFill>
                  <a:srgbClr val="598C6C"/>
                </a:solidFill>
                <a:latin typeface="Arial"/>
                <a:ea typeface="Arial"/>
                <a:cs typeface="Arial"/>
              </a:defRPr>
            </a:lvl5pPr>
            <a:lvl6pPr algn="l">
              <a:defRPr sz="2025" b="1">
                <a:solidFill>
                  <a:srgbClr val="598C6C"/>
                </a:solidFill>
                <a:latin typeface="Arial"/>
                <a:ea typeface="Arial"/>
                <a:cs typeface="Arial"/>
              </a:defRPr>
            </a:lvl6pPr>
            <a:lvl7pPr algn="l">
              <a:defRPr sz="2025" b="1">
                <a:solidFill>
                  <a:srgbClr val="598C6C"/>
                </a:solidFill>
                <a:latin typeface="Arial"/>
                <a:ea typeface="Arial"/>
                <a:cs typeface="Arial"/>
              </a:defRPr>
            </a:lvl7pPr>
            <a:lvl8pPr algn="l">
              <a:defRPr sz="2025" b="1">
                <a:solidFill>
                  <a:srgbClr val="598C6C"/>
                </a:solidFill>
                <a:latin typeface="Arial"/>
                <a:ea typeface="Arial"/>
                <a:cs typeface="Arial"/>
              </a:defRPr>
            </a:lvl8pPr>
            <a:lvl9pPr algn="l">
              <a:defRPr sz="2025" b="1">
                <a:solidFill>
                  <a:srgbClr val="598C6C"/>
                </a:solidFill>
                <a:latin typeface="Arial"/>
                <a:ea typeface="Arial"/>
                <a:cs typeface="Arial"/>
              </a:defRPr>
            </a:lvl9pPr>
          </a:lstStyle>
          <a:p>
            <a:pPr algn="l">
              <a:defRPr sz="2025" b="1">
                <a:solidFill>
                  <a:srgbClr val="598C6C"/>
                </a:solidFill>
                <a:latin typeface="Arial"/>
                <a:ea typeface="Arial"/>
                <a:cs typeface="Arial"/>
              </a:defRPr>
            </a:pPr>
            <a:r>
              <a:rPr sz="2025" b="1">
                <a:solidFill>
                  <a:srgbClr val="598C6C"/>
                </a:solidFill>
                <a:latin typeface="Arial"/>
                <a:ea typeface="Arial"/>
                <a:cs typeface="Arial"/>
              </a:rPr>
              <a:t>Measure the same campaign: quotes, confirmations and collections.</a:t>
            </a:r>
          </a:p>
        </p:txBody>
      </p:sp>
    </p:spTree>
    <p:extLst>
      <p:ext uri="{BB962C8B-B14F-4D97-AF65-F5344CB8AC3E}">
        <p14:creationId xmlns:p14="http://schemas.microsoft.com/office/powerpoint/2010/main" val="1544404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3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3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3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3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3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3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3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3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3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3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P spid="16" grpId="0"/>
      <p:bldP spid="17" grpId="0"/>
      <p:bldP spid="18" grpId="0"/>
      <p:bldP spid="19" grpId="0"/>
      <p:bldP spid="20"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82E5040-BAE0-410D-9628-6396D8494315}"/>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0378D9AF-D924-4A1E-AD2A-BBF417BFA898}"/>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RM149 subscription: value must be demonstrated</a:t>
            </a:r>
          </a:p>
        </p:txBody>
      </p:sp>
      <p:sp>
        <p:nvSpPr>
          <p:cNvPr id="3" name="矩形 2">
            <a:extLst>
              <a:ext uri="{FF2B5EF4-FFF2-40B4-BE49-F238E27FC236}">
                <a16:creationId xmlns:a16="http://schemas.microsoft.com/office/drawing/2014/main" id="{9A357851-4F64-4142-805F-4FA0679A68D8}"/>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Conditional economics / before other incremental costs / proposed pricing</a:t>
            </a:r>
          </a:p>
        </p:txBody>
      </p:sp>
      <p:sp>
        <p:nvSpPr>
          <p:cNvPr id="4" name="矩形 3">
            <a:extLst>
              <a:ext uri="{FF2B5EF4-FFF2-40B4-BE49-F238E27FC236}">
                <a16:creationId xmlns:a16="http://schemas.microsoft.com/office/drawing/2014/main" id="{1E5D6326-DC6E-436A-A788-D87BC945AC42}"/>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7B629203-B26C-4BDC-AA93-B543E9C6C4BA}"/>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CA64B2CE-93DE-4596-9CD2-997D6FAC8F62}"/>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12 / 32</a:t>
            </a:r>
          </a:p>
        </p:txBody>
      </p:sp>
      <p:graphicFrame>
        <p:nvGraphicFramePr>
          <p:cNvPr id="7" name="表格 6">
            <a:extLst>
              <a:ext uri="{FF2B5EF4-FFF2-40B4-BE49-F238E27FC236}">
                <a16:creationId xmlns:a16="http://schemas.microsoft.com/office/drawing/2014/main" id="{F7572E64-1531-4818-83CD-578878603099}"/>
              </a:ext>
            </a:extLst>
          </p:cNvPr>
          <p:cNvGraphicFramePr/>
          <p:nvPr/>
        </p:nvGraphicFramePr>
        <p:xfrm>
          <a:off x="457200" y="1819275"/>
          <a:ext cx="11277600" cy="2714625"/>
        </p:xfrm>
        <a:graphic>
          <a:graphicData uri="http://schemas.openxmlformats.org/drawingml/2006/table">
            <a:tbl>
              <a:tblPr/>
              <a:tblGrid>
                <a:gridCol w="461010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tblGrid>
              <a:tr h="542925">
                <a:tc>
                  <a:txBody>
                    <a:bodyPr/>
                    <a:lstStyle/>
                    <a:p>
                      <a:pPr algn="l"/>
                      <a:r>
                        <a:rPr sz="1725" b="1">
                          <a:solidFill>
                            <a:srgbClr val="163B2A"/>
                          </a:solidFill>
                          <a:latin typeface="Arial"/>
                          <a:ea typeface="Arial"/>
                          <a:cs typeface="Arial"/>
                        </a:rPr>
                        <a:t>Per store, per month</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725" b="1">
                          <a:solidFill>
                            <a:srgbClr val="163B2A"/>
                          </a:solidFill>
                          <a:latin typeface="Arial"/>
                          <a:ea typeface="Arial"/>
                          <a:cs typeface="Arial"/>
                        </a:rPr>
                        <a:t>Boxes: 6 sold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725" b="1">
                          <a:solidFill>
                            <a:srgbClr val="163B2A"/>
                          </a:solidFill>
                          <a:latin typeface="Arial"/>
                          <a:ea typeface="Arial"/>
                          <a:cs typeface="Arial"/>
                        </a:rPr>
                        <a:t>Boxes: 8 sold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542925">
                <a:tc>
                  <a:txBody>
                    <a:bodyPr/>
                    <a:lstStyle/>
                    <a:p>
                      <a:pPr algn="l"/>
                      <a:r>
                        <a:rPr sz="1800" b="0">
                          <a:solidFill>
                            <a:srgbClr val="163B2A"/>
                          </a:solidFill>
                          <a:latin typeface="Arial"/>
                          <a:ea typeface="Arial"/>
                          <a:cs typeface="Arial"/>
                        </a:rPr>
                        <a:t>Improvement per qualifying batch</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RM4.60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RM9.80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542925">
                <a:tc>
                  <a:txBody>
                    <a:bodyPr/>
                    <a:lstStyle/>
                    <a:p>
                      <a:pPr algn="l"/>
                      <a:r>
                        <a:rPr sz="1800" b="0">
                          <a:solidFill>
                            <a:srgbClr val="163B2A"/>
                          </a:solidFill>
                          <a:latin typeface="Arial"/>
                          <a:ea typeface="Arial"/>
                          <a:cs typeface="Arial"/>
                        </a:rPr>
                        <a:t>Batches to cover RM149</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At least 33</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At least 16</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542925">
                <a:tc>
                  <a:txBody>
                    <a:bodyPr/>
                    <a:lstStyle/>
                    <a:p>
                      <a:pPr algn="l"/>
                      <a:r>
                        <a:rPr sz="1800" b="0">
                          <a:solidFill>
                            <a:srgbClr val="163B2A"/>
                          </a:solidFill>
                          <a:latin typeface="Arial"/>
                          <a:ea typeface="Arial"/>
                          <a:cs typeface="Arial"/>
                        </a:rPr>
                        <a:t>Improvement across 26 batches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RM119.60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RM254.80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r h="542925">
                <a:tc>
                  <a:txBody>
                    <a:bodyPr/>
                    <a:lstStyle/>
                    <a:p>
                      <a:pPr algn="l"/>
                      <a:r>
                        <a:rPr sz="1800" b="0">
                          <a:solidFill>
                            <a:srgbClr val="163B2A"/>
                          </a:solidFill>
                          <a:latin typeface="Arial"/>
                          <a:ea typeface="Arial"/>
                          <a:cs typeface="Arial"/>
                        </a:rPr>
                        <a:t>After RM149 subscription</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−RM29.40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00" b="0">
                          <a:solidFill>
                            <a:srgbClr val="163B2A"/>
                          </a:solidFill>
                          <a:latin typeface="Arial"/>
                          <a:ea typeface="Arial"/>
                          <a:cs typeface="Arial"/>
                        </a:rPr>
                        <a:t>+RM105.80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4"/>
                  </a:ext>
                </a:extLst>
              </a:tr>
            </a:tbl>
          </a:graphicData>
        </a:graphic>
      </p:graphicFrame>
      <p:sp>
        <p:nvSpPr>
          <p:cNvPr id="8" name="A01-frequency-64">
            <a:extLst>
              <a:ext uri="{FF2B5EF4-FFF2-40B4-BE49-F238E27FC236}">
                <a16:creationId xmlns:a16="http://schemas.microsoft.com/office/drawing/2014/main" id="{A2A15416-BA10-42E5-AF4A-F9A2D5E04405}"/>
              </a:ext>
            </a:extLst>
          </p:cNvPr>
          <p:cNvSpPr>
            <a:spLocks noGrp="1"/>
          </p:cNvSpPr>
          <p:nvPr/>
        </p:nvSpPr>
        <p:spPr>
          <a:xfrm>
            <a:off x="457200" y="4933950"/>
            <a:ext cx="11277600" cy="552450"/>
          </a:xfrm>
          <a:prstGeom prst="rect">
            <a:avLst/>
          </a:prstGeom>
          <a:noFill/>
          <a:ln w="0">
            <a:noFill/>
            <a:prstDash val="solid"/>
          </a:ln>
        </p:spPr>
        <p:txBody>
          <a:bodyPr wrap="square" lIns="0" tIns="0" rIns="0" bIns="0" anchor="t">
            <a:noAutofit/>
          </a:bodyPr>
          <a:lstStyle>
            <a:defPPr algn="l">
              <a:defRPr sz="2025" b="1">
                <a:solidFill>
                  <a:srgbClr val="598C6C"/>
                </a:solidFill>
                <a:latin typeface="Arial"/>
                <a:ea typeface="Arial"/>
                <a:cs typeface="Arial"/>
              </a:defRPr>
            </a:defPPr>
            <a:lvl1pPr algn="l">
              <a:defRPr sz="2025" b="1">
                <a:solidFill>
                  <a:srgbClr val="598C6C"/>
                </a:solidFill>
                <a:latin typeface="Arial"/>
                <a:ea typeface="Arial"/>
                <a:cs typeface="Arial"/>
              </a:defRPr>
            </a:lvl1pPr>
            <a:lvl2pPr algn="l">
              <a:defRPr sz="2025" b="1">
                <a:solidFill>
                  <a:srgbClr val="598C6C"/>
                </a:solidFill>
                <a:latin typeface="Arial"/>
                <a:ea typeface="Arial"/>
                <a:cs typeface="Arial"/>
              </a:defRPr>
            </a:lvl2pPr>
            <a:lvl3pPr algn="l">
              <a:defRPr sz="2025" b="1">
                <a:solidFill>
                  <a:srgbClr val="598C6C"/>
                </a:solidFill>
                <a:latin typeface="Arial"/>
                <a:ea typeface="Arial"/>
                <a:cs typeface="Arial"/>
              </a:defRPr>
            </a:lvl3pPr>
            <a:lvl4pPr algn="l">
              <a:defRPr sz="2025" b="1">
                <a:solidFill>
                  <a:srgbClr val="598C6C"/>
                </a:solidFill>
                <a:latin typeface="Arial"/>
                <a:ea typeface="Arial"/>
                <a:cs typeface="Arial"/>
              </a:defRPr>
            </a:lvl4pPr>
            <a:lvl5pPr algn="l">
              <a:defRPr sz="2025" b="1">
                <a:solidFill>
                  <a:srgbClr val="598C6C"/>
                </a:solidFill>
                <a:latin typeface="Arial"/>
                <a:ea typeface="Arial"/>
                <a:cs typeface="Arial"/>
              </a:defRPr>
            </a:lvl5pPr>
            <a:lvl6pPr algn="l">
              <a:defRPr sz="2025" b="1">
                <a:solidFill>
                  <a:srgbClr val="598C6C"/>
                </a:solidFill>
                <a:latin typeface="Arial"/>
                <a:ea typeface="Arial"/>
                <a:cs typeface="Arial"/>
              </a:defRPr>
            </a:lvl6pPr>
            <a:lvl7pPr algn="l">
              <a:defRPr sz="2025" b="1">
                <a:solidFill>
                  <a:srgbClr val="598C6C"/>
                </a:solidFill>
                <a:latin typeface="Arial"/>
                <a:ea typeface="Arial"/>
                <a:cs typeface="Arial"/>
              </a:defRPr>
            </a:lvl7pPr>
            <a:lvl8pPr algn="l">
              <a:defRPr sz="2025" b="1">
                <a:solidFill>
                  <a:srgbClr val="598C6C"/>
                </a:solidFill>
                <a:latin typeface="Arial"/>
                <a:ea typeface="Arial"/>
                <a:cs typeface="Arial"/>
              </a:defRPr>
            </a:lvl8pPr>
            <a:lvl9pPr algn="l">
              <a:defRPr sz="2025" b="1">
                <a:solidFill>
                  <a:srgbClr val="598C6C"/>
                </a:solidFill>
                <a:latin typeface="Arial"/>
                <a:ea typeface="Arial"/>
                <a:cs typeface="Arial"/>
              </a:defRPr>
            </a:lvl9pPr>
          </a:lstStyle>
          <a:p>
            <a:pPr algn="l">
              <a:defRPr sz="2025" b="1">
                <a:solidFill>
                  <a:srgbClr val="598C6C"/>
                </a:solidFill>
                <a:latin typeface="Arial"/>
                <a:ea typeface="Arial"/>
                <a:cs typeface="Arial"/>
              </a:defRPr>
            </a:pPr>
            <a:r>
              <a:rPr sz="2025" b="1">
                <a:solidFill>
                  <a:srgbClr val="598C6C"/>
                </a:solidFill>
                <a:latin typeface="Arial"/>
                <a:ea typeface="Arial"/>
                <a:cs typeface="Arial"/>
              </a:rPr>
              <a:t>26 trading days, one batch daily: 16 qualifying batches ≈ 62% of days.</a:t>
            </a:r>
          </a:p>
        </p:txBody>
      </p:sp>
      <p:sp>
        <p:nvSpPr>
          <p:cNvPr id="9" name="A02-limit-65">
            <a:extLst>
              <a:ext uri="{FF2B5EF4-FFF2-40B4-BE49-F238E27FC236}">
                <a16:creationId xmlns:a16="http://schemas.microsoft.com/office/drawing/2014/main" id="{AC3EC733-441B-45E8-A7B1-2B25304B4BAF}"/>
              </a:ext>
            </a:extLst>
          </p:cNvPr>
          <p:cNvSpPr>
            <a:spLocks noGrp="1"/>
          </p:cNvSpPr>
          <p:nvPr/>
        </p:nvSpPr>
        <p:spPr>
          <a:xfrm>
            <a:off x="457200" y="5657850"/>
            <a:ext cx="11277600" cy="609600"/>
          </a:xfrm>
          <a:prstGeom prst="rect">
            <a:avLst/>
          </a:prstGeom>
          <a:noFill/>
          <a:ln w="0">
            <a:noFill/>
            <a:prstDash val="solid"/>
          </a:ln>
        </p:spPr>
        <p:txBody>
          <a:bodyPr wrap="square" lIns="0" tIns="0" rIns="0" bIns="0" anchor="t">
            <a:noAutofit/>
          </a:bodyPr>
          <a:lstStyle>
            <a:defPPr algn="l">
              <a:defRPr sz="2025" b="1">
                <a:solidFill>
                  <a:srgbClr val="B57906"/>
                </a:solidFill>
                <a:latin typeface="Arial"/>
                <a:ea typeface="Arial"/>
                <a:cs typeface="Arial"/>
              </a:defRPr>
            </a:defPPr>
            <a:lvl1pPr algn="l">
              <a:defRPr sz="2025" b="1">
                <a:solidFill>
                  <a:srgbClr val="B57906"/>
                </a:solidFill>
                <a:latin typeface="Arial"/>
                <a:ea typeface="Arial"/>
                <a:cs typeface="Arial"/>
              </a:defRPr>
            </a:lvl1pPr>
            <a:lvl2pPr algn="l">
              <a:defRPr sz="2025" b="1">
                <a:solidFill>
                  <a:srgbClr val="B57906"/>
                </a:solidFill>
                <a:latin typeface="Arial"/>
                <a:ea typeface="Arial"/>
                <a:cs typeface="Arial"/>
              </a:defRPr>
            </a:lvl2pPr>
            <a:lvl3pPr algn="l">
              <a:defRPr sz="2025" b="1">
                <a:solidFill>
                  <a:srgbClr val="B57906"/>
                </a:solidFill>
                <a:latin typeface="Arial"/>
                <a:ea typeface="Arial"/>
                <a:cs typeface="Arial"/>
              </a:defRPr>
            </a:lvl3pPr>
            <a:lvl4pPr algn="l">
              <a:defRPr sz="2025" b="1">
                <a:solidFill>
                  <a:srgbClr val="B57906"/>
                </a:solidFill>
                <a:latin typeface="Arial"/>
                <a:ea typeface="Arial"/>
                <a:cs typeface="Arial"/>
              </a:defRPr>
            </a:lvl4pPr>
            <a:lvl5pPr algn="l">
              <a:defRPr sz="2025" b="1">
                <a:solidFill>
                  <a:srgbClr val="B57906"/>
                </a:solidFill>
                <a:latin typeface="Arial"/>
                <a:ea typeface="Arial"/>
                <a:cs typeface="Arial"/>
              </a:defRPr>
            </a:lvl5pPr>
            <a:lvl6pPr algn="l">
              <a:defRPr sz="2025" b="1">
                <a:solidFill>
                  <a:srgbClr val="B57906"/>
                </a:solidFill>
                <a:latin typeface="Arial"/>
                <a:ea typeface="Arial"/>
                <a:cs typeface="Arial"/>
              </a:defRPr>
            </a:lvl6pPr>
            <a:lvl7pPr algn="l">
              <a:defRPr sz="2025" b="1">
                <a:solidFill>
                  <a:srgbClr val="B57906"/>
                </a:solidFill>
                <a:latin typeface="Arial"/>
                <a:ea typeface="Arial"/>
                <a:cs typeface="Arial"/>
              </a:defRPr>
            </a:lvl7pPr>
            <a:lvl8pPr algn="l">
              <a:defRPr sz="2025" b="1">
                <a:solidFill>
                  <a:srgbClr val="B57906"/>
                </a:solidFill>
                <a:latin typeface="Arial"/>
                <a:ea typeface="Arial"/>
                <a:cs typeface="Arial"/>
              </a:defRPr>
            </a:lvl8pPr>
            <a:lvl9pPr algn="l">
              <a:defRPr sz="2025" b="1">
                <a:solidFill>
                  <a:srgbClr val="B57906"/>
                </a:solidFill>
                <a:latin typeface="Arial"/>
                <a:ea typeface="Arial"/>
                <a:cs typeface="Arial"/>
              </a:defRPr>
            </a:lvl9pPr>
          </a:lstStyle>
          <a:p>
            <a:pPr algn="l">
              <a:defRPr sz="2025" b="1">
                <a:solidFill>
                  <a:srgbClr val="B57906"/>
                </a:solidFill>
                <a:latin typeface="Arial"/>
                <a:ea typeface="Arial"/>
                <a:cs typeface="Arial"/>
              </a:defRPr>
            </a:pPr>
            <a:r>
              <a:rPr sz="2025" b="1">
                <a:solidFill>
                  <a:srgbClr val="B57906"/>
                </a:solidFill>
                <a:latin typeface="Arial"/>
                <a:ea typeface="Arial"/>
                <a:cs typeface="Arial"/>
              </a:rPr>
              <a:t>The cautious scenario needs 33 batches, above the assumed 26-batch capacity.</a:t>
            </a:r>
          </a:p>
        </p:txBody>
      </p:sp>
    </p:spTree>
    <p:extLst>
      <p:ext uri="{BB962C8B-B14F-4D97-AF65-F5344CB8AC3E}">
        <p14:creationId xmlns:p14="http://schemas.microsoft.com/office/powerpoint/2010/main" val="104347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71166304-CC91-4298-B5A4-D6707E4F0A9B}"/>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739D0427-57C3-4C83-8830-5C2D0D04BB96}"/>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Technical implementation and pilot readiness</a:t>
            </a:r>
          </a:p>
        </p:txBody>
      </p:sp>
      <p:sp>
        <p:nvSpPr>
          <p:cNvPr id="3" name="矩形 2">
            <a:extLst>
              <a:ext uri="{FF2B5EF4-FFF2-40B4-BE49-F238E27FC236}">
                <a16:creationId xmlns:a16="http://schemas.microsoft.com/office/drawing/2014/main" id="{CCD4975B-B371-40B0-8717-189A4791AE8D}"/>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Connected local workflow / external business integrations remain to be validated</a:t>
            </a:r>
          </a:p>
        </p:txBody>
      </p:sp>
      <p:sp>
        <p:nvSpPr>
          <p:cNvPr id="4" name="矩形 3">
            <a:extLst>
              <a:ext uri="{FF2B5EF4-FFF2-40B4-BE49-F238E27FC236}">
                <a16:creationId xmlns:a16="http://schemas.microsoft.com/office/drawing/2014/main" id="{D8ACBB77-C4D0-4A39-9E93-2E85952FD936}"/>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107DEE62-6D1B-4EBF-B23E-667255BB080E}"/>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3391F67C-E7DD-41FB-94A7-CA822C5D00A7}"/>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13 / 32</a:t>
            </a:r>
          </a:p>
        </p:txBody>
      </p:sp>
      <p:sp>
        <p:nvSpPr>
          <p:cNvPr id="7" name="矩形: 圆角 6">
            <a:extLst>
              <a:ext uri="{FF2B5EF4-FFF2-40B4-BE49-F238E27FC236}">
                <a16:creationId xmlns:a16="http://schemas.microsoft.com/office/drawing/2014/main" id="{43928CFE-AB94-481A-9551-D58D18B8B206}"/>
              </a:ext>
            </a:extLst>
          </p:cNvPr>
          <p:cNvSpPr>
            <a:spLocks noGrp="1"/>
          </p:cNvSpPr>
          <p:nvPr/>
        </p:nvSpPr>
        <p:spPr>
          <a:xfrm>
            <a:off x="457200" y="1819275"/>
            <a:ext cx="3524250" cy="1219200"/>
          </a:xfrm>
          <a:prstGeom prst="roundRect">
            <a:avLst>
              <a:gd name="adj" fmla="val 6250"/>
            </a:avLst>
          </a:prstGeom>
          <a:solidFill>
            <a:srgbClr val="EDF0DF"/>
          </a:solidFill>
          <a:ln w="9525">
            <a:solidFill>
              <a:srgbClr val="B7BA9A"/>
            </a:solidFill>
            <a:prstDash val="solid"/>
          </a:ln>
        </p:spPr>
      </p:sp>
      <p:sp>
        <p:nvSpPr>
          <p:cNvPr id="8" name="A01-layer-66">
            <a:extLst>
              <a:ext uri="{FF2B5EF4-FFF2-40B4-BE49-F238E27FC236}">
                <a16:creationId xmlns:a16="http://schemas.microsoft.com/office/drawing/2014/main" id="{ED15DC52-0E42-45FD-B58A-A4151CA92191}"/>
              </a:ext>
            </a:extLst>
          </p:cNvPr>
          <p:cNvSpPr>
            <a:spLocks noGrp="1"/>
          </p:cNvSpPr>
          <p:nvPr/>
        </p:nvSpPr>
        <p:spPr>
          <a:xfrm>
            <a:off x="628650" y="2009775"/>
            <a:ext cx="3181350" cy="42862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Web workspace</a:t>
            </a:r>
          </a:p>
        </p:txBody>
      </p:sp>
      <p:sp>
        <p:nvSpPr>
          <p:cNvPr id="9" name="矩形 8">
            <a:extLst>
              <a:ext uri="{FF2B5EF4-FFF2-40B4-BE49-F238E27FC236}">
                <a16:creationId xmlns:a16="http://schemas.microsoft.com/office/drawing/2014/main" id="{09172B11-8CD7-4D53-9629-AB69BF60CD49}"/>
              </a:ext>
            </a:extLst>
          </p:cNvPr>
          <p:cNvSpPr>
            <a:spLocks noGrp="1"/>
          </p:cNvSpPr>
          <p:nvPr/>
        </p:nvSpPr>
        <p:spPr>
          <a:xfrm>
            <a:off x="628650" y="2543175"/>
            <a:ext cx="3181350" cy="43815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Stock, offers, collection and results</a:t>
            </a:r>
          </a:p>
        </p:txBody>
      </p:sp>
      <p:sp>
        <p:nvSpPr>
          <p:cNvPr id="10" name="矩形 9">
            <a:extLst>
              <a:ext uri="{FF2B5EF4-FFF2-40B4-BE49-F238E27FC236}">
                <a16:creationId xmlns:a16="http://schemas.microsoft.com/office/drawing/2014/main" id="{F629E794-4FBC-451E-AFBB-2B38AB93D635}"/>
              </a:ext>
            </a:extLst>
          </p:cNvPr>
          <p:cNvSpPr>
            <a:spLocks noGrp="1"/>
          </p:cNvSpPr>
          <p:nvPr/>
        </p:nvSpPr>
        <p:spPr>
          <a:xfrm>
            <a:off x="4019550" y="2190750"/>
            <a:ext cx="266700" cy="381000"/>
          </a:xfrm>
          <a:prstGeom prst="rect">
            <a:avLst/>
          </a:prstGeom>
          <a:noFill/>
          <a:ln w="0">
            <a:noFill/>
            <a:prstDash val="solid"/>
          </a:ln>
        </p:spPr>
        <p:txBody>
          <a:bodyPr wrap="square" lIns="0" tIns="0" rIns="0" bIns="0" anchor="t">
            <a:noAutofit/>
          </a:bodyPr>
          <a:lstStyle>
            <a:defPPr algn="l">
              <a:defRPr sz="2025" b="1">
                <a:solidFill>
                  <a:srgbClr val="B57906"/>
                </a:solidFill>
                <a:latin typeface="Arial"/>
                <a:ea typeface="Arial"/>
                <a:cs typeface="Arial"/>
              </a:defRPr>
            </a:defPPr>
            <a:lvl1pPr algn="l">
              <a:defRPr sz="2025" b="1">
                <a:solidFill>
                  <a:srgbClr val="B57906"/>
                </a:solidFill>
                <a:latin typeface="Arial"/>
                <a:ea typeface="Arial"/>
                <a:cs typeface="Arial"/>
              </a:defRPr>
            </a:lvl1pPr>
            <a:lvl2pPr algn="l">
              <a:defRPr sz="2025" b="1">
                <a:solidFill>
                  <a:srgbClr val="B57906"/>
                </a:solidFill>
                <a:latin typeface="Arial"/>
                <a:ea typeface="Arial"/>
                <a:cs typeface="Arial"/>
              </a:defRPr>
            </a:lvl2pPr>
            <a:lvl3pPr algn="l">
              <a:defRPr sz="2025" b="1">
                <a:solidFill>
                  <a:srgbClr val="B57906"/>
                </a:solidFill>
                <a:latin typeface="Arial"/>
                <a:ea typeface="Arial"/>
                <a:cs typeface="Arial"/>
              </a:defRPr>
            </a:lvl3pPr>
            <a:lvl4pPr algn="l">
              <a:defRPr sz="2025" b="1">
                <a:solidFill>
                  <a:srgbClr val="B57906"/>
                </a:solidFill>
                <a:latin typeface="Arial"/>
                <a:ea typeface="Arial"/>
                <a:cs typeface="Arial"/>
              </a:defRPr>
            </a:lvl4pPr>
            <a:lvl5pPr algn="l">
              <a:defRPr sz="2025" b="1">
                <a:solidFill>
                  <a:srgbClr val="B57906"/>
                </a:solidFill>
                <a:latin typeface="Arial"/>
                <a:ea typeface="Arial"/>
                <a:cs typeface="Arial"/>
              </a:defRPr>
            </a:lvl5pPr>
            <a:lvl6pPr algn="l">
              <a:defRPr sz="2025" b="1">
                <a:solidFill>
                  <a:srgbClr val="B57906"/>
                </a:solidFill>
                <a:latin typeface="Arial"/>
                <a:ea typeface="Arial"/>
                <a:cs typeface="Arial"/>
              </a:defRPr>
            </a:lvl6pPr>
            <a:lvl7pPr algn="l">
              <a:defRPr sz="2025" b="1">
                <a:solidFill>
                  <a:srgbClr val="B57906"/>
                </a:solidFill>
                <a:latin typeface="Arial"/>
                <a:ea typeface="Arial"/>
                <a:cs typeface="Arial"/>
              </a:defRPr>
            </a:lvl7pPr>
            <a:lvl8pPr algn="l">
              <a:defRPr sz="2025" b="1">
                <a:solidFill>
                  <a:srgbClr val="B57906"/>
                </a:solidFill>
                <a:latin typeface="Arial"/>
                <a:ea typeface="Arial"/>
                <a:cs typeface="Arial"/>
              </a:defRPr>
            </a:lvl8pPr>
            <a:lvl9pPr algn="l">
              <a:defRPr sz="2025" b="1">
                <a:solidFill>
                  <a:srgbClr val="B57906"/>
                </a:solidFill>
                <a:latin typeface="Arial"/>
                <a:ea typeface="Arial"/>
                <a:cs typeface="Arial"/>
              </a:defRPr>
            </a:lvl9pPr>
          </a:lstStyle>
          <a:p>
            <a:pPr algn="l">
              <a:defRPr sz="2025" b="1">
                <a:solidFill>
                  <a:srgbClr val="B57906"/>
                </a:solidFill>
                <a:latin typeface="Arial"/>
                <a:ea typeface="Arial"/>
                <a:cs typeface="Arial"/>
              </a:defRPr>
            </a:pPr>
            <a:r>
              <a:rPr sz="2025" b="1">
                <a:solidFill>
                  <a:srgbClr val="B57906"/>
                </a:solidFill>
                <a:latin typeface="Arial"/>
                <a:ea typeface="Arial"/>
                <a:cs typeface="Arial"/>
              </a:rPr>
              <a:t>→</a:t>
            </a:r>
          </a:p>
        </p:txBody>
      </p:sp>
      <p:sp>
        <p:nvSpPr>
          <p:cNvPr id="11" name="矩形: 圆角 10">
            <a:extLst>
              <a:ext uri="{FF2B5EF4-FFF2-40B4-BE49-F238E27FC236}">
                <a16:creationId xmlns:a16="http://schemas.microsoft.com/office/drawing/2014/main" id="{26B901AD-AAA5-4105-B542-6A56ABDF633D}"/>
              </a:ext>
            </a:extLst>
          </p:cNvPr>
          <p:cNvSpPr>
            <a:spLocks noGrp="1"/>
          </p:cNvSpPr>
          <p:nvPr/>
        </p:nvSpPr>
        <p:spPr>
          <a:xfrm>
            <a:off x="4314825" y="1819275"/>
            <a:ext cx="3524250" cy="1219200"/>
          </a:xfrm>
          <a:prstGeom prst="roundRect">
            <a:avLst>
              <a:gd name="adj" fmla="val 6250"/>
            </a:avLst>
          </a:prstGeom>
          <a:solidFill>
            <a:srgbClr val="EDF0DF"/>
          </a:solidFill>
          <a:ln w="9525">
            <a:solidFill>
              <a:srgbClr val="B7BA9A"/>
            </a:solidFill>
            <a:prstDash val="solid"/>
          </a:ln>
        </p:spPr>
      </p:sp>
      <p:sp>
        <p:nvSpPr>
          <p:cNvPr id="12" name="A02-layer-67">
            <a:extLst>
              <a:ext uri="{FF2B5EF4-FFF2-40B4-BE49-F238E27FC236}">
                <a16:creationId xmlns:a16="http://schemas.microsoft.com/office/drawing/2014/main" id="{BC8DB33F-73FC-4F07-B854-D8C405650DC8}"/>
              </a:ext>
            </a:extLst>
          </p:cNvPr>
          <p:cNvSpPr>
            <a:spLocks noGrp="1"/>
          </p:cNvSpPr>
          <p:nvPr/>
        </p:nvSpPr>
        <p:spPr>
          <a:xfrm>
            <a:off x="4486275" y="2009775"/>
            <a:ext cx="3181350" cy="42862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FastAPI and rules</a:t>
            </a:r>
          </a:p>
        </p:txBody>
      </p:sp>
      <p:sp>
        <p:nvSpPr>
          <p:cNvPr id="13" name="矩形 12">
            <a:extLst>
              <a:ext uri="{FF2B5EF4-FFF2-40B4-BE49-F238E27FC236}">
                <a16:creationId xmlns:a16="http://schemas.microsoft.com/office/drawing/2014/main" id="{AC45F33D-BEDC-4281-BFF1-B816B5DED2E6}"/>
              </a:ext>
            </a:extLst>
          </p:cNvPr>
          <p:cNvSpPr>
            <a:spLocks noGrp="1"/>
          </p:cNvSpPr>
          <p:nvPr/>
        </p:nvSpPr>
        <p:spPr>
          <a:xfrm>
            <a:off x="4486275" y="2543175"/>
            <a:ext cx="3181350" cy="43815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Eligibility, pricing and stock checks</a:t>
            </a:r>
          </a:p>
        </p:txBody>
      </p:sp>
      <p:sp>
        <p:nvSpPr>
          <p:cNvPr id="14" name="矩形 13">
            <a:extLst>
              <a:ext uri="{FF2B5EF4-FFF2-40B4-BE49-F238E27FC236}">
                <a16:creationId xmlns:a16="http://schemas.microsoft.com/office/drawing/2014/main" id="{5BD5DA59-F119-472C-8F59-7BF37C7EC94F}"/>
              </a:ext>
            </a:extLst>
          </p:cNvPr>
          <p:cNvSpPr>
            <a:spLocks noGrp="1"/>
          </p:cNvSpPr>
          <p:nvPr/>
        </p:nvSpPr>
        <p:spPr>
          <a:xfrm>
            <a:off x="7877175" y="2190750"/>
            <a:ext cx="266700" cy="381000"/>
          </a:xfrm>
          <a:prstGeom prst="rect">
            <a:avLst/>
          </a:prstGeom>
          <a:noFill/>
          <a:ln w="0">
            <a:noFill/>
            <a:prstDash val="solid"/>
          </a:ln>
        </p:spPr>
        <p:txBody>
          <a:bodyPr wrap="square" lIns="0" tIns="0" rIns="0" bIns="0" anchor="t">
            <a:noAutofit/>
          </a:bodyPr>
          <a:lstStyle>
            <a:defPPr algn="l">
              <a:defRPr sz="2025" b="1">
                <a:solidFill>
                  <a:srgbClr val="B57906"/>
                </a:solidFill>
                <a:latin typeface="Arial"/>
                <a:ea typeface="Arial"/>
                <a:cs typeface="Arial"/>
              </a:defRPr>
            </a:defPPr>
            <a:lvl1pPr algn="l">
              <a:defRPr sz="2025" b="1">
                <a:solidFill>
                  <a:srgbClr val="B57906"/>
                </a:solidFill>
                <a:latin typeface="Arial"/>
                <a:ea typeface="Arial"/>
                <a:cs typeface="Arial"/>
              </a:defRPr>
            </a:lvl1pPr>
            <a:lvl2pPr algn="l">
              <a:defRPr sz="2025" b="1">
                <a:solidFill>
                  <a:srgbClr val="B57906"/>
                </a:solidFill>
                <a:latin typeface="Arial"/>
                <a:ea typeface="Arial"/>
                <a:cs typeface="Arial"/>
              </a:defRPr>
            </a:lvl2pPr>
            <a:lvl3pPr algn="l">
              <a:defRPr sz="2025" b="1">
                <a:solidFill>
                  <a:srgbClr val="B57906"/>
                </a:solidFill>
                <a:latin typeface="Arial"/>
                <a:ea typeface="Arial"/>
                <a:cs typeface="Arial"/>
              </a:defRPr>
            </a:lvl3pPr>
            <a:lvl4pPr algn="l">
              <a:defRPr sz="2025" b="1">
                <a:solidFill>
                  <a:srgbClr val="B57906"/>
                </a:solidFill>
                <a:latin typeface="Arial"/>
                <a:ea typeface="Arial"/>
                <a:cs typeface="Arial"/>
              </a:defRPr>
            </a:lvl4pPr>
            <a:lvl5pPr algn="l">
              <a:defRPr sz="2025" b="1">
                <a:solidFill>
                  <a:srgbClr val="B57906"/>
                </a:solidFill>
                <a:latin typeface="Arial"/>
                <a:ea typeface="Arial"/>
                <a:cs typeface="Arial"/>
              </a:defRPr>
            </a:lvl5pPr>
            <a:lvl6pPr algn="l">
              <a:defRPr sz="2025" b="1">
                <a:solidFill>
                  <a:srgbClr val="B57906"/>
                </a:solidFill>
                <a:latin typeface="Arial"/>
                <a:ea typeface="Arial"/>
                <a:cs typeface="Arial"/>
              </a:defRPr>
            </a:lvl6pPr>
            <a:lvl7pPr algn="l">
              <a:defRPr sz="2025" b="1">
                <a:solidFill>
                  <a:srgbClr val="B57906"/>
                </a:solidFill>
                <a:latin typeface="Arial"/>
                <a:ea typeface="Arial"/>
                <a:cs typeface="Arial"/>
              </a:defRPr>
            </a:lvl7pPr>
            <a:lvl8pPr algn="l">
              <a:defRPr sz="2025" b="1">
                <a:solidFill>
                  <a:srgbClr val="B57906"/>
                </a:solidFill>
                <a:latin typeface="Arial"/>
                <a:ea typeface="Arial"/>
                <a:cs typeface="Arial"/>
              </a:defRPr>
            </a:lvl8pPr>
            <a:lvl9pPr algn="l">
              <a:defRPr sz="2025" b="1">
                <a:solidFill>
                  <a:srgbClr val="B57906"/>
                </a:solidFill>
                <a:latin typeface="Arial"/>
                <a:ea typeface="Arial"/>
                <a:cs typeface="Arial"/>
              </a:defRPr>
            </a:lvl9pPr>
          </a:lstStyle>
          <a:p>
            <a:pPr algn="l">
              <a:defRPr sz="2025" b="1">
                <a:solidFill>
                  <a:srgbClr val="B57906"/>
                </a:solidFill>
                <a:latin typeface="Arial"/>
                <a:ea typeface="Arial"/>
                <a:cs typeface="Arial"/>
              </a:defRPr>
            </a:pPr>
            <a:r>
              <a:rPr sz="2025" b="1">
                <a:solidFill>
                  <a:srgbClr val="B57906"/>
                </a:solidFill>
                <a:latin typeface="Arial"/>
                <a:ea typeface="Arial"/>
                <a:cs typeface="Arial"/>
              </a:rPr>
              <a:t>→</a:t>
            </a:r>
          </a:p>
        </p:txBody>
      </p:sp>
      <p:sp>
        <p:nvSpPr>
          <p:cNvPr id="15" name="矩形: 圆角 14">
            <a:extLst>
              <a:ext uri="{FF2B5EF4-FFF2-40B4-BE49-F238E27FC236}">
                <a16:creationId xmlns:a16="http://schemas.microsoft.com/office/drawing/2014/main" id="{237A6DEC-2085-42C7-9E7C-D721CA5BBEA0}"/>
              </a:ext>
            </a:extLst>
          </p:cNvPr>
          <p:cNvSpPr>
            <a:spLocks noGrp="1"/>
          </p:cNvSpPr>
          <p:nvPr/>
        </p:nvSpPr>
        <p:spPr>
          <a:xfrm>
            <a:off x="8172450" y="1819275"/>
            <a:ext cx="3524250" cy="1219200"/>
          </a:xfrm>
          <a:prstGeom prst="roundRect">
            <a:avLst>
              <a:gd name="adj" fmla="val 6250"/>
            </a:avLst>
          </a:prstGeom>
          <a:solidFill>
            <a:srgbClr val="EDF0DF"/>
          </a:solidFill>
          <a:ln w="9525">
            <a:solidFill>
              <a:srgbClr val="B7BA9A"/>
            </a:solidFill>
            <a:prstDash val="solid"/>
          </a:ln>
        </p:spPr>
      </p:sp>
      <p:sp>
        <p:nvSpPr>
          <p:cNvPr id="16" name="A03-layer-68">
            <a:extLst>
              <a:ext uri="{FF2B5EF4-FFF2-40B4-BE49-F238E27FC236}">
                <a16:creationId xmlns:a16="http://schemas.microsoft.com/office/drawing/2014/main" id="{24432809-4830-415B-B800-A3FBE1C1DF9E}"/>
              </a:ext>
            </a:extLst>
          </p:cNvPr>
          <p:cNvSpPr>
            <a:spLocks noGrp="1"/>
          </p:cNvSpPr>
          <p:nvPr/>
        </p:nvSpPr>
        <p:spPr>
          <a:xfrm>
            <a:off x="8343900" y="2009775"/>
            <a:ext cx="3181350" cy="42862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SQLite state ledger</a:t>
            </a:r>
          </a:p>
        </p:txBody>
      </p:sp>
      <p:sp>
        <p:nvSpPr>
          <p:cNvPr id="17" name="矩形 16">
            <a:extLst>
              <a:ext uri="{FF2B5EF4-FFF2-40B4-BE49-F238E27FC236}">
                <a16:creationId xmlns:a16="http://schemas.microsoft.com/office/drawing/2014/main" id="{4FFA3360-F07E-41C8-A9A5-AC4896C4D7C8}"/>
              </a:ext>
            </a:extLst>
          </p:cNvPr>
          <p:cNvSpPr>
            <a:spLocks noGrp="1"/>
          </p:cNvSpPr>
          <p:nvPr/>
        </p:nvSpPr>
        <p:spPr>
          <a:xfrm>
            <a:off x="8343900" y="2543175"/>
            <a:ext cx="3181350" cy="438150"/>
          </a:xfrm>
          <a:prstGeom prst="rect">
            <a:avLst/>
          </a:prstGeom>
          <a:noFill/>
          <a:ln w="0">
            <a:noFill/>
            <a:prstDash val="solid"/>
          </a:ln>
        </p:spPr>
        <p:txBody>
          <a:bodyPr wrap="square" lIns="0" tIns="0" rIns="0" bIns="0" anchor="t">
            <a:noAutofit/>
          </a:bodyPr>
          <a:lstStyle>
            <a:defPPr algn="l">
              <a:defRPr sz="1575" b="0">
                <a:solidFill>
                  <a:srgbClr val="586958"/>
                </a:solidFill>
                <a:latin typeface="Arial"/>
                <a:ea typeface="Arial"/>
                <a:cs typeface="Arial"/>
              </a:defRPr>
            </a:defPPr>
            <a:lvl1pPr algn="l">
              <a:defRPr sz="1575" b="0">
                <a:solidFill>
                  <a:srgbClr val="586958"/>
                </a:solidFill>
                <a:latin typeface="Arial"/>
                <a:ea typeface="Arial"/>
                <a:cs typeface="Arial"/>
              </a:defRPr>
            </a:lvl1pPr>
            <a:lvl2pPr algn="l">
              <a:defRPr sz="1575" b="0">
                <a:solidFill>
                  <a:srgbClr val="586958"/>
                </a:solidFill>
                <a:latin typeface="Arial"/>
                <a:ea typeface="Arial"/>
                <a:cs typeface="Arial"/>
              </a:defRPr>
            </a:lvl2pPr>
            <a:lvl3pPr algn="l">
              <a:defRPr sz="1575" b="0">
                <a:solidFill>
                  <a:srgbClr val="586958"/>
                </a:solidFill>
                <a:latin typeface="Arial"/>
                <a:ea typeface="Arial"/>
                <a:cs typeface="Arial"/>
              </a:defRPr>
            </a:lvl3pPr>
            <a:lvl4pPr algn="l">
              <a:defRPr sz="1575" b="0">
                <a:solidFill>
                  <a:srgbClr val="586958"/>
                </a:solidFill>
                <a:latin typeface="Arial"/>
                <a:ea typeface="Arial"/>
                <a:cs typeface="Arial"/>
              </a:defRPr>
            </a:lvl4pPr>
            <a:lvl5pPr algn="l">
              <a:defRPr sz="1575" b="0">
                <a:solidFill>
                  <a:srgbClr val="586958"/>
                </a:solidFill>
                <a:latin typeface="Arial"/>
                <a:ea typeface="Arial"/>
                <a:cs typeface="Arial"/>
              </a:defRPr>
            </a:lvl5pPr>
            <a:lvl6pPr algn="l">
              <a:defRPr sz="1575" b="0">
                <a:solidFill>
                  <a:srgbClr val="586958"/>
                </a:solidFill>
                <a:latin typeface="Arial"/>
                <a:ea typeface="Arial"/>
                <a:cs typeface="Arial"/>
              </a:defRPr>
            </a:lvl6pPr>
            <a:lvl7pPr algn="l">
              <a:defRPr sz="1575" b="0">
                <a:solidFill>
                  <a:srgbClr val="586958"/>
                </a:solidFill>
                <a:latin typeface="Arial"/>
                <a:ea typeface="Arial"/>
                <a:cs typeface="Arial"/>
              </a:defRPr>
            </a:lvl7pPr>
            <a:lvl8pPr algn="l">
              <a:defRPr sz="1575" b="0">
                <a:solidFill>
                  <a:srgbClr val="586958"/>
                </a:solidFill>
                <a:latin typeface="Arial"/>
                <a:ea typeface="Arial"/>
                <a:cs typeface="Arial"/>
              </a:defRPr>
            </a:lvl8pPr>
            <a:lvl9pPr algn="l">
              <a:defRPr sz="1575" b="0">
                <a:solidFill>
                  <a:srgbClr val="586958"/>
                </a:solidFill>
                <a:latin typeface="Arial"/>
                <a:ea typeface="Arial"/>
                <a:cs typeface="Arial"/>
              </a:defRPr>
            </a:lvl9pPr>
          </a:lstStyle>
          <a:p>
            <a:pPr algn="l">
              <a:defRPr sz="1575" b="0">
                <a:solidFill>
                  <a:srgbClr val="586958"/>
                </a:solidFill>
                <a:latin typeface="Arial"/>
                <a:ea typeface="Arial"/>
                <a:cs typeface="Arial"/>
              </a:defRPr>
            </a:pPr>
            <a:r>
              <a:rPr sz="1575" b="0">
                <a:solidFill>
                  <a:srgbClr val="586958"/>
                </a:solidFill>
                <a:latin typeface="Arial"/>
                <a:ea typeface="Arial"/>
                <a:cs typeface="Arial"/>
              </a:rPr>
              <a:t>Reservations, outcomes and retries</a:t>
            </a:r>
          </a:p>
        </p:txBody>
      </p:sp>
      <p:graphicFrame>
        <p:nvGraphicFramePr>
          <p:cNvPr id="18" name="表格 17">
            <a:extLst>
              <a:ext uri="{FF2B5EF4-FFF2-40B4-BE49-F238E27FC236}">
                <a16:creationId xmlns:a16="http://schemas.microsoft.com/office/drawing/2014/main" id="{93B3FAB8-5874-40D8-BBD2-714C38DC7922}"/>
              </a:ext>
            </a:extLst>
          </p:cNvPr>
          <p:cNvGraphicFramePr/>
          <p:nvPr/>
        </p:nvGraphicFramePr>
        <p:xfrm>
          <a:off x="457200" y="3495675"/>
          <a:ext cx="11277600" cy="2143125"/>
        </p:xfrm>
        <a:graphic>
          <a:graphicData uri="http://schemas.openxmlformats.org/drawingml/2006/table">
            <a:tbl>
              <a:tblPr/>
              <a:tblGrid>
                <a:gridCol w="2428875">
                  <a:extLst>
                    <a:ext uri="{9D8B030D-6E8A-4147-A177-3AD203B41FA5}">
                      <a16:colId xmlns:a16="http://schemas.microsoft.com/office/drawing/2014/main" val="20000"/>
                    </a:ext>
                  </a:extLst>
                </a:gridCol>
                <a:gridCol w="4543425">
                  <a:extLst>
                    <a:ext uri="{9D8B030D-6E8A-4147-A177-3AD203B41FA5}">
                      <a16:colId xmlns:a16="http://schemas.microsoft.com/office/drawing/2014/main" val="20001"/>
                    </a:ext>
                  </a:extLst>
                </a:gridCol>
                <a:gridCol w="4305300">
                  <a:extLst>
                    <a:ext uri="{9D8B030D-6E8A-4147-A177-3AD203B41FA5}">
                      <a16:colId xmlns:a16="http://schemas.microsoft.com/office/drawing/2014/main" val="20002"/>
                    </a:ext>
                  </a:extLst>
                </a:gridCol>
              </a:tblGrid>
              <a:tr h="714375">
                <a:tc>
                  <a:txBody>
                    <a:bodyPr/>
                    <a:lstStyle/>
                    <a:p>
                      <a:pPr algn="l"/>
                      <a:r>
                        <a:rPr sz="1500" b="1">
                          <a:solidFill>
                            <a:srgbClr val="163B2A"/>
                          </a:solidFill>
                          <a:latin typeface="Arial"/>
                          <a:ea typeface="Arial"/>
                          <a:cs typeface="Arial"/>
                        </a:rPr>
                        <a:t>Readiness layer</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00" b="1">
                          <a:solidFill>
                            <a:srgbClr val="163B2A"/>
                          </a:solidFill>
                          <a:latin typeface="Arial"/>
                          <a:ea typeface="Arial"/>
                          <a:cs typeface="Arial"/>
                        </a:rPr>
                        <a:t>Current evidence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00" b="1">
                          <a:solidFill>
                            <a:srgbClr val="163B2A"/>
                          </a:solidFill>
                          <a:latin typeface="Arial"/>
                          <a:ea typeface="Arial"/>
                          <a:cs typeface="Arial"/>
                        </a:rPr>
                        <a:t>Before a real pilot</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714375">
                <a:tc>
                  <a:txBody>
                    <a:bodyPr/>
                    <a:lstStyle/>
                    <a:p>
                      <a:pPr algn="l"/>
                      <a:r>
                        <a:rPr sz="1575" b="0">
                          <a:solidFill>
                            <a:srgbClr val="163B2A"/>
                          </a:solidFill>
                          <a:latin typeface="Arial"/>
                          <a:ea typeface="Arial"/>
                          <a:cs typeface="Arial"/>
                        </a:rPr>
                        <a:t>Connected local flow</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One complete 10-item case</a:t>
                      </a:r>
                    </a:p>
                    <a:p>
                      <a:pPr algn="ctr"/>
                      <a:r>
                        <a:rPr sz="1575" b="0">
                          <a:solidFill>
                            <a:srgbClr val="163B2A"/>
                          </a:solidFill>
                          <a:latin typeface="Arial"/>
                          <a:ea typeface="Arial"/>
                          <a:cs typeface="Arial"/>
                        </a:rPr>
                        <a:t>10 focused API checks</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Resolve 3 reproduced issues</a:t>
                      </a:r>
                    </a:p>
                    <a:p>
                      <a:pPr algn="ctr"/>
                      <a:r>
                        <a:rPr sz="1575" b="0">
                          <a:solidFill>
                            <a:srgbClr val="163B2A"/>
                          </a:solidFill>
                          <a:latin typeface="Arial"/>
                          <a:ea typeface="Arial"/>
                          <a:cs typeface="Arial"/>
                        </a:rPr>
                        <a:t>Check operating and safety steps</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714375">
                <a:tc>
                  <a:txBody>
                    <a:bodyPr/>
                    <a:lstStyle/>
                    <a:p>
                      <a:pPr algn="l"/>
                      <a:r>
                        <a:rPr sz="1575" b="0">
                          <a:solidFill>
                            <a:srgbClr val="163B2A"/>
                          </a:solidFill>
                          <a:latin typeface="Arial"/>
                          <a:ea typeface="Arial"/>
                          <a:cs typeface="Arial"/>
                        </a:rPr>
                        <a:t>Controlled demonstration</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Temporary DB and fixed clock</a:t>
                      </a:r>
                    </a:p>
                    <a:p>
                      <a:pPr algn="ctr"/>
                      <a:r>
                        <a:rPr sz="1575" b="0">
                          <a:solidFill>
                            <a:srgbClr val="163B2A"/>
                          </a:solidFill>
                          <a:latin typeface="Arial"/>
                          <a:ea typeface="Arial"/>
                          <a:cs typeface="Arial"/>
                        </a:rPr>
                        <a:t>Rules and local copy</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Real identity and payment</a:t>
                      </a:r>
                    </a:p>
                    <a:p>
                      <a:pPr algn="ctr"/>
                      <a:r>
                        <a:rPr sz="1575" b="0">
                          <a:solidFill>
                            <a:srgbClr val="163B2A"/>
                          </a:solidFill>
                          <a:latin typeface="Arial"/>
                          <a:ea typeface="Arial"/>
                          <a:cs typeface="Arial"/>
                        </a:rPr>
                        <a:t>Verified channels and recipients</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bl>
          </a:graphicData>
        </a:graphic>
      </p:graphicFrame>
      <p:sp>
        <p:nvSpPr>
          <p:cNvPr id="19" name="矩形 18">
            <a:extLst>
              <a:ext uri="{FF2B5EF4-FFF2-40B4-BE49-F238E27FC236}">
                <a16:creationId xmlns:a16="http://schemas.microsoft.com/office/drawing/2014/main" id="{B1506BE5-3F76-4702-8578-399358ABED5D}"/>
              </a:ext>
            </a:extLst>
          </p:cNvPr>
          <p:cNvSpPr>
            <a:spLocks noGrp="1"/>
          </p:cNvSpPr>
          <p:nvPr/>
        </p:nvSpPr>
        <p:spPr>
          <a:xfrm>
            <a:off x="457200" y="5962650"/>
            <a:ext cx="11277600" cy="371475"/>
          </a:xfrm>
          <a:prstGeom prst="rect">
            <a:avLst/>
          </a:prstGeom>
          <a:noFill/>
          <a:ln w="0">
            <a:noFill/>
            <a:prstDash val="solid"/>
          </a:ln>
        </p:spPr>
        <p:txBody>
          <a:bodyPr wrap="square" lIns="0" tIns="0" rIns="0" bIns="0" anchor="t">
            <a:noAutofit/>
          </a:bodyPr>
          <a:lstStyle>
            <a:defPPr algn="l">
              <a:defRPr sz="2025" b="1">
                <a:solidFill>
                  <a:srgbClr val="598C6C"/>
                </a:solidFill>
                <a:latin typeface="Arial"/>
                <a:ea typeface="Arial"/>
                <a:cs typeface="Arial"/>
              </a:defRPr>
            </a:defPPr>
            <a:lvl1pPr algn="l">
              <a:defRPr sz="2025" b="1">
                <a:solidFill>
                  <a:srgbClr val="598C6C"/>
                </a:solidFill>
                <a:latin typeface="Arial"/>
                <a:ea typeface="Arial"/>
                <a:cs typeface="Arial"/>
              </a:defRPr>
            </a:lvl1pPr>
            <a:lvl2pPr algn="l">
              <a:defRPr sz="2025" b="1">
                <a:solidFill>
                  <a:srgbClr val="598C6C"/>
                </a:solidFill>
                <a:latin typeface="Arial"/>
                <a:ea typeface="Arial"/>
                <a:cs typeface="Arial"/>
              </a:defRPr>
            </a:lvl2pPr>
            <a:lvl3pPr algn="l">
              <a:defRPr sz="2025" b="1">
                <a:solidFill>
                  <a:srgbClr val="598C6C"/>
                </a:solidFill>
                <a:latin typeface="Arial"/>
                <a:ea typeface="Arial"/>
                <a:cs typeface="Arial"/>
              </a:defRPr>
            </a:lvl3pPr>
            <a:lvl4pPr algn="l">
              <a:defRPr sz="2025" b="1">
                <a:solidFill>
                  <a:srgbClr val="598C6C"/>
                </a:solidFill>
                <a:latin typeface="Arial"/>
                <a:ea typeface="Arial"/>
                <a:cs typeface="Arial"/>
              </a:defRPr>
            </a:lvl4pPr>
            <a:lvl5pPr algn="l">
              <a:defRPr sz="2025" b="1">
                <a:solidFill>
                  <a:srgbClr val="598C6C"/>
                </a:solidFill>
                <a:latin typeface="Arial"/>
                <a:ea typeface="Arial"/>
                <a:cs typeface="Arial"/>
              </a:defRPr>
            </a:lvl5pPr>
            <a:lvl6pPr algn="l">
              <a:defRPr sz="2025" b="1">
                <a:solidFill>
                  <a:srgbClr val="598C6C"/>
                </a:solidFill>
                <a:latin typeface="Arial"/>
                <a:ea typeface="Arial"/>
                <a:cs typeface="Arial"/>
              </a:defRPr>
            </a:lvl6pPr>
            <a:lvl7pPr algn="l">
              <a:defRPr sz="2025" b="1">
                <a:solidFill>
                  <a:srgbClr val="598C6C"/>
                </a:solidFill>
                <a:latin typeface="Arial"/>
                <a:ea typeface="Arial"/>
                <a:cs typeface="Arial"/>
              </a:defRPr>
            </a:lvl7pPr>
            <a:lvl8pPr algn="l">
              <a:defRPr sz="2025" b="1">
                <a:solidFill>
                  <a:srgbClr val="598C6C"/>
                </a:solidFill>
                <a:latin typeface="Arial"/>
                <a:ea typeface="Arial"/>
                <a:cs typeface="Arial"/>
              </a:defRPr>
            </a:lvl8pPr>
            <a:lvl9pPr algn="l">
              <a:defRPr sz="2025" b="1">
                <a:solidFill>
                  <a:srgbClr val="598C6C"/>
                </a:solidFill>
                <a:latin typeface="Arial"/>
                <a:ea typeface="Arial"/>
                <a:cs typeface="Arial"/>
              </a:defRPr>
            </a:lvl9pPr>
          </a:lstStyle>
          <a:p>
            <a:pPr algn="l">
              <a:defRPr sz="2025" b="1">
                <a:solidFill>
                  <a:srgbClr val="598C6C"/>
                </a:solidFill>
                <a:latin typeface="Arial"/>
                <a:ea typeface="Arial"/>
                <a:cs typeface="Arial"/>
              </a:defRPr>
            </a:pPr>
            <a:r>
              <a:rPr sz="2025" b="1">
                <a:solidFill>
                  <a:srgbClr val="598C6C"/>
                </a:solidFill>
                <a:latin typeface="Arial"/>
                <a:ea typeface="Arial"/>
                <a:cs typeface="Arial"/>
              </a:rPr>
              <a:t>Validate store demand, staff effort and unit economics in a small pilot.</a:t>
            </a:r>
          </a:p>
        </p:txBody>
      </p:sp>
    </p:spTree>
    <p:extLst>
      <p:ext uri="{BB962C8B-B14F-4D97-AF65-F5344CB8AC3E}">
        <p14:creationId xmlns:p14="http://schemas.microsoft.com/office/powerpoint/2010/main" val="28373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3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F793DEF8-3F01-4775-B6BD-5C9B9EB7AF5A}"/>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7A37D213-A908-41C8-9274-E7E03776B99C}"/>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A 90-day plan with explicit decision gates</a:t>
            </a:r>
          </a:p>
        </p:txBody>
      </p:sp>
      <p:sp>
        <p:nvSpPr>
          <p:cNvPr id="3" name="矩形 2">
            <a:extLst>
              <a:ext uri="{FF2B5EF4-FFF2-40B4-BE49-F238E27FC236}">
                <a16:creationId xmlns:a16="http://schemas.microsoft.com/office/drawing/2014/main" id="{79ED4689-61F0-4CB2-8EFB-EE568A39BDFD}"/>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Proposed pilot / expand only after the preceding evidence supports it</a:t>
            </a:r>
          </a:p>
        </p:txBody>
      </p:sp>
      <p:sp>
        <p:nvSpPr>
          <p:cNvPr id="4" name="矩形 3">
            <a:extLst>
              <a:ext uri="{FF2B5EF4-FFF2-40B4-BE49-F238E27FC236}">
                <a16:creationId xmlns:a16="http://schemas.microsoft.com/office/drawing/2014/main" id="{9878207F-2C18-43D7-A60F-24E216F0B7F6}"/>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1C190564-0A77-4FE3-B5DC-656B9890A4B3}"/>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5E0CFFAB-2EAE-4085-B14C-981BB3300546}"/>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14 / 32</a:t>
            </a:r>
          </a:p>
        </p:txBody>
      </p:sp>
      <p:sp>
        <p:nvSpPr>
          <p:cNvPr id="7" name="A01-period-69">
            <a:extLst>
              <a:ext uri="{FF2B5EF4-FFF2-40B4-BE49-F238E27FC236}">
                <a16:creationId xmlns:a16="http://schemas.microsoft.com/office/drawing/2014/main" id="{61E7804D-DFD6-44B4-B09E-61B1172D14C7}"/>
              </a:ext>
            </a:extLst>
          </p:cNvPr>
          <p:cNvSpPr>
            <a:spLocks noGrp="1"/>
          </p:cNvSpPr>
          <p:nvPr/>
        </p:nvSpPr>
        <p:spPr>
          <a:xfrm>
            <a:off x="457200" y="1895475"/>
            <a:ext cx="3524250" cy="504825"/>
          </a:xfrm>
          <a:prstGeom prst="rect">
            <a:avLst/>
          </a:prstGeom>
          <a:noFill/>
          <a:ln w="0">
            <a:noFill/>
            <a:prstDash val="solid"/>
          </a:ln>
        </p:spPr>
        <p:txBody>
          <a:bodyPr wrap="square" lIns="0" tIns="0" rIns="0" bIns="0" anchor="t">
            <a:noAutofit/>
          </a:bodyPr>
          <a:lstStyle>
            <a:defPPr algn="l">
              <a:defRPr sz="2700" b="1">
                <a:solidFill>
                  <a:srgbClr val="B57906"/>
                </a:solidFill>
                <a:latin typeface="Arial"/>
                <a:ea typeface="Arial"/>
                <a:cs typeface="Arial"/>
              </a:defRPr>
            </a:defPPr>
            <a:lvl1pPr algn="l">
              <a:defRPr sz="2700" b="1">
                <a:solidFill>
                  <a:srgbClr val="B57906"/>
                </a:solidFill>
                <a:latin typeface="Arial"/>
                <a:ea typeface="Arial"/>
                <a:cs typeface="Arial"/>
              </a:defRPr>
            </a:lvl1pPr>
            <a:lvl2pPr algn="l">
              <a:defRPr sz="2700" b="1">
                <a:solidFill>
                  <a:srgbClr val="B57906"/>
                </a:solidFill>
                <a:latin typeface="Arial"/>
                <a:ea typeface="Arial"/>
                <a:cs typeface="Arial"/>
              </a:defRPr>
            </a:lvl2pPr>
            <a:lvl3pPr algn="l">
              <a:defRPr sz="2700" b="1">
                <a:solidFill>
                  <a:srgbClr val="B57906"/>
                </a:solidFill>
                <a:latin typeface="Arial"/>
                <a:ea typeface="Arial"/>
                <a:cs typeface="Arial"/>
              </a:defRPr>
            </a:lvl3pPr>
            <a:lvl4pPr algn="l">
              <a:defRPr sz="2700" b="1">
                <a:solidFill>
                  <a:srgbClr val="B57906"/>
                </a:solidFill>
                <a:latin typeface="Arial"/>
                <a:ea typeface="Arial"/>
                <a:cs typeface="Arial"/>
              </a:defRPr>
            </a:lvl4pPr>
            <a:lvl5pPr algn="l">
              <a:defRPr sz="2700" b="1">
                <a:solidFill>
                  <a:srgbClr val="B57906"/>
                </a:solidFill>
                <a:latin typeface="Arial"/>
                <a:ea typeface="Arial"/>
                <a:cs typeface="Arial"/>
              </a:defRPr>
            </a:lvl5pPr>
            <a:lvl6pPr algn="l">
              <a:defRPr sz="2700" b="1">
                <a:solidFill>
                  <a:srgbClr val="B57906"/>
                </a:solidFill>
                <a:latin typeface="Arial"/>
                <a:ea typeface="Arial"/>
                <a:cs typeface="Arial"/>
              </a:defRPr>
            </a:lvl6pPr>
            <a:lvl7pPr algn="l">
              <a:defRPr sz="2700" b="1">
                <a:solidFill>
                  <a:srgbClr val="B57906"/>
                </a:solidFill>
                <a:latin typeface="Arial"/>
                <a:ea typeface="Arial"/>
                <a:cs typeface="Arial"/>
              </a:defRPr>
            </a:lvl7pPr>
            <a:lvl8pPr algn="l">
              <a:defRPr sz="2700" b="1">
                <a:solidFill>
                  <a:srgbClr val="B57906"/>
                </a:solidFill>
                <a:latin typeface="Arial"/>
                <a:ea typeface="Arial"/>
                <a:cs typeface="Arial"/>
              </a:defRPr>
            </a:lvl8pPr>
            <a:lvl9pPr algn="l">
              <a:defRPr sz="2700" b="1">
                <a:solidFill>
                  <a:srgbClr val="B57906"/>
                </a:solidFill>
                <a:latin typeface="Arial"/>
                <a:ea typeface="Arial"/>
                <a:cs typeface="Arial"/>
              </a:defRPr>
            </a:lvl9pPr>
          </a:lstStyle>
          <a:p>
            <a:pPr algn="l">
              <a:defRPr sz="2700" b="1">
                <a:solidFill>
                  <a:srgbClr val="B57906"/>
                </a:solidFill>
                <a:latin typeface="Arial"/>
                <a:ea typeface="Arial"/>
                <a:cs typeface="Arial"/>
              </a:defRPr>
            </a:pPr>
            <a:r>
              <a:rPr sz="2700" b="1">
                <a:solidFill>
                  <a:srgbClr val="B57906"/>
                </a:solidFill>
                <a:latin typeface="Arial"/>
                <a:ea typeface="Arial"/>
                <a:cs typeface="Arial"/>
              </a:rPr>
              <a:t>Days 0–30</a:t>
            </a:r>
          </a:p>
        </p:txBody>
      </p:sp>
      <p:sp>
        <p:nvSpPr>
          <p:cNvPr id="8" name="矩形 7">
            <a:extLst>
              <a:ext uri="{FF2B5EF4-FFF2-40B4-BE49-F238E27FC236}">
                <a16:creationId xmlns:a16="http://schemas.microsoft.com/office/drawing/2014/main" id="{F2B483F6-2EEC-4EA7-95D5-B4BCCAC94619}"/>
              </a:ext>
            </a:extLst>
          </p:cNvPr>
          <p:cNvSpPr>
            <a:spLocks noGrp="1"/>
          </p:cNvSpPr>
          <p:nvPr/>
        </p:nvSpPr>
        <p:spPr>
          <a:xfrm>
            <a:off x="457200" y="2571750"/>
            <a:ext cx="3524250" cy="9525"/>
          </a:xfrm>
          <a:prstGeom prst="rect">
            <a:avLst/>
          </a:prstGeom>
          <a:solidFill>
            <a:srgbClr val="B7BA9A"/>
          </a:solidFill>
          <a:ln w="0">
            <a:noFill/>
            <a:prstDash val="solid"/>
          </a:ln>
        </p:spPr>
      </p:sp>
      <p:sp>
        <p:nvSpPr>
          <p:cNvPr id="9" name="A01-goal-70">
            <a:extLst>
              <a:ext uri="{FF2B5EF4-FFF2-40B4-BE49-F238E27FC236}">
                <a16:creationId xmlns:a16="http://schemas.microsoft.com/office/drawing/2014/main" id="{DFFB1C33-CEF9-4A91-9B99-A7364DF4E112}"/>
              </a:ext>
            </a:extLst>
          </p:cNvPr>
          <p:cNvSpPr>
            <a:spLocks noGrp="1"/>
          </p:cNvSpPr>
          <p:nvPr/>
        </p:nvSpPr>
        <p:spPr>
          <a:xfrm>
            <a:off x="457200" y="2914650"/>
            <a:ext cx="3524250" cy="838200"/>
          </a:xfrm>
          <a:prstGeom prst="rect">
            <a:avLst/>
          </a:prstGeom>
          <a:noFill/>
          <a:ln w="0">
            <a:noFill/>
            <a:prstDash val="solid"/>
          </a:ln>
        </p:spPr>
        <p:txBody>
          <a:bodyPr wrap="square" lIns="0" tIns="0" rIns="0" bIns="0" anchor="t">
            <a:noAutofit/>
          </a:bodyPr>
          <a:lstStyle>
            <a:defPPr algn="l">
              <a:defRPr sz="2175" b="1">
                <a:solidFill>
                  <a:srgbClr val="163B2A"/>
                </a:solidFill>
                <a:latin typeface="Arial"/>
                <a:ea typeface="Arial"/>
                <a:cs typeface="Arial"/>
              </a:defRPr>
            </a:defPPr>
            <a:lvl1pPr algn="l">
              <a:defRPr sz="2175" b="1">
                <a:solidFill>
                  <a:srgbClr val="163B2A"/>
                </a:solidFill>
                <a:latin typeface="Arial"/>
                <a:ea typeface="Arial"/>
                <a:cs typeface="Arial"/>
              </a:defRPr>
            </a:lvl1pPr>
            <a:lvl2pPr algn="l">
              <a:defRPr sz="2175" b="1">
                <a:solidFill>
                  <a:srgbClr val="163B2A"/>
                </a:solidFill>
                <a:latin typeface="Arial"/>
                <a:ea typeface="Arial"/>
                <a:cs typeface="Arial"/>
              </a:defRPr>
            </a:lvl2pPr>
            <a:lvl3pPr algn="l">
              <a:defRPr sz="2175" b="1">
                <a:solidFill>
                  <a:srgbClr val="163B2A"/>
                </a:solidFill>
                <a:latin typeface="Arial"/>
                <a:ea typeface="Arial"/>
                <a:cs typeface="Arial"/>
              </a:defRPr>
            </a:lvl3pPr>
            <a:lvl4pPr algn="l">
              <a:defRPr sz="2175" b="1">
                <a:solidFill>
                  <a:srgbClr val="163B2A"/>
                </a:solidFill>
                <a:latin typeface="Arial"/>
                <a:ea typeface="Arial"/>
                <a:cs typeface="Arial"/>
              </a:defRPr>
            </a:lvl4pPr>
            <a:lvl5pPr algn="l">
              <a:defRPr sz="2175" b="1">
                <a:solidFill>
                  <a:srgbClr val="163B2A"/>
                </a:solidFill>
                <a:latin typeface="Arial"/>
                <a:ea typeface="Arial"/>
                <a:cs typeface="Arial"/>
              </a:defRPr>
            </a:lvl5pPr>
            <a:lvl6pPr algn="l">
              <a:defRPr sz="2175" b="1">
                <a:solidFill>
                  <a:srgbClr val="163B2A"/>
                </a:solidFill>
                <a:latin typeface="Arial"/>
                <a:ea typeface="Arial"/>
                <a:cs typeface="Arial"/>
              </a:defRPr>
            </a:lvl6pPr>
            <a:lvl7pPr algn="l">
              <a:defRPr sz="2175" b="1">
                <a:solidFill>
                  <a:srgbClr val="163B2A"/>
                </a:solidFill>
                <a:latin typeface="Arial"/>
                <a:ea typeface="Arial"/>
                <a:cs typeface="Arial"/>
              </a:defRPr>
            </a:lvl7pPr>
            <a:lvl8pPr algn="l">
              <a:defRPr sz="2175" b="1">
                <a:solidFill>
                  <a:srgbClr val="163B2A"/>
                </a:solidFill>
                <a:latin typeface="Arial"/>
                <a:ea typeface="Arial"/>
                <a:cs typeface="Arial"/>
              </a:defRPr>
            </a:lvl8pPr>
            <a:lvl9pPr algn="l">
              <a:defRPr sz="2175" b="1">
                <a:solidFill>
                  <a:srgbClr val="163B2A"/>
                </a:solidFill>
                <a:latin typeface="Arial"/>
                <a:ea typeface="Arial"/>
                <a:cs typeface="Arial"/>
              </a:defRPr>
            </a:lvl9pPr>
          </a:lstStyle>
          <a:p>
            <a:pPr algn="l">
              <a:defRPr sz="2175" b="1">
                <a:solidFill>
                  <a:srgbClr val="163B2A"/>
                </a:solidFill>
                <a:latin typeface="Arial"/>
                <a:ea typeface="Arial"/>
                <a:cs typeface="Arial"/>
              </a:defRPr>
            </a:pPr>
            <a:r>
              <a:rPr sz="2175" b="1">
                <a:solidFill>
                  <a:srgbClr val="163B2A"/>
                </a:solidFill>
                <a:latin typeface="Arial"/>
                <a:ea typeface="Arial"/>
                <a:cs typeface="Arial"/>
              </a:rPr>
              <a:t>Work manually</a:t>
            </a:r>
          </a:p>
          <a:p>
            <a:pPr algn="l">
              <a:defRPr sz="2175" b="1">
                <a:solidFill>
                  <a:srgbClr val="163B2A"/>
                </a:solidFill>
                <a:latin typeface="Arial"/>
                <a:ea typeface="Arial"/>
                <a:cs typeface="Arial"/>
              </a:defRPr>
            </a:pPr>
            <a:r>
              <a:rPr sz="2175" b="1">
                <a:solidFill>
                  <a:srgbClr val="163B2A"/>
                </a:solidFill>
                <a:latin typeface="Arial"/>
                <a:ea typeface="Arial"/>
                <a:cs typeface="Arial"/>
              </a:rPr>
              <a:t>with 3–5 stores</a:t>
            </a:r>
          </a:p>
        </p:txBody>
      </p:sp>
      <p:sp>
        <p:nvSpPr>
          <p:cNvPr id="10" name="A01-measures-71">
            <a:extLst>
              <a:ext uri="{FF2B5EF4-FFF2-40B4-BE49-F238E27FC236}">
                <a16:creationId xmlns:a16="http://schemas.microsoft.com/office/drawing/2014/main" id="{E0FE7AD0-2432-40BF-AC22-EF51062CE47B}"/>
              </a:ext>
            </a:extLst>
          </p:cNvPr>
          <p:cNvSpPr>
            <a:spLocks noGrp="1"/>
          </p:cNvSpPr>
          <p:nvPr/>
        </p:nvSpPr>
        <p:spPr>
          <a:xfrm>
            <a:off x="457200" y="4105275"/>
            <a:ext cx="3524250" cy="1457325"/>
          </a:xfrm>
          <a:prstGeom prst="rect">
            <a:avLst/>
          </a:prstGeom>
          <a:noFill/>
          <a:ln w="0">
            <a:noFill/>
            <a:prstDash val="solid"/>
          </a:ln>
        </p:spPr>
        <p:txBody>
          <a:bodyPr wrap="square" lIns="0" tIns="0" rIns="0" bIns="0" anchor="t">
            <a:noAutofit/>
          </a:bodyPr>
          <a:lstStyle>
            <a:defPPr algn="l">
              <a:defRPr sz="1800" b="0">
                <a:solidFill>
                  <a:srgbClr val="586958"/>
                </a:solidFill>
                <a:latin typeface="Arial"/>
                <a:ea typeface="Arial"/>
                <a:cs typeface="Arial"/>
              </a:defRPr>
            </a:defPPr>
            <a:lvl1pPr algn="l">
              <a:defRPr sz="1800" b="0">
                <a:solidFill>
                  <a:srgbClr val="586958"/>
                </a:solidFill>
                <a:latin typeface="Arial"/>
                <a:ea typeface="Arial"/>
                <a:cs typeface="Arial"/>
              </a:defRPr>
            </a:lvl1pPr>
            <a:lvl2pPr algn="l">
              <a:defRPr sz="1800" b="0">
                <a:solidFill>
                  <a:srgbClr val="586958"/>
                </a:solidFill>
                <a:latin typeface="Arial"/>
                <a:ea typeface="Arial"/>
                <a:cs typeface="Arial"/>
              </a:defRPr>
            </a:lvl2pPr>
            <a:lvl3pPr algn="l">
              <a:defRPr sz="1800" b="0">
                <a:solidFill>
                  <a:srgbClr val="586958"/>
                </a:solidFill>
                <a:latin typeface="Arial"/>
                <a:ea typeface="Arial"/>
                <a:cs typeface="Arial"/>
              </a:defRPr>
            </a:lvl3pPr>
            <a:lvl4pPr algn="l">
              <a:defRPr sz="1800" b="0">
                <a:solidFill>
                  <a:srgbClr val="586958"/>
                </a:solidFill>
                <a:latin typeface="Arial"/>
                <a:ea typeface="Arial"/>
                <a:cs typeface="Arial"/>
              </a:defRPr>
            </a:lvl4pPr>
            <a:lvl5pPr algn="l">
              <a:defRPr sz="1800" b="0">
                <a:solidFill>
                  <a:srgbClr val="586958"/>
                </a:solidFill>
                <a:latin typeface="Arial"/>
                <a:ea typeface="Arial"/>
                <a:cs typeface="Arial"/>
              </a:defRPr>
            </a:lvl5pPr>
            <a:lvl6pPr algn="l">
              <a:defRPr sz="1800" b="0">
                <a:solidFill>
                  <a:srgbClr val="586958"/>
                </a:solidFill>
                <a:latin typeface="Arial"/>
                <a:ea typeface="Arial"/>
                <a:cs typeface="Arial"/>
              </a:defRPr>
            </a:lvl6pPr>
            <a:lvl7pPr algn="l">
              <a:defRPr sz="1800" b="0">
                <a:solidFill>
                  <a:srgbClr val="586958"/>
                </a:solidFill>
                <a:latin typeface="Arial"/>
                <a:ea typeface="Arial"/>
                <a:cs typeface="Arial"/>
              </a:defRPr>
            </a:lvl7pPr>
            <a:lvl8pPr algn="l">
              <a:defRPr sz="1800" b="0">
                <a:solidFill>
                  <a:srgbClr val="586958"/>
                </a:solidFill>
                <a:latin typeface="Arial"/>
                <a:ea typeface="Arial"/>
                <a:cs typeface="Arial"/>
              </a:defRPr>
            </a:lvl8pPr>
            <a:lvl9pPr algn="l">
              <a:defRPr sz="1800" b="0">
                <a:solidFill>
                  <a:srgbClr val="586958"/>
                </a:solidFill>
                <a:latin typeface="Arial"/>
                <a:ea typeface="Arial"/>
                <a:cs typeface="Arial"/>
              </a:defRPr>
            </a:lvl9pPr>
          </a:lstStyle>
          <a:p>
            <a:pPr algn="l">
              <a:defRPr sz="1800" b="0">
                <a:solidFill>
                  <a:srgbClr val="586958"/>
                </a:solidFill>
                <a:latin typeface="Arial"/>
                <a:ea typeface="Arial"/>
                <a:cs typeface="Arial"/>
              </a:defRPr>
            </a:pPr>
            <a:r>
              <a:rPr sz="1800" b="0">
                <a:solidFill>
                  <a:srgbClr val="586958"/>
                </a:solidFill>
                <a:latin typeface="Arial"/>
                <a:ea typeface="Arial"/>
                <a:cs typeface="Arial"/>
              </a:rPr>
              <a:t>Record baseline and collections</a:t>
            </a:r>
          </a:p>
          <a:p>
            <a:pPr algn="l">
              <a:defRPr sz="1800" b="0">
                <a:solidFill>
                  <a:srgbClr val="586958"/>
                </a:solidFill>
                <a:latin typeface="Arial"/>
                <a:ea typeface="Arial"/>
                <a:cs typeface="Arial"/>
              </a:defRPr>
            </a:pPr>
            <a:r>
              <a:rPr sz="1800" b="0">
                <a:solidFill>
                  <a:srgbClr val="586958"/>
                </a:solidFill>
                <a:latin typeface="Arial"/>
                <a:ea typeface="Arial"/>
                <a:cs typeface="Arial"/>
              </a:rPr>
              <a:t>Track recovery and low days</a:t>
            </a:r>
          </a:p>
          <a:p>
            <a:pPr algn="l">
              <a:defRPr sz="1800" b="0">
                <a:solidFill>
                  <a:srgbClr val="586958"/>
                </a:solidFill>
                <a:latin typeface="Arial"/>
                <a:ea typeface="Arial"/>
                <a:cs typeface="Arial"/>
              </a:defRPr>
            </a:pPr>
            <a:r>
              <a:rPr sz="1800" b="0">
                <a:solidFill>
                  <a:srgbClr val="586958"/>
                </a:solidFill>
                <a:latin typeface="Arial"/>
                <a:ea typeface="Arial"/>
                <a:cs typeface="Arial"/>
              </a:rPr>
              <a:t>Time the closing routine</a:t>
            </a:r>
          </a:p>
        </p:txBody>
      </p:sp>
      <p:sp>
        <p:nvSpPr>
          <p:cNvPr id="11" name="A02-period-72">
            <a:extLst>
              <a:ext uri="{FF2B5EF4-FFF2-40B4-BE49-F238E27FC236}">
                <a16:creationId xmlns:a16="http://schemas.microsoft.com/office/drawing/2014/main" id="{56B19F7F-0E2C-4C61-A21B-BC15227AF7F8}"/>
              </a:ext>
            </a:extLst>
          </p:cNvPr>
          <p:cNvSpPr>
            <a:spLocks noGrp="1"/>
          </p:cNvSpPr>
          <p:nvPr/>
        </p:nvSpPr>
        <p:spPr>
          <a:xfrm>
            <a:off x="4314825" y="1895475"/>
            <a:ext cx="3524250" cy="504825"/>
          </a:xfrm>
          <a:prstGeom prst="rect">
            <a:avLst/>
          </a:prstGeom>
          <a:noFill/>
          <a:ln w="0">
            <a:noFill/>
            <a:prstDash val="solid"/>
          </a:ln>
        </p:spPr>
        <p:txBody>
          <a:bodyPr wrap="square" lIns="0" tIns="0" rIns="0" bIns="0" anchor="t">
            <a:noAutofit/>
          </a:bodyPr>
          <a:lstStyle>
            <a:defPPr algn="l">
              <a:defRPr sz="2700" b="1">
                <a:solidFill>
                  <a:srgbClr val="B57906"/>
                </a:solidFill>
                <a:latin typeface="Arial"/>
                <a:ea typeface="Arial"/>
                <a:cs typeface="Arial"/>
              </a:defRPr>
            </a:defPPr>
            <a:lvl1pPr algn="l">
              <a:defRPr sz="2700" b="1">
                <a:solidFill>
                  <a:srgbClr val="B57906"/>
                </a:solidFill>
                <a:latin typeface="Arial"/>
                <a:ea typeface="Arial"/>
                <a:cs typeface="Arial"/>
              </a:defRPr>
            </a:lvl1pPr>
            <a:lvl2pPr algn="l">
              <a:defRPr sz="2700" b="1">
                <a:solidFill>
                  <a:srgbClr val="B57906"/>
                </a:solidFill>
                <a:latin typeface="Arial"/>
                <a:ea typeface="Arial"/>
                <a:cs typeface="Arial"/>
              </a:defRPr>
            </a:lvl2pPr>
            <a:lvl3pPr algn="l">
              <a:defRPr sz="2700" b="1">
                <a:solidFill>
                  <a:srgbClr val="B57906"/>
                </a:solidFill>
                <a:latin typeface="Arial"/>
                <a:ea typeface="Arial"/>
                <a:cs typeface="Arial"/>
              </a:defRPr>
            </a:lvl3pPr>
            <a:lvl4pPr algn="l">
              <a:defRPr sz="2700" b="1">
                <a:solidFill>
                  <a:srgbClr val="B57906"/>
                </a:solidFill>
                <a:latin typeface="Arial"/>
                <a:ea typeface="Arial"/>
                <a:cs typeface="Arial"/>
              </a:defRPr>
            </a:lvl4pPr>
            <a:lvl5pPr algn="l">
              <a:defRPr sz="2700" b="1">
                <a:solidFill>
                  <a:srgbClr val="B57906"/>
                </a:solidFill>
                <a:latin typeface="Arial"/>
                <a:ea typeface="Arial"/>
                <a:cs typeface="Arial"/>
              </a:defRPr>
            </a:lvl5pPr>
            <a:lvl6pPr algn="l">
              <a:defRPr sz="2700" b="1">
                <a:solidFill>
                  <a:srgbClr val="B57906"/>
                </a:solidFill>
                <a:latin typeface="Arial"/>
                <a:ea typeface="Arial"/>
                <a:cs typeface="Arial"/>
              </a:defRPr>
            </a:lvl6pPr>
            <a:lvl7pPr algn="l">
              <a:defRPr sz="2700" b="1">
                <a:solidFill>
                  <a:srgbClr val="B57906"/>
                </a:solidFill>
                <a:latin typeface="Arial"/>
                <a:ea typeface="Arial"/>
                <a:cs typeface="Arial"/>
              </a:defRPr>
            </a:lvl7pPr>
            <a:lvl8pPr algn="l">
              <a:defRPr sz="2700" b="1">
                <a:solidFill>
                  <a:srgbClr val="B57906"/>
                </a:solidFill>
                <a:latin typeface="Arial"/>
                <a:ea typeface="Arial"/>
                <a:cs typeface="Arial"/>
              </a:defRPr>
            </a:lvl8pPr>
            <a:lvl9pPr algn="l">
              <a:defRPr sz="2700" b="1">
                <a:solidFill>
                  <a:srgbClr val="B57906"/>
                </a:solidFill>
                <a:latin typeface="Arial"/>
                <a:ea typeface="Arial"/>
                <a:cs typeface="Arial"/>
              </a:defRPr>
            </a:lvl9pPr>
          </a:lstStyle>
          <a:p>
            <a:pPr algn="l">
              <a:defRPr sz="2700" b="1">
                <a:solidFill>
                  <a:srgbClr val="B57906"/>
                </a:solidFill>
                <a:latin typeface="Arial"/>
                <a:ea typeface="Arial"/>
                <a:cs typeface="Arial"/>
              </a:defRPr>
            </a:pPr>
            <a:r>
              <a:rPr sz="2700" b="1">
                <a:solidFill>
                  <a:srgbClr val="B57906"/>
                </a:solidFill>
                <a:latin typeface="Arial"/>
                <a:ea typeface="Arial"/>
                <a:cs typeface="Arial"/>
              </a:rPr>
              <a:t>Days 31–60</a:t>
            </a:r>
          </a:p>
        </p:txBody>
      </p:sp>
      <p:sp>
        <p:nvSpPr>
          <p:cNvPr id="12" name="矩形 11">
            <a:extLst>
              <a:ext uri="{FF2B5EF4-FFF2-40B4-BE49-F238E27FC236}">
                <a16:creationId xmlns:a16="http://schemas.microsoft.com/office/drawing/2014/main" id="{FABE4E88-468C-4F7E-BD7D-5B2E9E1F3D8C}"/>
              </a:ext>
            </a:extLst>
          </p:cNvPr>
          <p:cNvSpPr>
            <a:spLocks noGrp="1"/>
          </p:cNvSpPr>
          <p:nvPr/>
        </p:nvSpPr>
        <p:spPr>
          <a:xfrm>
            <a:off x="4314825" y="2571750"/>
            <a:ext cx="3524250" cy="9525"/>
          </a:xfrm>
          <a:prstGeom prst="rect">
            <a:avLst/>
          </a:prstGeom>
          <a:solidFill>
            <a:srgbClr val="B7BA9A"/>
          </a:solidFill>
          <a:ln w="0">
            <a:noFill/>
            <a:prstDash val="solid"/>
          </a:ln>
        </p:spPr>
      </p:sp>
      <p:sp>
        <p:nvSpPr>
          <p:cNvPr id="13" name="A02-goal-73">
            <a:extLst>
              <a:ext uri="{FF2B5EF4-FFF2-40B4-BE49-F238E27FC236}">
                <a16:creationId xmlns:a16="http://schemas.microsoft.com/office/drawing/2014/main" id="{DCC90C1B-0C4B-43A5-A748-8CDA2CFE64B4}"/>
              </a:ext>
            </a:extLst>
          </p:cNvPr>
          <p:cNvSpPr>
            <a:spLocks noGrp="1"/>
          </p:cNvSpPr>
          <p:nvPr/>
        </p:nvSpPr>
        <p:spPr>
          <a:xfrm>
            <a:off x="4314825" y="2914650"/>
            <a:ext cx="3524250" cy="838200"/>
          </a:xfrm>
          <a:prstGeom prst="rect">
            <a:avLst/>
          </a:prstGeom>
          <a:noFill/>
          <a:ln w="0">
            <a:noFill/>
            <a:prstDash val="solid"/>
          </a:ln>
        </p:spPr>
        <p:txBody>
          <a:bodyPr wrap="square" lIns="0" tIns="0" rIns="0" bIns="0" anchor="t">
            <a:noAutofit/>
          </a:bodyPr>
          <a:lstStyle>
            <a:defPPr algn="l">
              <a:defRPr sz="2175" b="1">
                <a:solidFill>
                  <a:srgbClr val="163B2A"/>
                </a:solidFill>
                <a:latin typeface="Arial"/>
                <a:ea typeface="Arial"/>
                <a:cs typeface="Arial"/>
              </a:defRPr>
            </a:defPPr>
            <a:lvl1pPr algn="l">
              <a:defRPr sz="2175" b="1">
                <a:solidFill>
                  <a:srgbClr val="163B2A"/>
                </a:solidFill>
                <a:latin typeface="Arial"/>
                <a:ea typeface="Arial"/>
                <a:cs typeface="Arial"/>
              </a:defRPr>
            </a:lvl1pPr>
            <a:lvl2pPr algn="l">
              <a:defRPr sz="2175" b="1">
                <a:solidFill>
                  <a:srgbClr val="163B2A"/>
                </a:solidFill>
                <a:latin typeface="Arial"/>
                <a:ea typeface="Arial"/>
                <a:cs typeface="Arial"/>
              </a:defRPr>
            </a:lvl2pPr>
            <a:lvl3pPr algn="l">
              <a:defRPr sz="2175" b="1">
                <a:solidFill>
                  <a:srgbClr val="163B2A"/>
                </a:solidFill>
                <a:latin typeface="Arial"/>
                <a:ea typeface="Arial"/>
                <a:cs typeface="Arial"/>
              </a:defRPr>
            </a:lvl3pPr>
            <a:lvl4pPr algn="l">
              <a:defRPr sz="2175" b="1">
                <a:solidFill>
                  <a:srgbClr val="163B2A"/>
                </a:solidFill>
                <a:latin typeface="Arial"/>
                <a:ea typeface="Arial"/>
                <a:cs typeface="Arial"/>
              </a:defRPr>
            </a:lvl4pPr>
            <a:lvl5pPr algn="l">
              <a:defRPr sz="2175" b="1">
                <a:solidFill>
                  <a:srgbClr val="163B2A"/>
                </a:solidFill>
                <a:latin typeface="Arial"/>
                <a:ea typeface="Arial"/>
                <a:cs typeface="Arial"/>
              </a:defRPr>
            </a:lvl5pPr>
            <a:lvl6pPr algn="l">
              <a:defRPr sz="2175" b="1">
                <a:solidFill>
                  <a:srgbClr val="163B2A"/>
                </a:solidFill>
                <a:latin typeface="Arial"/>
                <a:ea typeface="Arial"/>
                <a:cs typeface="Arial"/>
              </a:defRPr>
            </a:lvl6pPr>
            <a:lvl7pPr algn="l">
              <a:defRPr sz="2175" b="1">
                <a:solidFill>
                  <a:srgbClr val="163B2A"/>
                </a:solidFill>
                <a:latin typeface="Arial"/>
                <a:ea typeface="Arial"/>
                <a:cs typeface="Arial"/>
              </a:defRPr>
            </a:lvl7pPr>
            <a:lvl8pPr algn="l">
              <a:defRPr sz="2175" b="1">
                <a:solidFill>
                  <a:srgbClr val="163B2A"/>
                </a:solidFill>
                <a:latin typeface="Arial"/>
                <a:ea typeface="Arial"/>
                <a:cs typeface="Arial"/>
              </a:defRPr>
            </a:lvl8pPr>
            <a:lvl9pPr algn="l">
              <a:defRPr sz="2175" b="1">
                <a:solidFill>
                  <a:srgbClr val="163B2A"/>
                </a:solidFill>
                <a:latin typeface="Arial"/>
                <a:ea typeface="Arial"/>
                <a:cs typeface="Arial"/>
              </a:defRPr>
            </a:lvl9pPr>
          </a:lstStyle>
          <a:p>
            <a:pPr algn="l">
              <a:defRPr sz="2175" b="1">
                <a:solidFill>
                  <a:srgbClr val="163B2A"/>
                </a:solidFill>
                <a:latin typeface="Arial"/>
                <a:ea typeface="Arial"/>
                <a:cs typeface="Arial"/>
              </a:defRPr>
            </a:pPr>
            <a:r>
              <a:rPr sz="2175" b="1">
                <a:solidFill>
                  <a:srgbClr val="163B2A"/>
                </a:solidFill>
                <a:latin typeface="Arial"/>
                <a:ea typeface="Arial"/>
                <a:cs typeface="Arial"/>
              </a:rPr>
              <a:t>Test channels</a:t>
            </a:r>
          </a:p>
          <a:p>
            <a:pPr algn="l">
              <a:defRPr sz="2175" b="1">
                <a:solidFill>
                  <a:srgbClr val="163B2A"/>
                </a:solidFill>
                <a:latin typeface="Arial"/>
                <a:ea typeface="Arial"/>
                <a:cs typeface="Arial"/>
              </a:defRPr>
            </a:pPr>
            <a:r>
              <a:rPr sz="2175" b="1">
                <a:solidFill>
                  <a:srgbClr val="163B2A"/>
                </a:solidFill>
                <a:latin typeface="Arial"/>
                <a:ea typeface="Arial"/>
                <a:cs typeface="Arial"/>
              </a:rPr>
              <a:t>and data connections</a:t>
            </a:r>
          </a:p>
        </p:txBody>
      </p:sp>
      <p:sp>
        <p:nvSpPr>
          <p:cNvPr id="14" name="A02-measures-74">
            <a:extLst>
              <a:ext uri="{FF2B5EF4-FFF2-40B4-BE49-F238E27FC236}">
                <a16:creationId xmlns:a16="http://schemas.microsoft.com/office/drawing/2014/main" id="{43C3C52D-B6A1-4E1B-A759-95259C758E91}"/>
              </a:ext>
            </a:extLst>
          </p:cNvPr>
          <p:cNvSpPr>
            <a:spLocks noGrp="1"/>
          </p:cNvSpPr>
          <p:nvPr/>
        </p:nvSpPr>
        <p:spPr>
          <a:xfrm>
            <a:off x="4314825" y="4105275"/>
            <a:ext cx="3524250" cy="1457325"/>
          </a:xfrm>
          <a:prstGeom prst="rect">
            <a:avLst/>
          </a:prstGeom>
          <a:noFill/>
          <a:ln w="0">
            <a:noFill/>
            <a:prstDash val="solid"/>
          </a:ln>
        </p:spPr>
        <p:txBody>
          <a:bodyPr wrap="square" lIns="0" tIns="0" rIns="0" bIns="0" anchor="t">
            <a:noAutofit/>
          </a:bodyPr>
          <a:lstStyle>
            <a:defPPr algn="l">
              <a:defRPr sz="1800" b="0">
                <a:solidFill>
                  <a:srgbClr val="586958"/>
                </a:solidFill>
                <a:latin typeface="Arial"/>
                <a:ea typeface="Arial"/>
                <a:cs typeface="Arial"/>
              </a:defRPr>
            </a:defPPr>
            <a:lvl1pPr algn="l">
              <a:defRPr sz="1800" b="0">
                <a:solidFill>
                  <a:srgbClr val="586958"/>
                </a:solidFill>
                <a:latin typeface="Arial"/>
                <a:ea typeface="Arial"/>
                <a:cs typeface="Arial"/>
              </a:defRPr>
            </a:lvl1pPr>
            <a:lvl2pPr algn="l">
              <a:defRPr sz="1800" b="0">
                <a:solidFill>
                  <a:srgbClr val="586958"/>
                </a:solidFill>
                <a:latin typeface="Arial"/>
                <a:ea typeface="Arial"/>
                <a:cs typeface="Arial"/>
              </a:defRPr>
            </a:lvl2pPr>
            <a:lvl3pPr algn="l">
              <a:defRPr sz="1800" b="0">
                <a:solidFill>
                  <a:srgbClr val="586958"/>
                </a:solidFill>
                <a:latin typeface="Arial"/>
                <a:ea typeface="Arial"/>
                <a:cs typeface="Arial"/>
              </a:defRPr>
            </a:lvl3pPr>
            <a:lvl4pPr algn="l">
              <a:defRPr sz="1800" b="0">
                <a:solidFill>
                  <a:srgbClr val="586958"/>
                </a:solidFill>
                <a:latin typeface="Arial"/>
                <a:ea typeface="Arial"/>
                <a:cs typeface="Arial"/>
              </a:defRPr>
            </a:lvl4pPr>
            <a:lvl5pPr algn="l">
              <a:defRPr sz="1800" b="0">
                <a:solidFill>
                  <a:srgbClr val="586958"/>
                </a:solidFill>
                <a:latin typeface="Arial"/>
                <a:ea typeface="Arial"/>
                <a:cs typeface="Arial"/>
              </a:defRPr>
            </a:lvl5pPr>
            <a:lvl6pPr algn="l">
              <a:defRPr sz="1800" b="0">
                <a:solidFill>
                  <a:srgbClr val="586958"/>
                </a:solidFill>
                <a:latin typeface="Arial"/>
                <a:ea typeface="Arial"/>
                <a:cs typeface="Arial"/>
              </a:defRPr>
            </a:lvl6pPr>
            <a:lvl7pPr algn="l">
              <a:defRPr sz="1800" b="0">
                <a:solidFill>
                  <a:srgbClr val="586958"/>
                </a:solidFill>
                <a:latin typeface="Arial"/>
                <a:ea typeface="Arial"/>
                <a:cs typeface="Arial"/>
              </a:defRPr>
            </a:lvl7pPr>
            <a:lvl8pPr algn="l">
              <a:defRPr sz="1800" b="0">
                <a:solidFill>
                  <a:srgbClr val="586958"/>
                </a:solidFill>
                <a:latin typeface="Arial"/>
                <a:ea typeface="Arial"/>
                <a:cs typeface="Arial"/>
              </a:defRPr>
            </a:lvl8pPr>
            <a:lvl9pPr algn="l">
              <a:defRPr sz="1800" b="0">
                <a:solidFill>
                  <a:srgbClr val="586958"/>
                </a:solidFill>
                <a:latin typeface="Arial"/>
                <a:ea typeface="Arial"/>
                <a:cs typeface="Arial"/>
              </a:defRPr>
            </a:lvl9pPr>
          </a:lstStyle>
          <a:p>
            <a:pPr algn="l">
              <a:defRPr sz="1800" b="0">
                <a:solidFill>
                  <a:srgbClr val="586958"/>
                </a:solidFill>
                <a:latin typeface="Arial"/>
                <a:ea typeface="Arial"/>
                <a:cs typeface="Arial"/>
              </a:defRPr>
            </a:pPr>
            <a:r>
              <a:rPr sz="1800" b="0">
                <a:solidFill>
                  <a:srgbClr val="586958"/>
                </a:solidFill>
                <a:latin typeface="Arial"/>
                <a:ea typeface="Arial"/>
                <a:cs typeface="Arial"/>
              </a:rPr>
              <a:t>Assess messages and POS import</a:t>
            </a:r>
          </a:p>
          <a:p>
            <a:pPr algn="l">
              <a:defRPr sz="1800" b="0">
                <a:solidFill>
                  <a:srgbClr val="586958"/>
                </a:solidFill>
                <a:latin typeface="Arial"/>
                <a:ea typeface="Arial"/>
                <a:cs typeface="Arial"/>
              </a:defRPr>
            </a:pPr>
            <a:r>
              <a:rPr sz="1800" b="0">
                <a:solidFill>
                  <a:srgbClr val="586958"/>
                </a:solidFill>
                <a:latin typeface="Arial"/>
                <a:ea typeface="Arial"/>
                <a:cs typeface="Arial"/>
              </a:rPr>
              <a:t>Check traceability and cost</a:t>
            </a:r>
          </a:p>
          <a:p>
            <a:pPr algn="l">
              <a:defRPr sz="1800" b="0">
                <a:solidFill>
                  <a:srgbClr val="586958"/>
                </a:solidFill>
                <a:latin typeface="Arial"/>
                <a:ea typeface="Arial"/>
                <a:cs typeface="Arial"/>
              </a:defRPr>
            </a:pPr>
            <a:r>
              <a:rPr sz="1800" b="0">
                <a:solidFill>
                  <a:srgbClr val="586958"/>
                </a:solidFill>
                <a:latin typeface="Arial"/>
                <a:ea typeface="Arial"/>
                <a:cs typeface="Arial"/>
              </a:rPr>
              <a:t>Expand only if justified</a:t>
            </a:r>
          </a:p>
        </p:txBody>
      </p:sp>
      <p:sp>
        <p:nvSpPr>
          <p:cNvPr id="15" name="A03-period-75">
            <a:extLst>
              <a:ext uri="{FF2B5EF4-FFF2-40B4-BE49-F238E27FC236}">
                <a16:creationId xmlns:a16="http://schemas.microsoft.com/office/drawing/2014/main" id="{F6488D5C-0291-4C3B-9400-AEF6E17CCB52}"/>
              </a:ext>
            </a:extLst>
          </p:cNvPr>
          <p:cNvSpPr>
            <a:spLocks noGrp="1"/>
          </p:cNvSpPr>
          <p:nvPr/>
        </p:nvSpPr>
        <p:spPr>
          <a:xfrm>
            <a:off x="8172450" y="1895475"/>
            <a:ext cx="3524250" cy="504825"/>
          </a:xfrm>
          <a:prstGeom prst="rect">
            <a:avLst/>
          </a:prstGeom>
          <a:noFill/>
          <a:ln w="0">
            <a:noFill/>
            <a:prstDash val="solid"/>
          </a:ln>
        </p:spPr>
        <p:txBody>
          <a:bodyPr wrap="square" lIns="0" tIns="0" rIns="0" bIns="0" anchor="t">
            <a:noAutofit/>
          </a:bodyPr>
          <a:lstStyle>
            <a:defPPr algn="l">
              <a:defRPr sz="2700" b="1">
                <a:solidFill>
                  <a:srgbClr val="B57906"/>
                </a:solidFill>
                <a:latin typeface="Arial"/>
                <a:ea typeface="Arial"/>
                <a:cs typeface="Arial"/>
              </a:defRPr>
            </a:defPPr>
            <a:lvl1pPr algn="l">
              <a:defRPr sz="2700" b="1">
                <a:solidFill>
                  <a:srgbClr val="B57906"/>
                </a:solidFill>
                <a:latin typeface="Arial"/>
                <a:ea typeface="Arial"/>
                <a:cs typeface="Arial"/>
              </a:defRPr>
            </a:lvl1pPr>
            <a:lvl2pPr algn="l">
              <a:defRPr sz="2700" b="1">
                <a:solidFill>
                  <a:srgbClr val="B57906"/>
                </a:solidFill>
                <a:latin typeface="Arial"/>
                <a:ea typeface="Arial"/>
                <a:cs typeface="Arial"/>
              </a:defRPr>
            </a:lvl2pPr>
            <a:lvl3pPr algn="l">
              <a:defRPr sz="2700" b="1">
                <a:solidFill>
                  <a:srgbClr val="B57906"/>
                </a:solidFill>
                <a:latin typeface="Arial"/>
                <a:ea typeface="Arial"/>
                <a:cs typeface="Arial"/>
              </a:defRPr>
            </a:lvl3pPr>
            <a:lvl4pPr algn="l">
              <a:defRPr sz="2700" b="1">
                <a:solidFill>
                  <a:srgbClr val="B57906"/>
                </a:solidFill>
                <a:latin typeface="Arial"/>
                <a:ea typeface="Arial"/>
                <a:cs typeface="Arial"/>
              </a:defRPr>
            </a:lvl4pPr>
            <a:lvl5pPr algn="l">
              <a:defRPr sz="2700" b="1">
                <a:solidFill>
                  <a:srgbClr val="B57906"/>
                </a:solidFill>
                <a:latin typeface="Arial"/>
                <a:ea typeface="Arial"/>
                <a:cs typeface="Arial"/>
              </a:defRPr>
            </a:lvl5pPr>
            <a:lvl6pPr algn="l">
              <a:defRPr sz="2700" b="1">
                <a:solidFill>
                  <a:srgbClr val="B57906"/>
                </a:solidFill>
                <a:latin typeface="Arial"/>
                <a:ea typeface="Arial"/>
                <a:cs typeface="Arial"/>
              </a:defRPr>
            </a:lvl6pPr>
            <a:lvl7pPr algn="l">
              <a:defRPr sz="2700" b="1">
                <a:solidFill>
                  <a:srgbClr val="B57906"/>
                </a:solidFill>
                <a:latin typeface="Arial"/>
                <a:ea typeface="Arial"/>
                <a:cs typeface="Arial"/>
              </a:defRPr>
            </a:lvl7pPr>
            <a:lvl8pPr algn="l">
              <a:defRPr sz="2700" b="1">
                <a:solidFill>
                  <a:srgbClr val="B57906"/>
                </a:solidFill>
                <a:latin typeface="Arial"/>
                <a:ea typeface="Arial"/>
                <a:cs typeface="Arial"/>
              </a:defRPr>
            </a:lvl8pPr>
            <a:lvl9pPr algn="l">
              <a:defRPr sz="2700" b="1">
                <a:solidFill>
                  <a:srgbClr val="B57906"/>
                </a:solidFill>
                <a:latin typeface="Arial"/>
                <a:ea typeface="Arial"/>
                <a:cs typeface="Arial"/>
              </a:defRPr>
            </a:lvl9pPr>
          </a:lstStyle>
          <a:p>
            <a:pPr algn="l">
              <a:defRPr sz="2700" b="1">
                <a:solidFill>
                  <a:srgbClr val="B57906"/>
                </a:solidFill>
                <a:latin typeface="Arial"/>
                <a:ea typeface="Arial"/>
                <a:cs typeface="Arial"/>
              </a:defRPr>
            </a:pPr>
            <a:r>
              <a:rPr sz="2700" b="1">
                <a:solidFill>
                  <a:srgbClr val="B57906"/>
                </a:solidFill>
                <a:latin typeface="Arial"/>
                <a:ea typeface="Arial"/>
                <a:cs typeface="Arial"/>
              </a:rPr>
              <a:t>Days 61–90</a:t>
            </a:r>
          </a:p>
        </p:txBody>
      </p:sp>
      <p:sp>
        <p:nvSpPr>
          <p:cNvPr id="16" name="矩形 15">
            <a:extLst>
              <a:ext uri="{FF2B5EF4-FFF2-40B4-BE49-F238E27FC236}">
                <a16:creationId xmlns:a16="http://schemas.microsoft.com/office/drawing/2014/main" id="{ACFB665A-B78E-40E4-9673-971AAB62615F}"/>
              </a:ext>
            </a:extLst>
          </p:cNvPr>
          <p:cNvSpPr>
            <a:spLocks noGrp="1"/>
          </p:cNvSpPr>
          <p:nvPr/>
        </p:nvSpPr>
        <p:spPr>
          <a:xfrm>
            <a:off x="8172450" y="2571750"/>
            <a:ext cx="3524250" cy="9525"/>
          </a:xfrm>
          <a:prstGeom prst="rect">
            <a:avLst/>
          </a:prstGeom>
          <a:solidFill>
            <a:srgbClr val="B7BA9A"/>
          </a:solidFill>
          <a:ln w="0">
            <a:noFill/>
            <a:prstDash val="solid"/>
          </a:ln>
        </p:spPr>
      </p:sp>
      <p:sp>
        <p:nvSpPr>
          <p:cNvPr id="17" name="A03-goal-76">
            <a:extLst>
              <a:ext uri="{FF2B5EF4-FFF2-40B4-BE49-F238E27FC236}">
                <a16:creationId xmlns:a16="http://schemas.microsoft.com/office/drawing/2014/main" id="{A6872D23-46BA-4314-84C9-694EF83D9711}"/>
              </a:ext>
            </a:extLst>
          </p:cNvPr>
          <p:cNvSpPr>
            <a:spLocks noGrp="1"/>
          </p:cNvSpPr>
          <p:nvPr/>
        </p:nvSpPr>
        <p:spPr>
          <a:xfrm>
            <a:off x="8172450" y="2914650"/>
            <a:ext cx="3524250" cy="838200"/>
          </a:xfrm>
          <a:prstGeom prst="rect">
            <a:avLst/>
          </a:prstGeom>
          <a:noFill/>
          <a:ln w="0">
            <a:noFill/>
            <a:prstDash val="solid"/>
          </a:ln>
        </p:spPr>
        <p:txBody>
          <a:bodyPr wrap="square" lIns="0" tIns="0" rIns="0" bIns="0" anchor="t">
            <a:noAutofit/>
          </a:bodyPr>
          <a:lstStyle>
            <a:defPPr algn="l">
              <a:defRPr sz="2175" b="1">
                <a:solidFill>
                  <a:srgbClr val="163B2A"/>
                </a:solidFill>
                <a:latin typeface="Arial"/>
                <a:ea typeface="Arial"/>
                <a:cs typeface="Arial"/>
              </a:defRPr>
            </a:defPPr>
            <a:lvl1pPr algn="l">
              <a:defRPr sz="2175" b="1">
                <a:solidFill>
                  <a:srgbClr val="163B2A"/>
                </a:solidFill>
                <a:latin typeface="Arial"/>
                <a:ea typeface="Arial"/>
                <a:cs typeface="Arial"/>
              </a:defRPr>
            </a:lvl1pPr>
            <a:lvl2pPr algn="l">
              <a:defRPr sz="2175" b="1">
                <a:solidFill>
                  <a:srgbClr val="163B2A"/>
                </a:solidFill>
                <a:latin typeface="Arial"/>
                <a:ea typeface="Arial"/>
                <a:cs typeface="Arial"/>
              </a:defRPr>
            </a:lvl2pPr>
            <a:lvl3pPr algn="l">
              <a:defRPr sz="2175" b="1">
                <a:solidFill>
                  <a:srgbClr val="163B2A"/>
                </a:solidFill>
                <a:latin typeface="Arial"/>
                <a:ea typeface="Arial"/>
                <a:cs typeface="Arial"/>
              </a:defRPr>
            </a:lvl3pPr>
            <a:lvl4pPr algn="l">
              <a:defRPr sz="2175" b="1">
                <a:solidFill>
                  <a:srgbClr val="163B2A"/>
                </a:solidFill>
                <a:latin typeface="Arial"/>
                <a:ea typeface="Arial"/>
                <a:cs typeface="Arial"/>
              </a:defRPr>
            </a:lvl4pPr>
            <a:lvl5pPr algn="l">
              <a:defRPr sz="2175" b="1">
                <a:solidFill>
                  <a:srgbClr val="163B2A"/>
                </a:solidFill>
                <a:latin typeface="Arial"/>
                <a:ea typeface="Arial"/>
                <a:cs typeface="Arial"/>
              </a:defRPr>
            </a:lvl5pPr>
            <a:lvl6pPr algn="l">
              <a:defRPr sz="2175" b="1">
                <a:solidFill>
                  <a:srgbClr val="163B2A"/>
                </a:solidFill>
                <a:latin typeface="Arial"/>
                <a:ea typeface="Arial"/>
                <a:cs typeface="Arial"/>
              </a:defRPr>
            </a:lvl6pPr>
            <a:lvl7pPr algn="l">
              <a:defRPr sz="2175" b="1">
                <a:solidFill>
                  <a:srgbClr val="163B2A"/>
                </a:solidFill>
                <a:latin typeface="Arial"/>
                <a:ea typeface="Arial"/>
                <a:cs typeface="Arial"/>
              </a:defRPr>
            </a:lvl7pPr>
            <a:lvl8pPr algn="l">
              <a:defRPr sz="2175" b="1">
                <a:solidFill>
                  <a:srgbClr val="163B2A"/>
                </a:solidFill>
                <a:latin typeface="Arial"/>
                <a:ea typeface="Arial"/>
                <a:cs typeface="Arial"/>
              </a:defRPr>
            </a:lvl8pPr>
            <a:lvl9pPr algn="l">
              <a:defRPr sz="2175" b="1">
                <a:solidFill>
                  <a:srgbClr val="163B2A"/>
                </a:solidFill>
                <a:latin typeface="Arial"/>
                <a:ea typeface="Arial"/>
                <a:cs typeface="Arial"/>
              </a:defRPr>
            </a:lvl9pPr>
          </a:lstStyle>
          <a:p>
            <a:pPr algn="l">
              <a:defRPr sz="2175" b="1">
                <a:solidFill>
                  <a:srgbClr val="163B2A"/>
                </a:solidFill>
                <a:latin typeface="Arial"/>
                <a:ea typeface="Arial"/>
                <a:cs typeface="Arial"/>
              </a:defRPr>
            </a:pPr>
            <a:r>
              <a:rPr sz="2175" b="1">
                <a:solidFill>
                  <a:srgbClr val="163B2A"/>
                </a:solidFill>
                <a:latin typeface="Arial"/>
                <a:ea typeface="Arial"/>
                <a:cs typeface="Arial"/>
              </a:rPr>
              <a:t>Test payment</a:t>
            </a:r>
          </a:p>
          <a:p>
            <a:pPr algn="l">
              <a:defRPr sz="2175" b="1">
                <a:solidFill>
                  <a:srgbClr val="163B2A"/>
                </a:solidFill>
                <a:latin typeface="Arial"/>
                <a:ea typeface="Arial"/>
                <a:cs typeface="Arial"/>
              </a:defRPr>
            </a:pPr>
            <a:r>
              <a:rPr sz="2175" b="1">
                <a:solidFill>
                  <a:srgbClr val="163B2A"/>
                </a:solidFill>
                <a:latin typeface="Arial"/>
                <a:ea typeface="Arial"/>
                <a:cs typeface="Arial"/>
              </a:rPr>
              <a:t>and continued use</a:t>
            </a:r>
          </a:p>
        </p:txBody>
      </p:sp>
      <p:sp>
        <p:nvSpPr>
          <p:cNvPr id="18" name="A03-measures-77">
            <a:extLst>
              <a:ext uri="{FF2B5EF4-FFF2-40B4-BE49-F238E27FC236}">
                <a16:creationId xmlns:a16="http://schemas.microsoft.com/office/drawing/2014/main" id="{E959D393-2850-4BD0-BC9B-8E267E113523}"/>
              </a:ext>
            </a:extLst>
          </p:cNvPr>
          <p:cNvSpPr>
            <a:spLocks noGrp="1"/>
          </p:cNvSpPr>
          <p:nvPr/>
        </p:nvSpPr>
        <p:spPr>
          <a:xfrm>
            <a:off x="8172450" y="4105275"/>
            <a:ext cx="3524250" cy="1457325"/>
          </a:xfrm>
          <a:prstGeom prst="rect">
            <a:avLst/>
          </a:prstGeom>
          <a:noFill/>
          <a:ln w="0">
            <a:noFill/>
            <a:prstDash val="solid"/>
          </a:ln>
        </p:spPr>
        <p:txBody>
          <a:bodyPr wrap="square" lIns="0" tIns="0" rIns="0" bIns="0" anchor="t">
            <a:noAutofit/>
          </a:bodyPr>
          <a:lstStyle>
            <a:defPPr algn="l">
              <a:defRPr sz="1800" b="0">
                <a:solidFill>
                  <a:srgbClr val="586958"/>
                </a:solidFill>
                <a:latin typeface="Arial"/>
                <a:ea typeface="Arial"/>
                <a:cs typeface="Arial"/>
              </a:defRPr>
            </a:defPPr>
            <a:lvl1pPr algn="l">
              <a:defRPr sz="1800" b="0">
                <a:solidFill>
                  <a:srgbClr val="586958"/>
                </a:solidFill>
                <a:latin typeface="Arial"/>
                <a:ea typeface="Arial"/>
                <a:cs typeface="Arial"/>
              </a:defRPr>
            </a:lvl1pPr>
            <a:lvl2pPr algn="l">
              <a:defRPr sz="1800" b="0">
                <a:solidFill>
                  <a:srgbClr val="586958"/>
                </a:solidFill>
                <a:latin typeface="Arial"/>
                <a:ea typeface="Arial"/>
                <a:cs typeface="Arial"/>
              </a:defRPr>
            </a:lvl2pPr>
            <a:lvl3pPr algn="l">
              <a:defRPr sz="1800" b="0">
                <a:solidFill>
                  <a:srgbClr val="586958"/>
                </a:solidFill>
                <a:latin typeface="Arial"/>
                <a:ea typeface="Arial"/>
                <a:cs typeface="Arial"/>
              </a:defRPr>
            </a:lvl3pPr>
            <a:lvl4pPr algn="l">
              <a:defRPr sz="1800" b="0">
                <a:solidFill>
                  <a:srgbClr val="586958"/>
                </a:solidFill>
                <a:latin typeface="Arial"/>
                <a:ea typeface="Arial"/>
                <a:cs typeface="Arial"/>
              </a:defRPr>
            </a:lvl4pPr>
            <a:lvl5pPr algn="l">
              <a:defRPr sz="1800" b="0">
                <a:solidFill>
                  <a:srgbClr val="586958"/>
                </a:solidFill>
                <a:latin typeface="Arial"/>
                <a:ea typeface="Arial"/>
                <a:cs typeface="Arial"/>
              </a:defRPr>
            </a:lvl5pPr>
            <a:lvl6pPr algn="l">
              <a:defRPr sz="1800" b="0">
                <a:solidFill>
                  <a:srgbClr val="586958"/>
                </a:solidFill>
                <a:latin typeface="Arial"/>
                <a:ea typeface="Arial"/>
                <a:cs typeface="Arial"/>
              </a:defRPr>
            </a:lvl6pPr>
            <a:lvl7pPr algn="l">
              <a:defRPr sz="1800" b="0">
                <a:solidFill>
                  <a:srgbClr val="586958"/>
                </a:solidFill>
                <a:latin typeface="Arial"/>
                <a:ea typeface="Arial"/>
                <a:cs typeface="Arial"/>
              </a:defRPr>
            </a:lvl7pPr>
            <a:lvl8pPr algn="l">
              <a:defRPr sz="1800" b="0">
                <a:solidFill>
                  <a:srgbClr val="586958"/>
                </a:solidFill>
                <a:latin typeface="Arial"/>
                <a:ea typeface="Arial"/>
                <a:cs typeface="Arial"/>
              </a:defRPr>
            </a:lvl8pPr>
            <a:lvl9pPr algn="l">
              <a:defRPr sz="1800" b="0">
                <a:solidFill>
                  <a:srgbClr val="586958"/>
                </a:solidFill>
                <a:latin typeface="Arial"/>
                <a:ea typeface="Arial"/>
                <a:cs typeface="Arial"/>
              </a:defRPr>
            </a:lvl9pPr>
          </a:lstStyle>
          <a:p>
            <a:pPr algn="l">
              <a:defRPr sz="1800" b="0">
                <a:solidFill>
                  <a:srgbClr val="586958"/>
                </a:solidFill>
                <a:latin typeface="Arial"/>
                <a:ea typeface="Arial"/>
                <a:cs typeface="Arial"/>
              </a:defRPr>
            </a:pPr>
            <a:r>
              <a:rPr sz="1800" b="0">
                <a:solidFill>
                  <a:srgbClr val="586958"/>
                </a:solidFill>
                <a:latin typeface="Arial"/>
                <a:ea typeface="Arial"/>
                <a:cs typeface="Arial"/>
              </a:rPr>
              <a:t>Test willingness to pay</a:t>
            </a:r>
          </a:p>
          <a:p>
            <a:pPr algn="l">
              <a:defRPr sz="1800" b="0">
                <a:solidFill>
                  <a:srgbClr val="586958"/>
                </a:solidFill>
                <a:latin typeface="Arial"/>
                <a:ea typeface="Arial"/>
                <a:cs typeface="Arial"/>
              </a:defRPr>
            </a:pPr>
            <a:r>
              <a:rPr sz="1800" b="0">
                <a:solidFill>
                  <a:srgbClr val="586958"/>
                </a:solidFill>
                <a:latin typeface="Arial"/>
                <a:ea typeface="Arial"/>
                <a:cs typeface="Arial"/>
              </a:rPr>
              <a:t>Measure attributable value</a:t>
            </a:r>
          </a:p>
          <a:p>
            <a:pPr algn="l">
              <a:defRPr sz="1800" b="0">
                <a:solidFill>
                  <a:srgbClr val="586958"/>
                </a:solidFill>
                <a:latin typeface="Arial"/>
                <a:ea typeface="Arial"/>
                <a:cs typeface="Arial"/>
              </a:defRPr>
            </a:pPr>
            <a:r>
              <a:rPr sz="1800" b="0">
                <a:solidFill>
                  <a:srgbClr val="586958"/>
                </a:solidFill>
                <a:latin typeface="Arial"/>
                <a:ea typeface="Arial"/>
                <a:cs typeface="Arial"/>
              </a:rPr>
              <a:t>Track continued store use</a:t>
            </a:r>
          </a:p>
        </p:txBody>
      </p:sp>
      <p:sp>
        <p:nvSpPr>
          <p:cNvPr id="19" name="矩形 18">
            <a:extLst>
              <a:ext uri="{FF2B5EF4-FFF2-40B4-BE49-F238E27FC236}">
                <a16:creationId xmlns:a16="http://schemas.microsoft.com/office/drawing/2014/main" id="{7685406E-16F9-4DB9-A00E-1FEF73E8842F}"/>
              </a:ext>
            </a:extLst>
          </p:cNvPr>
          <p:cNvSpPr>
            <a:spLocks noGrp="1"/>
          </p:cNvSpPr>
          <p:nvPr/>
        </p:nvSpPr>
        <p:spPr>
          <a:xfrm>
            <a:off x="457200" y="5857875"/>
            <a:ext cx="11277600" cy="495300"/>
          </a:xfrm>
          <a:prstGeom prst="rect">
            <a:avLst/>
          </a:prstGeom>
          <a:noFill/>
          <a:ln w="0">
            <a:noFill/>
            <a:prstDash val="solid"/>
          </a:ln>
        </p:spPr>
        <p:txBody>
          <a:bodyPr wrap="square" lIns="0" tIns="0" rIns="0" bIns="0" anchor="t">
            <a:noAutofit/>
          </a:bodyPr>
          <a:lstStyle>
            <a:defPPr algn="l">
              <a:defRPr sz="1950" b="1">
                <a:solidFill>
                  <a:srgbClr val="598C6C"/>
                </a:solidFill>
                <a:latin typeface="Arial"/>
                <a:ea typeface="Arial"/>
                <a:cs typeface="Arial"/>
              </a:defRPr>
            </a:defPPr>
            <a:lvl1pPr algn="l">
              <a:defRPr sz="1950" b="1">
                <a:solidFill>
                  <a:srgbClr val="598C6C"/>
                </a:solidFill>
                <a:latin typeface="Arial"/>
                <a:ea typeface="Arial"/>
                <a:cs typeface="Arial"/>
              </a:defRPr>
            </a:lvl1pPr>
            <a:lvl2pPr algn="l">
              <a:defRPr sz="1950" b="1">
                <a:solidFill>
                  <a:srgbClr val="598C6C"/>
                </a:solidFill>
                <a:latin typeface="Arial"/>
                <a:ea typeface="Arial"/>
                <a:cs typeface="Arial"/>
              </a:defRPr>
            </a:lvl2pPr>
            <a:lvl3pPr algn="l">
              <a:defRPr sz="1950" b="1">
                <a:solidFill>
                  <a:srgbClr val="598C6C"/>
                </a:solidFill>
                <a:latin typeface="Arial"/>
                <a:ea typeface="Arial"/>
                <a:cs typeface="Arial"/>
              </a:defRPr>
            </a:lvl3pPr>
            <a:lvl4pPr algn="l">
              <a:defRPr sz="1950" b="1">
                <a:solidFill>
                  <a:srgbClr val="598C6C"/>
                </a:solidFill>
                <a:latin typeface="Arial"/>
                <a:ea typeface="Arial"/>
                <a:cs typeface="Arial"/>
              </a:defRPr>
            </a:lvl4pPr>
            <a:lvl5pPr algn="l">
              <a:defRPr sz="1950" b="1">
                <a:solidFill>
                  <a:srgbClr val="598C6C"/>
                </a:solidFill>
                <a:latin typeface="Arial"/>
                <a:ea typeface="Arial"/>
                <a:cs typeface="Arial"/>
              </a:defRPr>
            </a:lvl5pPr>
            <a:lvl6pPr algn="l">
              <a:defRPr sz="1950" b="1">
                <a:solidFill>
                  <a:srgbClr val="598C6C"/>
                </a:solidFill>
                <a:latin typeface="Arial"/>
                <a:ea typeface="Arial"/>
                <a:cs typeface="Arial"/>
              </a:defRPr>
            </a:lvl6pPr>
            <a:lvl7pPr algn="l">
              <a:defRPr sz="1950" b="1">
                <a:solidFill>
                  <a:srgbClr val="598C6C"/>
                </a:solidFill>
                <a:latin typeface="Arial"/>
                <a:ea typeface="Arial"/>
                <a:cs typeface="Arial"/>
              </a:defRPr>
            </a:lvl7pPr>
            <a:lvl8pPr algn="l">
              <a:defRPr sz="1950" b="1">
                <a:solidFill>
                  <a:srgbClr val="598C6C"/>
                </a:solidFill>
                <a:latin typeface="Arial"/>
                <a:ea typeface="Arial"/>
                <a:cs typeface="Arial"/>
              </a:defRPr>
            </a:lvl8pPr>
            <a:lvl9pPr algn="l">
              <a:defRPr sz="1950" b="1">
                <a:solidFill>
                  <a:srgbClr val="598C6C"/>
                </a:solidFill>
                <a:latin typeface="Arial"/>
                <a:ea typeface="Arial"/>
                <a:cs typeface="Arial"/>
              </a:defRPr>
            </a:lvl9pPr>
          </a:lstStyle>
          <a:p>
            <a:pPr algn="l">
              <a:defRPr sz="1950" b="1">
                <a:solidFill>
                  <a:srgbClr val="598C6C"/>
                </a:solidFill>
                <a:latin typeface="Arial"/>
                <a:ea typeface="Arial"/>
                <a:cs typeface="Arial"/>
              </a:defRPr>
            </a:pPr>
            <a:r>
              <a:rPr sz="1950" b="1">
                <a:solidFill>
                  <a:srgbClr val="598C6C"/>
                </a:solidFill>
                <a:latin typeface="Arial"/>
                <a:ea typeface="Arial"/>
                <a:cs typeface="Arial"/>
              </a:rPr>
              <a:t>If targets are missed: diagnose the funnel, change one variable, pause expansion.</a:t>
            </a:r>
          </a:p>
        </p:txBody>
      </p:sp>
    </p:spTree>
    <p:extLst>
      <p:ext uri="{BB962C8B-B14F-4D97-AF65-F5344CB8AC3E}">
        <p14:creationId xmlns:p14="http://schemas.microsoft.com/office/powerpoint/2010/main" val="2081245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3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3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3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3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3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3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3" grpId="0"/>
      <p:bldP spid="14" grpId="0"/>
      <p:bldP spid="15" grpId="0"/>
      <p:bldP spid="17"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5AB7F3B3-454E-4D40-AD83-EA0B8A6CE22B}"/>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86D309C1-0F4E-4D7C-A97B-99863FE6ACE8}"/>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Help us test this in a real closing routine</a:t>
            </a:r>
          </a:p>
        </p:txBody>
      </p:sp>
      <p:sp>
        <p:nvSpPr>
          <p:cNvPr id="3" name="矩形 2">
            <a:extLst>
              <a:ext uri="{FF2B5EF4-FFF2-40B4-BE49-F238E27FC236}">
                <a16:creationId xmlns:a16="http://schemas.microsoft.com/office/drawing/2014/main" id="{3FD11EBC-55EA-464C-B5AB-EE7DCF0D578C}"/>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A proposed 30-day pilot with 3–5 independent bakeries</a:t>
            </a:r>
          </a:p>
        </p:txBody>
      </p:sp>
      <p:sp>
        <p:nvSpPr>
          <p:cNvPr id="4" name="矩形 3">
            <a:extLst>
              <a:ext uri="{FF2B5EF4-FFF2-40B4-BE49-F238E27FC236}">
                <a16:creationId xmlns:a16="http://schemas.microsoft.com/office/drawing/2014/main" id="{8C8ED86A-0863-4A1C-B1CE-977BEA2279D5}"/>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AA3A7FC7-0F1A-4113-87B8-C86C4A77E48D}"/>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52961DAF-FF6C-4204-83FF-7E42D5511B86}"/>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15 / 32</a:t>
            </a:r>
          </a:p>
        </p:txBody>
      </p:sp>
      <p:sp>
        <p:nvSpPr>
          <p:cNvPr id="7" name="A01-number-78">
            <a:extLst>
              <a:ext uri="{FF2B5EF4-FFF2-40B4-BE49-F238E27FC236}">
                <a16:creationId xmlns:a16="http://schemas.microsoft.com/office/drawing/2014/main" id="{C529969A-C7E3-4400-AC31-93D8340E8A97}"/>
              </a:ext>
            </a:extLst>
          </p:cNvPr>
          <p:cNvSpPr>
            <a:spLocks noGrp="1"/>
          </p:cNvSpPr>
          <p:nvPr/>
        </p:nvSpPr>
        <p:spPr>
          <a:xfrm>
            <a:off x="457200" y="1990725"/>
            <a:ext cx="590550" cy="457200"/>
          </a:xfrm>
          <a:prstGeom prst="rect">
            <a:avLst/>
          </a:prstGeom>
          <a:noFill/>
          <a:ln w="0">
            <a:noFill/>
            <a:prstDash val="solid"/>
          </a:ln>
        </p:spPr>
        <p:txBody>
          <a:bodyPr wrap="square" lIns="0" tIns="0" rIns="0" bIns="0" anchor="t">
            <a:noAutofit/>
          </a:bodyPr>
          <a:lstStyle>
            <a:defPPr algn="l">
              <a:defRPr sz="2550" b="1">
                <a:solidFill>
                  <a:srgbClr val="B57906"/>
                </a:solidFill>
                <a:latin typeface="Arial"/>
                <a:ea typeface="Arial"/>
                <a:cs typeface="Arial"/>
              </a:defRPr>
            </a:defPPr>
            <a:lvl1pPr algn="l">
              <a:defRPr sz="2550" b="1">
                <a:solidFill>
                  <a:srgbClr val="B57906"/>
                </a:solidFill>
                <a:latin typeface="Arial"/>
                <a:ea typeface="Arial"/>
                <a:cs typeface="Arial"/>
              </a:defRPr>
            </a:lvl1pPr>
            <a:lvl2pPr algn="l">
              <a:defRPr sz="2550" b="1">
                <a:solidFill>
                  <a:srgbClr val="B57906"/>
                </a:solidFill>
                <a:latin typeface="Arial"/>
                <a:ea typeface="Arial"/>
                <a:cs typeface="Arial"/>
              </a:defRPr>
            </a:lvl2pPr>
            <a:lvl3pPr algn="l">
              <a:defRPr sz="2550" b="1">
                <a:solidFill>
                  <a:srgbClr val="B57906"/>
                </a:solidFill>
                <a:latin typeface="Arial"/>
                <a:ea typeface="Arial"/>
                <a:cs typeface="Arial"/>
              </a:defRPr>
            </a:lvl3pPr>
            <a:lvl4pPr algn="l">
              <a:defRPr sz="2550" b="1">
                <a:solidFill>
                  <a:srgbClr val="B57906"/>
                </a:solidFill>
                <a:latin typeface="Arial"/>
                <a:ea typeface="Arial"/>
                <a:cs typeface="Arial"/>
              </a:defRPr>
            </a:lvl4pPr>
            <a:lvl5pPr algn="l">
              <a:defRPr sz="2550" b="1">
                <a:solidFill>
                  <a:srgbClr val="B57906"/>
                </a:solidFill>
                <a:latin typeface="Arial"/>
                <a:ea typeface="Arial"/>
                <a:cs typeface="Arial"/>
              </a:defRPr>
            </a:lvl5pPr>
            <a:lvl6pPr algn="l">
              <a:defRPr sz="2550" b="1">
                <a:solidFill>
                  <a:srgbClr val="B57906"/>
                </a:solidFill>
                <a:latin typeface="Arial"/>
                <a:ea typeface="Arial"/>
                <a:cs typeface="Arial"/>
              </a:defRPr>
            </a:lvl6pPr>
            <a:lvl7pPr algn="l">
              <a:defRPr sz="2550" b="1">
                <a:solidFill>
                  <a:srgbClr val="B57906"/>
                </a:solidFill>
                <a:latin typeface="Arial"/>
                <a:ea typeface="Arial"/>
                <a:cs typeface="Arial"/>
              </a:defRPr>
            </a:lvl7pPr>
            <a:lvl8pPr algn="l">
              <a:defRPr sz="2550" b="1">
                <a:solidFill>
                  <a:srgbClr val="B57906"/>
                </a:solidFill>
                <a:latin typeface="Arial"/>
                <a:ea typeface="Arial"/>
                <a:cs typeface="Arial"/>
              </a:defRPr>
            </a:lvl8pPr>
            <a:lvl9pPr algn="l">
              <a:defRPr sz="2550" b="1">
                <a:solidFill>
                  <a:srgbClr val="B57906"/>
                </a:solidFill>
                <a:latin typeface="Arial"/>
                <a:ea typeface="Arial"/>
                <a:cs typeface="Arial"/>
              </a:defRPr>
            </a:lvl9pPr>
          </a:lstStyle>
          <a:p>
            <a:pPr algn="l">
              <a:defRPr sz="2550" b="1">
                <a:solidFill>
                  <a:srgbClr val="B57906"/>
                </a:solidFill>
                <a:latin typeface="Arial"/>
                <a:ea typeface="Arial"/>
                <a:cs typeface="Arial"/>
              </a:defRPr>
            </a:pPr>
            <a:r>
              <a:rPr sz="2550" b="1">
                <a:solidFill>
                  <a:srgbClr val="B57906"/>
                </a:solidFill>
                <a:latin typeface="Arial"/>
                <a:ea typeface="Arial"/>
                <a:cs typeface="Arial"/>
              </a:rPr>
              <a:t>01</a:t>
            </a:r>
          </a:p>
        </p:txBody>
      </p:sp>
      <p:sp>
        <p:nvSpPr>
          <p:cNvPr id="8" name="A01-title-79">
            <a:extLst>
              <a:ext uri="{FF2B5EF4-FFF2-40B4-BE49-F238E27FC236}">
                <a16:creationId xmlns:a16="http://schemas.microsoft.com/office/drawing/2014/main" id="{2F3D571F-B12A-4C8F-9B69-0F606BE25CF5}"/>
              </a:ext>
            </a:extLst>
          </p:cNvPr>
          <p:cNvSpPr>
            <a:spLocks noGrp="1"/>
          </p:cNvSpPr>
          <p:nvPr/>
        </p:nvSpPr>
        <p:spPr>
          <a:xfrm>
            <a:off x="1238250" y="1990725"/>
            <a:ext cx="5924550" cy="44767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3–5 pilot stores</a:t>
            </a:r>
          </a:p>
        </p:txBody>
      </p:sp>
      <p:sp>
        <p:nvSpPr>
          <p:cNvPr id="9" name="A01-body-80">
            <a:extLst>
              <a:ext uri="{FF2B5EF4-FFF2-40B4-BE49-F238E27FC236}">
                <a16:creationId xmlns:a16="http://schemas.microsoft.com/office/drawing/2014/main" id="{1DA062F8-CA02-4D13-9D18-F687DABCF74A}"/>
              </a:ext>
            </a:extLst>
          </p:cNvPr>
          <p:cNvSpPr>
            <a:spLocks noGrp="1"/>
          </p:cNvSpPr>
          <p:nvPr/>
        </p:nvSpPr>
        <p:spPr>
          <a:xfrm>
            <a:off x="1238250" y="2533650"/>
            <a:ext cx="5924550" cy="704850"/>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Share the closing routine and comparable batch records.</a:t>
            </a:r>
          </a:p>
        </p:txBody>
      </p:sp>
      <p:sp>
        <p:nvSpPr>
          <p:cNvPr id="10" name="A02-number-81">
            <a:extLst>
              <a:ext uri="{FF2B5EF4-FFF2-40B4-BE49-F238E27FC236}">
                <a16:creationId xmlns:a16="http://schemas.microsoft.com/office/drawing/2014/main" id="{BA05BF1F-1E63-45DE-82C5-92210882795D}"/>
              </a:ext>
            </a:extLst>
          </p:cNvPr>
          <p:cNvSpPr>
            <a:spLocks noGrp="1"/>
          </p:cNvSpPr>
          <p:nvPr/>
        </p:nvSpPr>
        <p:spPr>
          <a:xfrm>
            <a:off x="457200" y="3371850"/>
            <a:ext cx="590550" cy="457200"/>
          </a:xfrm>
          <a:prstGeom prst="rect">
            <a:avLst/>
          </a:prstGeom>
          <a:noFill/>
          <a:ln w="0">
            <a:noFill/>
            <a:prstDash val="solid"/>
          </a:ln>
        </p:spPr>
        <p:txBody>
          <a:bodyPr wrap="square" lIns="0" tIns="0" rIns="0" bIns="0" anchor="t">
            <a:noAutofit/>
          </a:bodyPr>
          <a:lstStyle>
            <a:defPPr algn="l">
              <a:defRPr sz="2550" b="1">
                <a:solidFill>
                  <a:srgbClr val="B57906"/>
                </a:solidFill>
                <a:latin typeface="Arial"/>
                <a:ea typeface="Arial"/>
                <a:cs typeface="Arial"/>
              </a:defRPr>
            </a:defPPr>
            <a:lvl1pPr algn="l">
              <a:defRPr sz="2550" b="1">
                <a:solidFill>
                  <a:srgbClr val="B57906"/>
                </a:solidFill>
                <a:latin typeface="Arial"/>
                <a:ea typeface="Arial"/>
                <a:cs typeface="Arial"/>
              </a:defRPr>
            </a:lvl1pPr>
            <a:lvl2pPr algn="l">
              <a:defRPr sz="2550" b="1">
                <a:solidFill>
                  <a:srgbClr val="B57906"/>
                </a:solidFill>
                <a:latin typeface="Arial"/>
                <a:ea typeface="Arial"/>
                <a:cs typeface="Arial"/>
              </a:defRPr>
            </a:lvl2pPr>
            <a:lvl3pPr algn="l">
              <a:defRPr sz="2550" b="1">
                <a:solidFill>
                  <a:srgbClr val="B57906"/>
                </a:solidFill>
                <a:latin typeface="Arial"/>
                <a:ea typeface="Arial"/>
                <a:cs typeface="Arial"/>
              </a:defRPr>
            </a:lvl3pPr>
            <a:lvl4pPr algn="l">
              <a:defRPr sz="2550" b="1">
                <a:solidFill>
                  <a:srgbClr val="B57906"/>
                </a:solidFill>
                <a:latin typeface="Arial"/>
                <a:ea typeface="Arial"/>
                <a:cs typeface="Arial"/>
              </a:defRPr>
            </a:lvl4pPr>
            <a:lvl5pPr algn="l">
              <a:defRPr sz="2550" b="1">
                <a:solidFill>
                  <a:srgbClr val="B57906"/>
                </a:solidFill>
                <a:latin typeface="Arial"/>
                <a:ea typeface="Arial"/>
                <a:cs typeface="Arial"/>
              </a:defRPr>
            </a:lvl5pPr>
            <a:lvl6pPr algn="l">
              <a:defRPr sz="2550" b="1">
                <a:solidFill>
                  <a:srgbClr val="B57906"/>
                </a:solidFill>
                <a:latin typeface="Arial"/>
                <a:ea typeface="Arial"/>
                <a:cs typeface="Arial"/>
              </a:defRPr>
            </a:lvl6pPr>
            <a:lvl7pPr algn="l">
              <a:defRPr sz="2550" b="1">
                <a:solidFill>
                  <a:srgbClr val="B57906"/>
                </a:solidFill>
                <a:latin typeface="Arial"/>
                <a:ea typeface="Arial"/>
                <a:cs typeface="Arial"/>
              </a:defRPr>
            </a:lvl7pPr>
            <a:lvl8pPr algn="l">
              <a:defRPr sz="2550" b="1">
                <a:solidFill>
                  <a:srgbClr val="B57906"/>
                </a:solidFill>
                <a:latin typeface="Arial"/>
                <a:ea typeface="Arial"/>
                <a:cs typeface="Arial"/>
              </a:defRPr>
            </a:lvl8pPr>
            <a:lvl9pPr algn="l">
              <a:defRPr sz="2550" b="1">
                <a:solidFill>
                  <a:srgbClr val="B57906"/>
                </a:solidFill>
                <a:latin typeface="Arial"/>
                <a:ea typeface="Arial"/>
                <a:cs typeface="Arial"/>
              </a:defRPr>
            </a:lvl9pPr>
          </a:lstStyle>
          <a:p>
            <a:pPr algn="l">
              <a:defRPr sz="2550" b="1">
                <a:solidFill>
                  <a:srgbClr val="B57906"/>
                </a:solidFill>
                <a:latin typeface="Arial"/>
                <a:ea typeface="Arial"/>
                <a:cs typeface="Arial"/>
              </a:defRPr>
            </a:pPr>
            <a:r>
              <a:rPr sz="2550" b="1">
                <a:solidFill>
                  <a:srgbClr val="B57906"/>
                </a:solidFill>
                <a:latin typeface="Arial"/>
                <a:ea typeface="Arial"/>
                <a:cs typeface="Arial"/>
              </a:rPr>
              <a:t>02</a:t>
            </a:r>
          </a:p>
        </p:txBody>
      </p:sp>
      <p:sp>
        <p:nvSpPr>
          <p:cNvPr id="11" name="A02-title-82">
            <a:extLst>
              <a:ext uri="{FF2B5EF4-FFF2-40B4-BE49-F238E27FC236}">
                <a16:creationId xmlns:a16="http://schemas.microsoft.com/office/drawing/2014/main" id="{50421C11-04F2-4AB0-A6CE-F65A196C9959}"/>
              </a:ext>
            </a:extLst>
          </p:cNvPr>
          <p:cNvSpPr>
            <a:spLocks noGrp="1"/>
          </p:cNvSpPr>
          <p:nvPr/>
        </p:nvSpPr>
        <p:spPr>
          <a:xfrm>
            <a:off x="1238250" y="3371850"/>
            <a:ext cx="5924550" cy="44767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One community partner</a:t>
            </a:r>
          </a:p>
        </p:txBody>
      </p:sp>
      <p:sp>
        <p:nvSpPr>
          <p:cNvPr id="12" name="A02-body-83">
            <a:extLst>
              <a:ext uri="{FF2B5EF4-FFF2-40B4-BE49-F238E27FC236}">
                <a16:creationId xmlns:a16="http://schemas.microsoft.com/office/drawing/2014/main" id="{98074839-AEAD-45BD-AB6F-27595E4C4713}"/>
              </a:ext>
            </a:extLst>
          </p:cNvPr>
          <p:cNvSpPr>
            <a:spLocks noGrp="1"/>
          </p:cNvSpPr>
          <p:nvPr/>
        </p:nvSpPr>
        <p:spPr>
          <a:xfrm>
            <a:off x="1238250" y="3914775"/>
            <a:ext cx="5924550" cy="704850"/>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Help verify a safe route for eligible unsold food.</a:t>
            </a:r>
          </a:p>
        </p:txBody>
      </p:sp>
      <p:sp>
        <p:nvSpPr>
          <p:cNvPr id="13" name="A03-number-84">
            <a:extLst>
              <a:ext uri="{FF2B5EF4-FFF2-40B4-BE49-F238E27FC236}">
                <a16:creationId xmlns:a16="http://schemas.microsoft.com/office/drawing/2014/main" id="{2141D745-B52B-43C1-980C-A3688A204A6B}"/>
              </a:ext>
            </a:extLst>
          </p:cNvPr>
          <p:cNvSpPr>
            <a:spLocks noGrp="1"/>
          </p:cNvSpPr>
          <p:nvPr/>
        </p:nvSpPr>
        <p:spPr>
          <a:xfrm>
            <a:off x="457200" y="4752975"/>
            <a:ext cx="590550" cy="457200"/>
          </a:xfrm>
          <a:prstGeom prst="rect">
            <a:avLst/>
          </a:prstGeom>
          <a:noFill/>
          <a:ln w="0">
            <a:noFill/>
            <a:prstDash val="solid"/>
          </a:ln>
        </p:spPr>
        <p:txBody>
          <a:bodyPr wrap="square" lIns="0" tIns="0" rIns="0" bIns="0" anchor="t">
            <a:noAutofit/>
          </a:bodyPr>
          <a:lstStyle>
            <a:defPPr algn="l">
              <a:defRPr sz="2550" b="1">
                <a:solidFill>
                  <a:srgbClr val="B57906"/>
                </a:solidFill>
                <a:latin typeface="Arial"/>
                <a:ea typeface="Arial"/>
                <a:cs typeface="Arial"/>
              </a:defRPr>
            </a:defPPr>
            <a:lvl1pPr algn="l">
              <a:defRPr sz="2550" b="1">
                <a:solidFill>
                  <a:srgbClr val="B57906"/>
                </a:solidFill>
                <a:latin typeface="Arial"/>
                <a:ea typeface="Arial"/>
                <a:cs typeface="Arial"/>
              </a:defRPr>
            </a:lvl1pPr>
            <a:lvl2pPr algn="l">
              <a:defRPr sz="2550" b="1">
                <a:solidFill>
                  <a:srgbClr val="B57906"/>
                </a:solidFill>
                <a:latin typeface="Arial"/>
                <a:ea typeface="Arial"/>
                <a:cs typeface="Arial"/>
              </a:defRPr>
            </a:lvl2pPr>
            <a:lvl3pPr algn="l">
              <a:defRPr sz="2550" b="1">
                <a:solidFill>
                  <a:srgbClr val="B57906"/>
                </a:solidFill>
                <a:latin typeface="Arial"/>
                <a:ea typeface="Arial"/>
                <a:cs typeface="Arial"/>
              </a:defRPr>
            </a:lvl3pPr>
            <a:lvl4pPr algn="l">
              <a:defRPr sz="2550" b="1">
                <a:solidFill>
                  <a:srgbClr val="B57906"/>
                </a:solidFill>
                <a:latin typeface="Arial"/>
                <a:ea typeface="Arial"/>
                <a:cs typeface="Arial"/>
              </a:defRPr>
            </a:lvl4pPr>
            <a:lvl5pPr algn="l">
              <a:defRPr sz="2550" b="1">
                <a:solidFill>
                  <a:srgbClr val="B57906"/>
                </a:solidFill>
                <a:latin typeface="Arial"/>
                <a:ea typeface="Arial"/>
                <a:cs typeface="Arial"/>
              </a:defRPr>
            </a:lvl5pPr>
            <a:lvl6pPr algn="l">
              <a:defRPr sz="2550" b="1">
                <a:solidFill>
                  <a:srgbClr val="B57906"/>
                </a:solidFill>
                <a:latin typeface="Arial"/>
                <a:ea typeface="Arial"/>
                <a:cs typeface="Arial"/>
              </a:defRPr>
            </a:lvl6pPr>
            <a:lvl7pPr algn="l">
              <a:defRPr sz="2550" b="1">
                <a:solidFill>
                  <a:srgbClr val="B57906"/>
                </a:solidFill>
                <a:latin typeface="Arial"/>
                <a:ea typeface="Arial"/>
                <a:cs typeface="Arial"/>
              </a:defRPr>
            </a:lvl7pPr>
            <a:lvl8pPr algn="l">
              <a:defRPr sz="2550" b="1">
                <a:solidFill>
                  <a:srgbClr val="B57906"/>
                </a:solidFill>
                <a:latin typeface="Arial"/>
                <a:ea typeface="Arial"/>
                <a:cs typeface="Arial"/>
              </a:defRPr>
            </a:lvl8pPr>
            <a:lvl9pPr algn="l">
              <a:defRPr sz="2550" b="1">
                <a:solidFill>
                  <a:srgbClr val="B57906"/>
                </a:solidFill>
                <a:latin typeface="Arial"/>
                <a:ea typeface="Arial"/>
                <a:cs typeface="Arial"/>
              </a:defRPr>
            </a:lvl9pPr>
          </a:lstStyle>
          <a:p>
            <a:pPr algn="l">
              <a:defRPr sz="2550" b="1">
                <a:solidFill>
                  <a:srgbClr val="B57906"/>
                </a:solidFill>
                <a:latin typeface="Arial"/>
                <a:ea typeface="Arial"/>
                <a:cs typeface="Arial"/>
              </a:defRPr>
            </a:pPr>
            <a:r>
              <a:rPr sz="2550" b="1">
                <a:solidFill>
                  <a:srgbClr val="B57906"/>
                </a:solidFill>
                <a:latin typeface="Arial"/>
                <a:ea typeface="Arial"/>
                <a:cs typeface="Arial"/>
              </a:rPr>
              <a:t>03</a:t>
            </a:r>
          </a:p>
        </p:txBody>
      </p:sp>
      <p:sp>
        <p:nvSpPr>
          <p:cNvPr id="14" name="A03-title-85">
            <a:extLst>
              <a:ext uri="{FF2B5EF4-FFF2-40B4-BE49-F238E27FC236}">
                <a16:creationId xmlns:a16="http://schemas.microsoft.com/office/drawing/2014/main" id="{09D321FF-F904-4F35-AD23-A57D8F9436EE}"/>
              </a:ext>
            </a:extLst>
          </p:cNvPr>
          <p:cNvSpPr>
            <a:spLocks noGrp="1"/>
          </p:cNvSpPr>
          <p:nvPr/>
        </p:nvSpPr>
        <p:spPr>
          <a:xfrm>
            <a:off x="1238250" y="4752975"/>
            <a:ext cx="5924550" cy="44767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POS and messaging mentors</a:t>
            </a:r>
          </a:p>
        </p:txBody>
      </p:sp>
      <p:sp>
        <p:nvSpPr>
          <p:cNvPr id="15" name="A03-body-86">
            <a:extLst>
              <a:ext uri="{FF2B5EF4-FFF2-40B4-BE49-F238E27FC236}">
                <a16:creationId xmlns:a16="http://schemas.microsoft.com/office/drawing/2014/main" id="{AFD88B56-A221-4517-A44A-E8C800FC26FB}"/>
              </a:ext>
            </a:extLst>
          </p:cNvPr>
          <p:cNvSpPr>
            <a:spLocks noGrp="1"/>
          </p:cNvSpPr>
          <p:nvPr/>
        </p:nvSpPr>
        <p:spPr>
          <a:xfrm>
            <a:off x="1238250" y="5295900"/>
            <a:ext cx="5924550" cy="704850"/>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Assess real stock, channel and payment integration.</a:t>
            </a:r>
          </a:p>
        </p:txBody>
      </p:sp>
      <p:sp>
        <p:nvSpPr>
          <p:cNvPr id="16" name="ask-panel">
            <a:extLst>
              <a:ext uri="{FF2B5EF4-FFF2-40B4-BE49-F238E27FC236}">
                <a16:creationId xmlns:a16="http://schemas.microsoft.com/office/drawing/2014/main" id="{9A49B0A7-C5EA-4437-B394-BAF6F0566E67}"/>
              </a:ext>
            </a:extLst>
          </p:cNvPr>
          <p:cNvSpPr>
            <a:spLocks noGrp="1"/>
          </p:cNvSpPr>
          <p:nvPr/>
        </p:nvSpPr>
        <p:spPr>
          <a:xfrm>
            <a:off x="7762875" y="1933575"/>
            <a:ext cx="3971925" cy="3771900"/>
          </a:xfrm>
          <a:prstGeom prst="roundRect">
            <a:avLst>
              <a:gd name="adj" fmla="val 2020"/>
            </a:avLst>
          </a:prstGeom>
          <a:solidFill>
            <a:srgbClr val="EDF0DF"/>
          </a:solidFill>
          <a:ln w="9525">
            <a:solidFill>
              <a:srgbClr val="B7BA9A"/>
            </a:solidFill>
            <a:prstDash val="solid"/>
          </a:ln>
        </p:spPr>
      </p:sp>
      <p:sp>
        <p:nvSpPr>
          <p:cNvPr id="17" name="矩形 16">
            <a:extLst>
              <a:ext uri="{FF2B5EF4-FFF2-40B4-BE49-F238E27FC236}">
                <a16:creationId xmlns:a16="http://schemas.microsoft.com/office/drawing/2014/main" id="{0CD7DD5D-453F-4ACA-AD5A-7ADBECA9A740}"/>
              </a:ext>
            </a:extLst>
          </p:cNvPr>
          <p:cNvSpPr>
            <a:spLocks noGrp="1"/>
          </p:cNvSpPr>
          <p:nvPr/>
        </p:nvSpPr>
        <p:spPr>
          <a:xfrm>
            <a:off x="8010525" y="2209800"/>
            <a:ext cx="3457575" cy="619125"/>
          </a:xfrm>
          <a:prstGeom prst="rect">
            <a:avLst/>
          </a:prstGeom>
          <a:noFill/>
          <a:ln w="0">
            <a:noFill/>
            <a:prstDash val="solid"/>
          </a:ln>
        </p:spPr>
        <p:txBody>
          <a:bodyPr wrap="square" lIns="0" tIns="0" rIns="0" bIns="0" anchor="t">
            <a:noAutofit/>
          </a:bodyPr>
          <a:lstStyle>
            <a:defPPr algn="l">
              <a:defRPr sz="2325" b="1">
                <a:solidFill>
                  <a:srgbClr val="163B2A"/>
                </a:solidFill>
                <a:latin typeface="Arial"/>
                <a:ea typeface="Arial"/>
                <a:cs typeface="Arial"/>
              </a:defRPr>
            </a:defPPr>
            <a:lvl1pPr algn="l">
              <a:defRPr sz="2325" b="1">
                <a:solidFill>
                  <a:srgbClr val="163B2A"/>
                </a:solidFill>
                <a:latin typeface="Arial"/>
                <a:ea typeface="Arial"/>
                <a:cs typeface="Arial"/>
              </a:defRPr>
            </a:lvl1pPr>
            <a:lvl2pPr algn="l">
              <a:defRPr sz="2325" b="1">
                <a:solidFill>
                  <a:srgbClr val="163B2A"/>
                </a:solidFill>
                <a:latin typeface="Arial"/>
                <a:ea typeface="Arial"/>
                <a:cs typeface="Arial"/>
              </a:defRPr>
            </a:lvl2pPr>
            <a:lvl3pPr algn="l">
              <a:defRPr sz="2325" b="1">
                <a:solidFill>
                  <a:srgbClr val="163B2A"/>
                </a:solidFill>
                <a:latin typeface="Arial"/>
                <a:ea typeface="Arial"/>
                <a:cs typeface="Arial"/>
              </a:defRPr>
            </a:lvl3pPr>
            <a:lvl4pPr algn="l">
              <a:defRPr sz="2325" b="1">
                <a:solidFill>
                  <a:srgbClr val="163B2A"/>
                </a:solidFill>
                <a:latin typeface="Arial"/>
                <a:ea typeface="Arial"/>
                <a:cs typeface="Arial"/>
              </a:defRPr>
            </a:lvl4pPr>
            <a:lvl5pPr algn="l">
              <a:defRPr sz="2325" b="1">
                <a:solidFill>
                  <a:srgbClr val="163B2A"/>
                </a:solidFill>
                <a:latin typeface="Arial"/>
                <a:ea typeface="Arial"/>
                <a:cs typeface="Arial"/>
              </a:defRPr>
            </a:lvl5pPr>
            <a:lvl6pPr algn="l">
              <a:defRPr sz="2325" b="1">
                <a:solidFill>
                  <a:srgbClr val="163B2A"/>
                </a:solidFill>
                <a:latin typeface="Arial"/>
                <a:ea typeface="Arial"/>
                <a:cs typeface="Arial"/>
              </a:defRPr>
            </a:lvl6pPr>
            <a:lvl7pPr algn="l">
              <a:defRPr sz="2325" b="1">
                <a:solidFill>
                  <a:srgbClr val="163B2A"/>
                </a:solidFill>
                <a:latin typeface="Arial"/>
                <a:ea typeface="Arial"/>
                <a:cs typeface="Arial"/>
              </a:defRPr>
            </a:lvl7pPr>
            <a:lvl8pPr algn="l">
              <a:defRPr sz="2325" b="1">
                <a:solidFill>
                  <a:srgbClr val="163B2A"/>
                </a:solidFill>
                <a:latin typeface="Arial"/>
                <a:ea typeface="Arial"/>
                <a:cs typeface="Arial"/>
              </a:defRPr>
            </a:lvl8pPr>
            <a:lvl9pPr algn="l">
              <a:defRPr sz="2325" b="1">
                <a:solidFill>
                  <a:srgbClr val="163B2A"/>
                </a:solidFill>
                <a:latin typeface="Arial"/>
                <a:ea typeface="Arial"/>
                <a:cs typeface="Arial"/>
              </a:defRPr>
            </a:lvl9pPr>
          </a:lstStyle>
          <a:p>
            <a:pPr algn="l">
              <a:defRPr sz="2325" b="1">
                <a:solidFill>
                  <a:srgbClr val="163B2A"/>
                </a:solidFill>
                <a:latin typeface="Arial"/>
                <a:ea typeface="Arial"/>
                <a:cs typeface="Arial"/>
              </a:defRPr>
            </a:pPr>
            <a:r>
              <a:rPr sz="2325" b="1">
                <a:solidFill>
                  <a:srgbClr val="163B2A"/>
                </a:solidFill>
                <a:latin typeface="Arial"/>
                <a:ea typeface="Arial"/>
                <a:cs typeface="Arial"/>
              </a:rPr>
              <a:t>What we can show</a:t>
            </a:r>
          </a:p>
        </p:txBody>
      </p:sp>
      <p:sp>
        <p:nvSpPr>
          <p:cNvPr id="18" name="矩形 17">
            <a:extLst>
              <a:ext uri="{FF2B5EF4-FFF2-40B4-BE49-F238E27FC236}">
                <a16:creationId xmlns:a16="http://schemas.microsoft.com/office/drawing/2014/main" id="{D0E569A6-7AD1-4584-B1EC-CC0EB87DB25D}"/>
              </a:ext>
            </a:extLst>
          </p:cNvPr>
          <p:cNvSpPr>
            <a:spLocks noGrp="1"/>
          </p:cNvSpPr>
          <p:nvPr/>
        </p:nvSpPr>
        <p:spPr>
          <a:xfrm>
            <a:off x="8010525" y="3152775"/>
            <a:ext cx="3457575" cy="1685925"/>
          </a:xfrm>
          <a:prstGeom prst="rect">
            <a:avLst/>
          </a:prstGeom>
          <a:noFill/>
          <a:ln w="0">
            <a:noFill/>
            <a:prstDash val="solid"/>
          </a:ln>
        </p:spPr>
        <p:txBody>
          <a:bodyPr wrap="square" lIns="0" tIns="0" rIns="0" bIns="0" anchor="t">
            <a:noAutofit/>
          </a:bodyPr>
          <a:lstStyle>
            <a:defPPr algn="l">
              <a:defRPr sz="2025" b="0">
                <a:solidFill>
                  <a:srgbClr val="586958"/>
                </a:solidFill>
                <a:latin typeface="Arial"/>
                <a:ea typeface="Arial"/>
                <a:cs typeface="Arial"/>
              </a:defRPr>
            </a:defPPr>
            <a:lvl1pPr algn="l">
              <a:defRPr sz="2025" b="0">
                <a:solidFill>
                  <a:srgbClr val="586958"/>
                </a:solidFill>
                <a:latin typeface="Arial"/>
                <a:ea typeface="Arial"/>
                <a:cs typeface="Arial"/>
              </a:defRPr>
            </a:lvl1pPr>
            <a:lvl2pPr algn="l">
              <a:defRPr sz="2025" b="0">
                <a:solidFill>
                  <a:srgbClr val="586958"/>
                </a:solidFill>
                <a:latin typeface="Arial"/>
                <a:ea typeface="Arial"/>
                <a:cs typeface="Arial"/>
              </a:defRPr>
            </a:lvl2pPr>
            <a:lvl3pPr algn="l">
              <a:defRPr sz="2025" b="0">
                <a:solidFill>
                  <a:srgbClr val="586958"/>
                </a:solidFill>
                <a:latin typeface="Arial"/>
                <a:ea typeface="Arial"/>
                <a:cs typeface="Arial"/>
              </a:defRPr>
            </a:lvl3pPr>
            <a:lvl4pPr algn="l">
              <a:defRPr sz="2025" b="0">
                <a:solidFill>
                  <a:srgbClr val="586958"/>
                </a:solidFill>
                <a:latin typeface="Arial"/>
                <a:ea typeface="Arial"/>
                <a:cs typeface="Arial"/>
              </a:defRPr>
            </a:lvl4pPr>
            <a:lvl5pPr algn="l">
              <a:defRPr sz="2025" b="0">
                <a:solidFill>
                  <a:srgbClr val="586958"/>
                </a:solidFill>
                <a:latin typeface="Arial"/>
                <a:ea typeface="Arial"/>
                <a:cs typeface="Arial"/>
              </a:defRPr>
            </a:lvl5pPr>
            <a:lvl6pPr algn="l">
              <a:defRPr sz="2025" b="0">
                <a:solidFill>
                  <a:srgbClr val="586958"/>
                </a:solidFill>
                <a:latin typeface="Arial"/>
                <a:ea typeface="Arial"/>
                <a:cs typeface="Arial"/>
              </a:defRPr>
            </a:lvl6pPr>
            <a:lvl7pPr algn="l">
              <a:defRPr sz="2025" b="0">
                <a:solidFill>
                  <a:srgbClr val="586958"/>
                </a:solidFill>
                <a:latin typeface="Arial"/>
                <a:ea typeface="Arial"/>
                <a:cs typeface="Arial"/>
              </a:defRPr>
            </a:lvl7pPr>
            <a:lvl8pPr algn="l">
              <a:defRPr sz="2025" b="0">
                <a:solidFill>
                  <a:srgbClr val="586958"/>
                </a:solidFill>
                <a:latin typeface="Arial"/>
                <a:ea typeface="Arial"/>
                <a:cs typeface="Arial"/>
              </a:defRPr>
            </a:lvl8pPr>
            <a:lvl9pPr algn="l">
              <a:defRPr sz="2025" b="0">
                <a:solidFill>
                  <a:srgbClr val="586958"/>
                </a:solidFill>
                <a:latin typeface="Arial"/>
                <a:ea typeface="Arial"/>
                <a:cs typeface="Arial"/>
              </a:defRPr>
            </a:lvl9pPr>
          </a:lstStyle>
          <a:p>
            <a:pPr algn="l">
              <a:defRPr sz="2025" b="0">
                <a:solidFill>
                  <a:srgbClr val="586958"/>
                </a:solidFill>
                <a:latin typeface="Arial"/>
                <a:ea typeface="Arial"/>
                <a:cs typeface="Arial"/>
              </a:defRPr>
            </a:pPr>
            <a:r>
              <a:rPr sz="2025" b="0">
                <a:solidFill>
                  <a:srgbClr val="586958"/>
                </a:solidFill>
                <a:latin typeface="Arial"/>
                <a:ea typeface="Arial"/>
                <a:cs typeface="Arial"/>
              </a:rPr>
              <a:t>A connected local case</a:t>
            </a:r>
          </a:p>
          <a:p>
            <a:pPr algn="l">
              <a:defRPr sz="2025" b="0">
                <a:solidFill>
                  <a:srgbClr val="586958"/>
                </a:solidFill>
                <a:latin typeface="Arial"/>
                <a:ea typeface="Arial"/>
                <a:cs typeface="Arial"/>
              </a:defRPr>
            </a:pPr>
            <a:r>
              <a:rPr sz="2025" b="0">
                <a:solidFill>
                  <a:srgbClr val="586958"/>
                </a:solidFill>
                <a:latin typeface="Arial"/>
                <a:ea typeface="Arial"/>
                <a:cs typeface="Arial"/>
              </a:rPr>
              <a:t>Separate sales and handover</a:t>
            </a:r>
          </a:p>
          <a:p>
            <a:pPr algn="l">
              <a:defRPr sz="2025" b="0">
                <a:solidFill>
                  <a:srgbClr val="586958"/>
                </a:solidFill>
                <a:latin typeface="Arial"/>
                <a:ea typeface="Arial"/>
                <a:cs typeface="Arial"/>
              </a:defRPr>
            </a:pPr>
            <a:r>
              <a:rPr sz="2025" b="0">
                <a:solidFill>
                  <a:srgbClr val="586958"/>
                </a:solidFill>
                <a:latin typeface="Arial"/>
                <a:ea typeface="Arial"/>
                <a:cs typeface="Arial"/>
              </a:rPr>
              <a:t>Traceable operating records</a:t>
            </a:r>
          </a:p>
        </p:txBody>
      </p:sp>
      <p:sp>
        <p:nvSpPr>
          <p:cNvPr id="19" name="矩形 18">
            <a:extLst>
              <a:ext uri="{FF2B5EF4-FFF2-40B4-BE49-F238E27FC236}">
                <a16:creationId xmlns:a16="http://schemas.microsoft.com/office/drawing/2014/main" id="{34829F1C-8EB4-4773-BA67-206CA768098D}"/>
              </a:ext>
            </a:extLst>
          </p:cNvPr>
          <p:cNvSpPr>
            <a:spLocks noGrp="1"/>
          </p:cNvSpPr>
          <p:nvPr/>
        </p:nvSpPr>
        <p:spPr>
          <a:xfrm>
            <a:off x="7762875" y="5924550"/>
            <a:ext cx="3971925" cy="409575"/>
          </a:xfrm>
          <a:prstGeom prst="rect">
            <a:avLst/>
          </a:prstGeom>
          <a:noFill/>
          <a:ln w="0">
            <a:noFill/>
            <a:prstDash val="solid"/>
          </a:ln>
        </p:spPr>
        <p:txBody>
          <a:bodyPr wrap="square" lIns="0" tIns="0" rIns="0" bIns="0" anchor="t">
            <a:noAutofit/>
          </a:bodyPr>
          <a:lstStyle>
            <a:defPPr algn="ctr">
              <a:defRPr sz="1950" b="1">
                <a:solidFill>
                  <a:srgbClr val="B57906"/>
                </a:solidFill>
                <a:latin typeface="Arial"/>
                <a:ea typeface="Arial"/>
                <a:cs typeface="Arial"/>
              </a:defRPr>
            </a:defPPr>
            <a:lvl1pPr algn="ctr">
              <a:defRPr sz="1950" b="1">
                <a:solidFill>
                  <a:srgbClr val="B57906"/>
                </a:solidFill>
                <a:latin typeface="Arial"/>
                <a:ea typeface="Arial"/>
                <a:cs typeface="Arial"/>
              </a:defRPr>
            </a:lvl1pPr>
            <a:lvl2pPr algn="ctr">
              <a:defRPr sz="1950" b="1">
                <a:solidFill>
                  <a:srgbClr val="B57906"/>
                </a:solidFill>
                <a:latin typeface="Arial"/>
                <a:ea typeface="Arial"/>
                <a:cs typeface="Arial"/>
              </a:defRPr>
            </a:lvl2pPr>
            <a:lvl3pPr algn="ctr">
              <a:defRPr sz="1950" b="1">
                <a:solidFill>
                  <a:srgbClr val="B57906"/>
                </a:solidFill>
                <a:latin typeface="Arial"/>
                <a:ea typeface="Arial"/>
                <a:cs typeface="Arial"/>
              </a:defRPr>
            </a:lvl3pPr>
            <a:lvl4pPr algn="ctr">
              <a:defRPr sz="1950" b="1">
                <a:solidFill>
                  <a:srgbClr val="B57906"/>
                </a:solidFill>
                <a:latin typeface="Arial"/>
                <a:ea typeface="Arial"/>
                <a:cs typeface="Arial"/>
              </a:defRPr>
            </a:lvl4pPr>
            <a:lvl5pPr algn="ctr">
              <a:defRPr sz="1950" b="1">
                <a:solidFill>
                  <a:srgbClr val="B57906"/>
                </a:solidFill>
                <a:latin typeface="Arial"/>
                <a:ea typeface="Arial"/>
                <a:cs typeface="Arial"/>
              </a:defRPr>
            </a:lvl5pPr>
            <a:lvl6pPr algn="ctr">
              <a:defRPr sz="1950" b="1">
                <a:solidFill>
                  <a:srgbClr val="B57906"/>
                </a:solidFill>
                <a:latin typeface="Arial"/>
                <a:ea typeface="Arial"/>
                <a:cs typeface="Arial"/>
              </a:defRPr>
            </a:lvl6pPr>
            <a:lvl7pPr algn="ctr">
              <a:defRPr sz="1950" b="1">
                <a:solidFill>
                  <a:srgbClr val="B57906"/>
                </a:solidFill>
                <a:latin typeface="Arial"/>
                <a:ea typeface="Arial"/>
                <a:cs typeface="Arial"/>
              </a:defRPr>
            </a:lvl7pPr>
            <a:lvl8pPr algn="ctr">
              <a:defRPr sz="1950" b="1">
                <a:solidFill>
                  <a:srgbClr val="B57906"/>
                </a:solidFill>
                <a:latin typeface="Arial"/>
                <a:ea typeface="Arial"/>
                <a:cs typeface="Arial"/>
              </a:defRPr>
            </a:lvl8pPr>
            <a:lvl9pPr algn="ctr">
              <a:defRPr sz="1950" b="1">
                <a:solidFill>
                  <a:srgbClr val="B57906"/>
                </a:solidFill>
                <a:latin typeface="Arial"/>
                <a:ea typeface="Arial"/>
                <a:cs typeface="Arial"/>
              </a:defRPr>
            </a:lvl9pPr>
          </a:lstStyle>
          <a:p>
            <a:pPr algn="ctr">
              <a:defRPr sz="1950" b="1">
                <a:solidFill>
                  <a:srgbClr val="B57906"/>
                </a:solidFill>
                <a:latin typeface="Arial"/>
                <a:ea typeface="Arial"/>
                <a:cs typeface="Arial"/>
              </a:defRPr>
            </a:pPr>
            <a:r>
              <a:rPr sz="1950" b="1">
                <a:solidFill>
                  <a:srgbClr val="B57906"/>
                </a:solidFill>
                <a:latin typeface="Arial"/>
                <a:ea typeface="Arial"/>
                <a:cs typeface="Arial"/>
              </a:rPr>
              <a:t>Nexgen · Smart Yield</a:t>
            </a:r>
          </a:p>
        </p:txBody>
      </p:sp>
    </p:spTree>
    <p:extLst>
      <p:ext uri="{BB962C8B-B14F-4D97-AF65-F5344CB8AC3E}">
        <p14:creationId xmlns:p14="http://schemas.microsoft.com/office/powerpoint/2010/main" val="185462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3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3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0CA0C9A5-CFC3-4476-BF55-1C9214199C43}"/>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6E8DEDC6-F823-4EF8-B456-E72F434699FE}"/>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Stock ledger: one batch through seven stages</a:t>
            </a:r>
          </a:p>
        </p:txBody>
      </p:sp>
      <p:sp>
        <p:nvSpPr>
          <p:cNvPr id="3" name="矩形 2">
            <a:extLst>
              <a:ext uri="{FF2B5EF4-FFF2-40B4-BE49-F238E27FC236}">
                <a16:creationId xmlns:a16="http://schemas.microsoft.com/office/drawing/2014/main" id="{8C5E4B48-9EC0-48DC-A80A-6CB227293D97}"/>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Recorded local case / reservations are already part of on-hand stock</a:t>
            </a:r>
          </a:p>
        </p:txBody>
      </p:sp>
      <p:sp>
        <p:nvSpPr>
          <p:cNvPr id="4" name="矩形 3">
            <a:extLst>
              <a:ext uri="{FF2B5EF4-FFF2-40B4-BE49-F238E27FC236}">
                <a16:creationId xmlns:a16="http://schemas.microsoft.com/office/drawing/2014/main" id="{DAFBE224-44A3-43A3-9487-CD2B28FCB0C8}"/>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D8094A47-3038-4660-A22B-B15E4D264581}"/>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24158875-9B9D-443C-AFF2-5CCF754CBD22}"/>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16 / 32</a:t>
            </a:r>
          </a:p>
        </p:txBody>
      </p:sp>
      <p:sp>
        <p:nvSpPr>
          <p:cNvPr id="7" name="NAV-BG-8">
            <a:extLst>
              <a:ext uri="{FF2B5EF4-FFF2-40B4-BE49-F238E27FC236}">
                <a16:creationId xmlns:a16="http://schemas.microsoft.com/office/drawing/2014/main" id="{ADB75FA3-A6CF-49A6-965B-C6BF03EC86AB}"/>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1F28703D-60C2-4072-933B-F50A5A1567B1}"/>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graphicFrame>
        <p:nvGraphicFramePr>
          <p:cNvPr id="9" name="表格 8">
            <a:extLst>
              <a:ext uri="{FF2B5EF4-FFF2-40B4-BE49-F238E27FC236}">
                <a16:creationId xmlns:a16="http://schemas.microsoft.com/office/drawing/2014/main" id="{D721A712-A52F-41AC-9CFA-38FBA3CDA6B7}"/>
              </a:ext>
            </a:extLst>
          </p:cNvPr>
          <p:cNvGraphicFramePr/>
          <p:nvPr/>
        </p:nvGraphicFramePr>
        <p:xfrm>
          <a:off x="457200" y="1752600"/>
          <a:ext cx="11277600" cy="3352800"/>
        </p:xfrm>
        <a:graphic>
          <a:graphicData uri="http://schemas.openxmlformats.org/drawingml/2006/table">
            <a:tbl>
              <a:tblPr/>
              <a:tblGrid>
                <a:gridCol w="3371850">
                  <a:extLst>
                    <a:ext uri="{9D8B030D-6E8A-4147-A177-3AD203B41FA5}">
                      <a16:colId xmlns:a16="http://schemas.microsoft.com/office/drawing/2014/main" val="20000"/>
                    </a:ext>
                  </a:extLst>
                </a:gridCol>
                <a:gridCol w="1581150">
                  <a:extLst>
                    <a:ext uri="{9D8B030D-6E8A-4147-A177-3AD203B41FA5}">
                      <a16:colId xmlns:a16="http://schemas.microsoft.com/office/drawing/2014/main" val="20001"/>
                    </a:ext>
                  </a:extLst>
                </a:gridCol>
                <a:gridCol w="1581150">
                  <a:extLst>
                    <a:ext uri="{9D8B030D-6E8A-4147-A177-3AD203B41FA5}">
                      <a16:colId xmlns:a16="http://schemas.microsoft.com/office/drawing/2014/main" val="20002"/>
                    </a:ext>
                  </a:extLst>
                </a:gridCol>
                <a:gridCol w="1581150">
                  <a:extLst>
                    <a:ext uri="{9D8B030D-6E8A-4147-A177-3AD203B41FA5}">
                      <a16:colId xmlns:a16="http://schemas.microsoft.com/office/drawing/2014/main" val="20003"/>
                    </a:ext>
                  </a:extLst>
                </a:gridCol>
                <a:gridCol w="1581150">
                  <a:extLst>
                    <a:ext uri="{9D8B030D-6E8A-4147-A177-3AD203B41FA5}">
                      <a16:colId xmlns:a16="http://schemas.microsoft.com/office/drawing/2014/main" val="20004"/>
                    </a:ext>
                  </a:extLst>
                </a:gridCol>
                <a:gridCol w="1581150">
                  <a:extLst>
                    <a:ext uri="{9D8B030D-6E8A-4147-A177-3AD203B41FA5}">
                      <a16:colId xmlns:a16="http://schemas.microsoft.com/office/drawing/2014/main" val="20005"/>
                    </a:ext>
                  </a:extLst>
                </a:gridCol>
              </a:tblGrid>
              <a:tr h="419100">
                <a:tc>
                  <a:txBody>
                    <a:bodyPr/>
                    <a:lstStyle/>
                    <a:p>
                      <a:pPr algn="l"/>
                      <a:r>
                        <a:rPr sz="1575" b="1">
                          <a:solidFill>
                            <a:srgbClr val="163B2A"/>
                          </a:solidFill>
                          <a:latin typeface="Arial"/>
                          <a:ea typeface="Arial"/>
                          <a:cs typeface="Arial"/>
                        </a:rPr>
                        <a:t>Recorded stage</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75" b="1">
                          <a:solidFill>
                            <a:srgbClr val="163B2A"/>
                          </a:solidFill>
                          <a:latin typeface="Arial"/>
                          <a:ea typeface="Arial"/>
                          <a:cs typeface="Arial"/>
                        </a:rPr>
                        <a:t>On hand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75" b="1">
                          <a:solidFill>
                            <a:srgbClr val="163B2A"/>
                          </a:solidFill>
                          <a:latin typeface="Arial"/>
                          <a:ea typeface="Arial"/>
                          <a:cs typeface="Arial"/>
                        </a:rPr>
                        <a:t>Reserved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75" b="1">
                          <a:solidFill>
                            <a:srgbClr val="163B2A"/>
                          </a:solidFill>
                          <a:latin typeface="Arial"/>
                          <a:ea typeface="Arial"/>
                          <a:cs typeface="Arial"/>
                        </a:rPr>
                        <a:t>Available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75" b="1">
                          <a:solidFill>
                            <a:srgbClr val="163B2A"/>
                          </a:solidFill>
                          <a:latin typeface="Arial"/>
                          <a:ea typeface="Arial"/>
                          <a:cs typeface="Arial"/>
                        </a:rPr>
                        <a:t>Collected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75" b="1">
                          <a:solidFill>
                            <a:srgbClr val="163B2A"/>
                          </a:solidFill>
                          <a:latin typeface="Arial"/>
                          <a:ea typeface="Arial"/>
                          <a:cs typeface="Arial"/>
                        </a:rPr>
                        <a:t>Handover</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419100">
                <a:tc>
                  <a:txBody>
                    <a:bodyPr/>
                    <a:lstStyle/>
                    <a:p>
                      <a:pPr algn="l"/>
                      <a:r>
                        <a:rPr sz="1650" b="0">
                          <a:solidFill>
                            <a:srgbClr val="163B2A"/>
                          </a:solidFill>
                          <a:latin typeface="Arial"/>
                          <a:ea typeface="Arial"/>
                          <a:cs typeface="Arial"/>
                        </a:rPr>
                        <a:t>Register</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419100">
                <a:tc>
                  <a:txBody>
                    <a:bodyPr/>
                    <a:lstStyle/>
                    <a:p>
                      <a:pPr algn="l"/>
                      <a:r>
                        <a:rPr sz="1650" b="0">
                          <a:solidFill>
                            <a:srgbClr val="163B2A"/>
                          </a:solidFill>
                          <a:latin typeface="Arial"/>
                          <a:ea typeface="Arial"/>
                          <a:cs typeface="Arial"/>
                        </a:rPr>
                        <a:t>Recommend</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419100">
                <a:tc>
                  <a:txBody>
                    <a:bodyPr/>
                    <a:lstStyle/>
                    <a:p>
                      <a:pPr algn="l"/>
                      <a:r>
                        <a:rPr sz="1650" b="0">
                          <a:solidFill>
                            <a:srgbClr val="163B2A"/>
                          </a:solidFill>
                          <a:latin typeface="Arial"/>
                          <a:ea typeface="Arial"/>
                          <a:cs typeface="Arial"/>
                        </a:rPr>
                        <a:t>Request quote</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r h="419100">
                <a:tc>
                  <a:txBody>
                    <a:bodyPr/>
                    <a:lstStyle/>
                    <a:p>
                      <a:pPr algn="l"/>
                      <a:r>
                        <a:rPr sz="1650" b="0">
                          <a:solidFill>
                            <a:srgbClr val="163B2A"/>
                          </a:solidFill>
                          <a:latin typeface="Arial"/>
                          <a:ea typeface="Arial"/>
                          <a:cs typeface="Arial"/>
                        </a:rPr>
                        <a:t>Confirm order</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2</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4"/>
                  </a:ext>
                </a:extLst>
              </a:tr>
              <a:tr h="419100">
                <a:tc>
                  <a:txBody>
                    <a:bodyPr/>
                    <a:lstStyle/>
                    <a:p>
                      <a:pPr algn="l"/>
                      <a:r>
                        <a:rPr sz="1650" b="0">
                          <a:solidFill>
                            <a:srgbClr val="163B2A"/>
                          </a:solidFill>
                          <a:latin typeface="Arial"/>
                          <a:ea typeface="Arial"/>
                          <a:cs typeface="Arial"/>
                        </a:rPr>
                        <a:t>Collect order</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2</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5"/>
                  </a:ext>
                </a:extLst>
              </a:tr>
              <a:tr h="419100">
                <a:tc>
                  <a:txBody>
                    <a:bodyPr/>
                    <a:lstStyle/>
                    <a:p>
                      <a:pPr algn="l"/>
                      <a:r>
                        <a:rPr sz="1650" b="0">
                          <a:solidFill>
                            <a:srgbClr val="163B2A"/>
                          </a:solidFill>
                          <a:latin typeface="Arial"/>
                          <a:ea typeface="Arial"/>
                          <a:cs typeface="Arial"/>
                        </a:rPr>
                        <a:t>Closing: pending handover</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2</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6"/>
                  </a:ext>
                </a:extLst>
              </a:tr>
              <a:tr h="419100">
                <a:tc>
                  <a:txBody>
                    <a:bodyPr/>
                    <a:lstStyle/>
                    <a:p>
                      <a:pPr algn="l"/>
                      <a:r>
                        <a:rPr sz="1650" b="0">
                          <a:solidFill>
                            <a:srgbClr val="163B2A"/>
                          </a:solidFill>
                          <a:latin typeface="Arial"/>
                          <a:ea typeface="Arial"/>
                          <a:cs typeface="Arial"/>
                        </a:rPr>
                        <a:t>Confirm simulated handover</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2</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7"/>
                  </a:ext>
                </a:extLst>
              </a:tr>
            </a:tbl>
          </a:graphicData>
        </a:graphic>
      </p:graphicFrame>
      <p:sp>
        <p:nvSpPr>
          <p:cNvPr id="10" name="A01-focus-87">
            <a:extLst>
              <a:ext uri="{FF2B5EF4-FFF2-40B4-BE49-F238E27FC236}">
                <a16:creationId xmlns:a16="http://schemas.microsoft.com/office/drawing/2014/main" id="{C22BC885-FBA6-4766-AF66-9B2AC6580C55}"/>
              </a:ext>
            </a:extLst>
          </p:cNvPr>
          <p:cNvSpPr>
            <a:spLocks noGrp="1"/>
          </p:cNvSpPr>
          <p:nvPr/>
        </p:nvSpPr>
        <p:spPr>
          <a:xfrm>
            <a:off x="466725" y="2171700"/>
            <a:ext cx="11258550" cy="419100"/>
          </a:xfrm>
          <a:prstGeom prst="rect">
            <a:avLst/>
          </a:prstGeom>
          <a:noFill/>
          <a:ln w="19050">
            <a:solidFill>
              <a:srgbClr val="B57906"/>
            </a:solidFill>
            <a:prstDash val="solid"/>
          </a:ln>
        </p:spPr>
      </p:sp>
      <p:sp>
        <p:nvSpPr>
          <p:cNvPr id="11" name="A02-focus-88">
            <a:extLst>
              <a:ext uri="{FF2B5EF4-FFF2-40B4-BE49-F238E27FC236}">
                <a16:creationId xmlns:a16="http://schemas.microsoft.com/office/drawing/2014/main" id="{18F1B1B2-C295-4722-A5BD-E121A53CEF4C}"/>
              </a:ext>
            </a:extLst>
          </p:cNvPr>
          <p:cNvSpPr>
            <a:spLocks noGrp="1"/>
          </p:cNvSpPr>
          <p:nvPr/>
        </p:nvSpPr>
        <p:spPr>
          <a:xfrm>
            <a:off x="466725" y="2590800"/>
            <a:ext cx="11258550" cy="419100"/>
          </a:xfrm>
          <a:prstGeom prst="rect">
            <a:avLst/>
          </a:prstGeom>
          <a:noFill/>
          <a:ln w="19050">
            <a:solidFill>
              <a:srgbClr val="B57906"/>
            </a:solidFill>
            <a:prstDash val="solid"/>
          </a:ln>
        </p:spPr>
      </p:sp>
      <p:sp>
        <p:nvSpPr>
          <p:cNvPr id="12" name="A03-focus-89">
            <a:extLst>
              <a:ext uri="{FF2B5EF4-FFF2-40B4-BE49-F238E27FC236}">
                <a16:creationId xmlns:a16="http://schemas.microsoft.com/office/drawing/2014/main" id="{89EBB451-DEDA-433E-B525-0F686B83002D}"/>
              </a:ext>
            </a:extLst>
          </p:cNvPr>
          <p:cNvSpPr>
            <a:spLocks noGrp="1"/>
          </p:cNvSpPr>
          <p:nvPr/>
        </p:nvSpPr>
        <p:spPr>
          <a:xfrm>
            <a:off x="466725" y="3009900"/>
            <a:ext cx="11258550" cy="419100"/>
          </a:xfrm>
          <a:prstGeom prst="rect">
            <a:avLst/>
          </a:prstGeom>
          <a:noFill/>
          <a:ln w="19050">
            <a:solidFill>
              <a:srgbClr val="B57906"/>
            </a:solidFill>
            <a:prstDash val="solid"/>
          </a:ln>
        </p:spPr>
      </p:sp>
      <p:sp>
        <p:nvSpPr>
          <p:cNvPr id="13" name="A04-focus-90">
            <a:extLst>
              <a:ext uri="{FF2B5EF4-FFF2-40B4-BE49-F238E27FC236}">
                <a16:creationId xmlns:a16="http://schemas.microsoft.com/office/drawing/2014/main" id="{B195FAC5-A69B-4733-83AD-280E572317D9}"/>
              </a:ext>
            </a:extLst>
          </p:cNvPr>
          <p:cNvSpPr>
            <a:spLocks noGrp="1"/>
          </p:cNvSpPr>
          <p:nvPr/>
        </p:nvSpPr>
        <p:spPr>
          <a:xfrm>
            <a:off x="466725" y="3429000"/>
            <a:ext cx="11258550" cy="419100"/>
          </a:xfrm>
          <a:prstGeom prst="rect">
            <a:avLst/>
          </a:prstGeom>
          <a:noFill/>
          <a:ln w="19050">
            <a:solidFill>
              <a:srgbClr val="B57906"/>
            </a:solidFill>
            <a:prstDash val="solid"/>
          </a:ln>
        </p:spPr>
      </p:sp>
      <p:sp>
        <p:nvSpPr>
          <p:cNvPr id="14" name="A05-focus-91">
            <a:extLst>
              <a:ext uri="{FF2B5EF4-FFF2-40B4-BE49-F238E27FC236}">
                <a16:creationId xmlns:a16="http://schemas.microsoft.com/office/drawing/2014/main" id="{04F0BB97-BD76-4A1F-90BA-C459653F0DED}"/>
              </a:ext>
            </a:extLst>
          </p:cNvPr>
          <p:cNvSpPr>
            <a:spLocks noGrp="1"/>
          </p:cNvSpPr>
          <p:nvPr/>
        </p:nvSpPr>
        <p:spPr>
          <a:xfrm>
            <a:off x="466725" y="3848100"/>
            <a:ext cx="11258550" cy="419100"/>
          </a:xfrm>
          <a:prstGeom prst="rect">
            <a:avLst/>
          </a:prstGeom>
          <a:noFill/>
          <a:ln w="19050">
            <a:solidFill>
              <a:srgbClr val="B57906"/>
            </a:solidFill>
            <a:prstDash val="solid"/>
          </a:ln>
        </p:spPr>
      </p:sp>
      <p:sp>
        <p:nvSpPr>
          <p:cNvPr id="15" name="A06-focus-92">
            <a:extLst>
              <a:ext uri="{FF2B5EF4-FFF2-40B4-BE49-F238E27FC236}">
                <a16:creationId xmlns:a16="http://schemas.microsoft.com/office/drawing/2014/main" id="{F17D0292-9A81-4605-A232-94641E7E99C1}"/>
              </a:ext>
            </a:extLst>
          </p:cNvPr>
          <p:cNvSpPr>
            <a:spLocks noGrp="1"/>
          </p:cNvSpPr>
          <p:nvPr/>
        </p:nvSpPr>
        <p:spPr>
          <a:xfrm>
            <a:off x="466725" y="4267200"/>
            <a:ext cx="11258550" cy="419100"/>
          </a:xfrm>
          <a:prstGeom prst="rect">
            <a:avLst/>
          </a:prstGeom>
          <a:noFill/>
          <a:ln w="19050">
            <a:solidFill>
              <a:srgbClr val="B57906"/>
            </a:solidFill>
            <a:prstDash val="solid"/>
          </a:ln>
        </p:spPr>
      </p:sp>
      <p:sp>
        <p:nvSpPr>
          <p:cNvPr id="16" name="A07-focus-93">
            <a:extLst>
              <a:ext uri="{FF2B5EF4-FFF2-40B4-BE49-F238E27FC236}">
                <a16:creationId xmlns:a16="http://schemas.microsoft.com/office/drawing/2014/main" id="{BBD87638-DE2A-4AE1-B955-10BD678F5038}"/>
              </a:ext>
            </a:extLst>
          </p:cNvPr>
          <p:cNvSpPr>
            <a:spLocks noGrp="1"/>
          </p:cNvSpPr>
          <p:nvPr/>
        </p:nvSpPr>
        <p:spPr>
          <a:xfrm>
            <a:off x="466725" y="4686300"/>
            <a:ext cx="11258550" cy="419100"/>
          </a:xfrm>
          <a:prstGeom prst="rect">
            <a:avLst/>
          </a:prstGeom>
          <a:noFill/>
          <a:ln w="19050">
            <a:solidFill>
              <a:srgbClr val="B57906"/>
            </a:solidFill>
            <a:prstDash val="solid"/>
          </a:ln>
        </p:spPr>
      </p:sp>
      <p:sp>
        <p:nvSpPr>
          <p:cNvPr id="17" name="矩形 16">
            <a:extLst>
              <a:ext uri="{FF2B5EF4-FFF2-40B4-BE49-F238E27FC236}">
                <a16:creationId xmlns:a16="http://schemas.microsoft.com/office/drawing/2014/main" id="{99FEB76F-1A77-4951-9A05-A8882B7D989E}"/>
              </a:ext>
            </a:extLst>
          </p:cNvPr>
          <p:cNvSpPr>
            <a:spLocks noGrp="1"/>
          </p:cNvSpPr>
          <p:nvPr/>
        </p:nvSpPr>
        <p:spPr>
          <a:xfrm>
            <a:off x="457200" y="5429250"/>
            <a:ext cx="11277600" cy="381000"/>
          </a:xfrm>
          <a:prstGeom prst="rect">
            <a:avLst/>
          </a:prstGeom>
          <a:noFill/>
          <a:ln w="0">
            <a:noFill/>
            <a:prstDash val="solid"/>
          </a:ln>
        </p:spPr>
        <p:txBody>
          <a:bodyPr wrap="square" lIns="0" tIns="0" rIns="0" bIns="0" anchor="t">
            <a:noAutofit/>
          </a:bodyPr>
          <a:lstStyle>
            <a:defPPr algn="l">
              <a:defRPr sz="2100" b="1">
                <a:solidFill>
                  <a:srgbClr val="598C6C"/>
                </a:solidFill>
                <a:latin typeface="Arial"/>
                <a:ea typeface="Arial"/>
                <a:cs typeface="Arial"/>
              </a:defRPr>
            </a:defPPr>
            <a:lvl1pPr algn="l">
              <a:defRPr sz="2100" b="1">
                <a:solidFill>
                  <a:srgbClr val="598C6C"/>
                </a:solidFill>
                <a:latin typeface="Arial"/>
                <a:ea typeface="Arial"/>
                <a:cs typeface="Arial"/>
              </a:defRPr>
            </a:lvl1pPr>
            <a:lvl2pPr algn="l">
              <a:defRPr sz="2100" b="1">
                <a:solidFill>
                  <a:srgbClr val="598C6C"/>
                </a:solidFill>
                <a:latin typeface="Arial"/>
                <a:ea typeface="Arial"/>
                <a:cs typeface="Arial"/>
              </a:defRPr>
            </a:lvl2pPr>
            <a:lvl3pPr algn="l">
              <a:defRPr sz="2100" b="1">
                <a:solidFill>
                  <a:srgbClr val="598C6C"/>
                </a:solidFill>
                <a:latin typeface="Arial"/>
                <a:ea typeface="Arial"/>
                <a:cs typeface="Arial"/>
              </a:defRPr>
            </a:lvl3pPr>
            <a:lvl4pPr algn="l">
              <a:defRPr sz="2100" b="1">
                <a:solidFill>
                  <a:srgbClr val="598C6C"/>
                </a:solidFill>
                <a:latin typeface="Arial"/>
                <a:ea typeface="Arial"/>
                <a:cs typeface="Arial"/>
              </a:defRPr>
            </a:lvl4pPr>
            <a:lvl5pPr algn="l">
              <a:defRPr sz="2100" b="1">
                <a:solidFill>
                  <a:srgbClr val="598C6C"/>
                </a:solidFill>
                <a:latin typeface="Arial"/>
                <a:ea typeface="Arial"/>
                <a:cs typeface="Arial"/>
              </a:defRPr>
            </a:lvl5pPr>
            <a:lvl6pPr algn="l">
              <a:defRPr sz="2100" b="1">
                <a:solidFill>
                  <a:srgbClr val="598C6C"/>
                </a:solidFill>
                <a:latin typeface="Arial"/>
                <a:ea typeface="Arial"/>
                <a:cs typeface="Arial"/>
              </a:defRPr>
            </a:lvl6pPr>
            <a:lvl7pPr algn="l">
              <a:defRPr sz="2100" b="1">
                <a:solidFill>
                  <a:srgbClr val="598C6C"/>
                </a:solidFill>
                <a:latin typeface="Arial"/>
                <a:ea typeface="Arial"/>
                <a:cs typeface="Arial"/>
              </a:defRPr>
            </a:lvl7pPr>
            <a:lvl8pPr algn="l">
              <a:defRPr sz="2100" b="1">
                <a:solidFill>
                  <a:srgbClr val="598C6C"/>
                </a:solidFill>
                <a:latin typeface="Arial"/>
                <a:ea typeface="Arial"/>
                <a:cs typeface="Arial"/>
              </a:defRPr>
            </a:lvl8pPr>
            <a:lvl9pPr algn="l">
              <a:defRPr sz="2100" b="1">
                <a:solidFill>
                  <a:srgbClr val="598C6C"/>
                </a:solidFill>
                <a:latin typeface="Arial"/>
                <a:ea typeface="Arial"/>
                <a:cs typeface="Arial"/>
              </a:defRPr>
            </a:lvl9pPr>
          </a:lstStyle>
          <a:p>
            <a:pPr algn="l">
              <a:defRPr sz="2100" b="1">
                <a:solidFill>
                  <a:srgbClr val="598C6C"/>
                </a:solidFill>
                <a:latin typeface="Arial"/>
                <a:ea typeface="Arial"/>
                <a:cs typeface="Arial"/>
              </a:defRPr>
            </a:pPr>
            <a:r>
              <a:rPr sz="2100" b="1">
                <a:solidFill>
                  <a:srgbClr val="598C6C"/>
                </a:solidFill>
                <a:latin typeface="Arial"/>
                <a:ea typeface="Arial"/>
                <a:cs typeface="Arial"/>
              </a:rPr>
              <a:t>Available = on hand − reserved</a:t>
            </a:r>
          </a:p>
        </p:txBody>
      </p:sp>
      <p:sp>
        <p:nvSpPr>
          <p:cNvPr id="18" name="矩形 17">
            <a:extLst>
              <a:ext uri="{FF2B5EF4-FFF2-40B4-BE49-F238E27FC236}">
                <a16:creationId xmlns:a16="http://schemas.microsoft.com/office/drawing/2014/main" id="{72717F15-9895-446C-AB9B-285DADF70529}"/>
              </a:ext>
            </a:extLst>
          </p:cNvPr>
          <p:cNvSpPr>
            <a:spLocks noGrp="1"/>
          </p:cNvSpPr>
          <p:nvPr/>
        </p:nvSpPr>
        <p:spPr>
          <a:xfrm>
            <a:off x="457200" y="5905500"/>
            <a:ext cx="9048750" cy="381000"/>
          </a:xfrm>
          <a:prstGeom prst="rect">
            <a:avLst/>
          </a:prstGeom>
          <a:noFill/>
          <a:ln w="0">
            <a:noFill/>
            <a:prstDash val="solid"/>
          </a:ln>
        </p:spPr>
        <p:txBody>
          <a:bodyPr wrap="square" lIns="0" tIns="0" rIns="0" bIns="0" anchor="t">
            <a:noAutofit/>
          </a:bodyPr>
          <a:lstStyle>
            <a:defPPr algn="l">
              <a:defRPr sz="1875" b="0">
                <a:solidFill>
                  <a:srgbClr val="586958"/>
                </a:solidFill>
                <a:latin typeface="Arial"/>
                <a:ea typeface="Arial"/>
                <a:cs typeface="Arial"/>
              </a:defRPr>
            </a:defPPr>
            <a:lvl1pPr algn="l">
              <a:defRPr sz="1875" b="0">
                <a:solidFill>
                  <a:srgbClr val="586958"/>
                </a:solidFill>
                <a:latin typeface="Arial"/>
                <a:ea typeface="Arial"/>
                <a:cs typeface="Arial"/>
              </a:defRPr>
            </a:lvl1pPr>
            <a:lvl2pPr algn="l">
              <a:defRPr sz="1875" b="0">
                <a:solidFill>
                  <a:srgbClr val="586958"/>
                </a:solidFill>
                <a:latin typeface="Arial"/>
                <a:ea typeface="Arial"/>
                <a:cs typeface="Arial"/>
              </a:defRPr>
            </a:lvl2pPr>
            <a:lvl3pPr algn="l">
              <a:defRPr sz="1875" b="0">
                <a:solidFill>
                  <a:srgbClr val="586958"/>
                </a:solidFill>
                <a:latin typeface="Arial"/>
                <a:ea typeface="Arial"/>
                <a:cs typeface="Arial"/>
              </a:defRPr>
            </a:lvl3pPr>
            <a:lvl4pPr algn="l">
              <a:defRPr sz="1875" b="0">
                <a:solidFill>
                  <a:srgbClr val="586958"/>
                </a:solidFill>
                <a:latin typeface="Arial"/>
                <a:ea typeface="Arial"/>
                <a:cs typeface="Arial"/>
              </a:defRPr>
            </a:lvl4pPr>
            <a:lvl5pPr algn="l">
              <a:defRPr sz="1875" b="0">
                <a:solidFill>
                  <a:srgbClr val="586958"/>
                </a:solidFill>
                <a:latin typeface="Arial"/>
                <a:ea typeface="Arial"/>
                <a:cs typeface="Arial"/>
              </a:defRPr>
            </a:lvl5pPr>
            <a:lvl6pPr algn="l">
              <a:defRPr sz="1875" b="0">
                <a:solidFill>
                  <a:srgbClr val="586958"/>
                </a:solidFill>
                <a:latin typeface="Arial"/>
                <a:ea typeface="Arial"/>
                <a:cs typeface="Arial"/>
              </a:defRPr>
            </a:lvl6pPr>
            <a:lvl7pPr algn="l">
              <a:defRPr sz="1875" b="0">
                <a:solidFill>
                  <a:srgbClr val="586958"/>
                </a:solidFill>
                <a:latin typeface="Arial"/>
                <a:ea typeface="Arial"/>
                <a:cs typeface="Arial"/>
              </a:defRPr>
            </a:lvl7pPr>
            <a:lvl8pPr algn="l">
              <a:defRPr sz="1875" b="0">
                <a:solidFill>
                  <a:srgbClr val="586958"/>
                </a:solidFill>
                <a:latin typeface="Arial"/>
                <a:ea typeface="Arial"/>
                <a:cs typeface="Arial"/>
              </a:defRPr>
            </a:lvl8pPr>
            <a:lvl9pPr algn="l">
              <a:defRPr sz="1875" b="0">
                <a:solidFill>
                  <a:srgbClr val="586958"/>
                </a:solidFill>
                <a:latin typeface="Arial"/>
                <a:ea typeface="Arial"/>
                <a:cs typeface="Arial"/>
              </a:defRPr>
            </a:lvl9pPr>
          </a:lstStyle>
          <a:p>
            <a:pPr algn="l">
              <a:defRPr sz="1875" b="0">
                <a:solidFill>
                  <a:srgbClr val="586958"/>
                </a:solidFill>
                <a:latin typeface="Arial"/>
                <a:ea typeface="Arial"/>
                <a:cs typeface="Arial"/>
              </a:defRPr>
            </a:pPr>
            <a:r>
              <a:rPr sz="1875" b="0">
                <a:solidFill>
                  <a:srgbClr val="586958"/>
                </a:solidFill>
                <a:latin typeface="Arial"/>
                <a:ea typeface="Arial"/>
                <a:cs typeface="Arial"/>
              </a:rPr>
              <a:t>On hand + collected + simulated handover = 10</a:t>
            </a:r>
          </a:p>
        </p:txBody>
      </p:sp>
    </p:spTree>
    <p:extLst>
      <p:ext uri="{BB962C8B-B14F-4D97-AF65-F5344CB8AC3E}">
        <p14:creationId xmlns:p14="http://schemas.microsoft.com/office/powerpoint/2010/main" val="525007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200"/>
                                        <p:tgtEl>
                                          <p:spTgt spid="10"/>
                                        </p:tgtEl>
                                      </p:cBhvr>
                                    </p:animEffect>
                                    <p:set>
                                      <p:cBhvr>
                                        <p:cTn id="12" dur="1" fill="hold">
                                          <p:stCondLst>
                                            <p:cond delay="199"/>
                                          </p:stCondLst>
                                        </p:cTn>
                                        <p:tgtEl>
                                          <p:spTgt spid="10"/>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3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200"/>
                                        <p:tgtEl>
                                          <p:spTgt spid="11"/>
                                        </p:tgtEl>
                                      </p:cBhvr>
                                    </p:animEffect>
                                    <p:set>
                                      <p:cBhvr>
                                        <p:cTn id="20" dur="1" fill="hold">
                                          <p:stCondLst>
                                            <p:cond delay="199"/>
                                          </p:stCondLst>
                                        </p:cTn>
                                        <p:tgtEl>
                                          <p:spTgt spid="11"/>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200"/>
                                        <p:tgtEl>
                                          <p:spTgt spid="12"/>
                                        </p:tgtEl>
                                      </p:cBhvr>
                                    </p:animEffect>
                                    <p:set>
                                      <p:cBhvr>
                                        <p:cTn id="28" dur="1" fill="hold">
                                          <p:stCondLst>
                                            <p:cond delay="199"/>
                                          </p:stCondLst>
                                        </p:cTn>
                                        <p:tgtEl>
                                          <p:spTgt spid="12"/>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200"/>
                                        <p:tgtEl>
                                          <p:spTgt spid="13"/>
                                        </p:tgtEl>
                                      </p:cBhvr>
                                    </p:animEffect>
                                    <p:set>
                                      <p:cBhvr>
                                        <p:cTn id="36" dur="1" fill="hold">
                                          <p:stCondLst>
                                            <p:cond delay="199"/>
                                          </p:stCondLst>
                                        </p:cTn>
                                        <p:tgtEl>
                                          <p:spTgt spid="13"/>
                                        </p:tgtEl>
                                        <p:attrNameLst>
                                          <p:attrName>style.visibility</p:attrName>
                                        </p:attrNameLst>
                                      </p:cBhvr>
                                      <p:to>
                                        <p:strVal val="hidden"/>
                                      </p:to>
                                    </p:se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3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200"/>
                                        <p:tgtEl>
                                          <p:spTgt spid="14"/>
                                        </p:tgtEl>
                                      </p:cBhvr>
                                    </p:animEffect>
                                    <p:set>
                                      <p:cBhvr>
                                        <p:cTn id="44" dur="1" fill="hold">
                                          <p:stCondLst>
                                            <p:cond delay="199"/>
                                          </p:stCondLst>
                                        </p:cTn>
                                        <p:tgtEl>
                                          <p:spTgt spid="14"/>
                                        </p:tgtEl>
                                        <p:attrNameLst>
                                          <p:attrName>style.visibility</p:attrName>
                                        </p:attrNameLst>
                                      </p:cBhvr>
                                      <p:to>
                                        <p:strVal val="hidden"/>
                                      </p:to>
                                    </p:set>
                                  </p:childTnLst>
                                </p:cTn>
                              </p:par>
                              <p:par>
                                <p:cTn id="45" presetID="10"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3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200"/>
                                        <p:tgtEl>
                                          <p:spTgt spid="15"/>
                                        </p:tgtEl>
                                      </p:cBhvr>
                                    </p:animEffect>
                                    <p:set>
                                      <p:cBhvr>
                                        <p:cTn id="52" dur="1" fill="hold">
                                          <p:stCondLst>
                                            <p:cond delay="199"/>
                                          </p:stCondLst>
                                        </p:cTn>
                                        <p:tgtEl>
                                          <p:spTgt spid="15"/>
                                        </p:tgtEl>
                                        <p:attrNameLst>
                                          <p:attrName>style.visibility</p:attrName>
                                        </p:attrNameLst>
                                      </p:cBhvr>
                                      <p:to>
                                        <p:strVal val="hidden"/>
                                      </p:to>
                                    </p:set>
                                  </p:childTnLst>
                                </p:cTn>
                              </p:par>
                              <p:par>
                                <p:cTn id="53" presetID="10" presetClass="entr" presetSubtype="0" fill="hold"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3647945D-4E27-424E-A963-DED502B9524B}"/>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65173544-ED97-4F04-B507-B8BF0BF10B79}"/>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Money reconciliation: order versus batch</a:t>
            </a:r>
          </a:p>
        </p:txBody>
      </p:sp>
      <p:sp>
        <p:nvSpPr>
          <p:cNvPr id="3" name="矩形 2">
            <a:extLst>
              <a:ext uri="{FF2B5EF4-FFF2-40B4-BE49-F238E27FC236}">
                <a16:creationId xmlns:a16="http://schemas.microsoft.com/office/drawing/2014/main" id="{99A595E9-0F38-45A4-847B-B33634C6743C}"/>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Recorded local case / gross profit and batch balance exclude operating expenses</a:t>
            </a:r>
          </a:p>
        </p:txBody>
      </p:sp>
      <p:sp>
        <p:nvSpPr>
          <p:cNvPr id="4" name="矩形 3">
            <a:extLst>
              <a:ext uri="{FF2B5EF4-FFF2-40B4-BE49-F238E27FC236}">
                <a16:creationId xmlns:a16="http://schemas.microsoft.com/office/drawing/2014/main" id="{98E2EA21-D70D-4A9D-8185-E6C2A679A6EA}"/>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6A8C578B-15F8-4BD1-BBA9-31FB68992512}"/>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7E4F27A9-5D06-4A54-8DFA-8111A7C83D58}"/>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17 / 32</a:t>
            </a:r>
          </a:p>
        </p:txBody>
      </p:sp>
      <p:sp>
        <p:nvSpPr>
          <p:cNvPr id="7" name="NAV-BG-8">
            <a:extLst>
              <a:ext uri="{FF2B5EF4-FFF2-40B4-BE49-F238E27FC236}">
                <a16:creationId xmlns:a16="http://schemas.microsoft.com/office/drawing/2014/main" id="{F212D502-CA27-4E95-ABE3-DE0E2518D90F}"/>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DBE9771E-1A79-4E75-A8CD-B2D194860EBB}"/>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sp>
        <p:nvSpPr>
          <p:cNvPr id="9" name="A01-amount-94">
            <a:extLst>
              <a:ext uri="{FF2B5EF4-FFF2-40B4-BE49-F238E27FC236}">
                <a16:creationId xmlns:a16="http://schemas.microsoft.com/office/drawing/2014/main" id="{CA21BC9C-F769-44FA-9FE2-F812CB83036B}"/>
              </a:ext>
            </a:extLst>
          </p:cNvPr>
          <p:cNvSpPr>
            <a:spLocks noGrp="1"/>
          </p:cNvSpPr>
          <p:nvPr/>
        </p:nvSpPr>
        <p:spPr>
          <a:xfrm>
            <a:off x="457200" y="1800225"/>
            <a:ext cx="2686050" cy="704850"/>
          </a:xfrm>
          <a:prstGeom prst="rect">
            <a:avLst/>
          </a:prstGeom>
          <a:noFill/>
          <a:ln w="0">
            <a:noFill/>
            <a:prstDash val="solid"/>
          </a:ln>
        </p:spPr>
        <p:txBody>
          <a:bodyPr wrap="square" lIns="0" tIns="0" rIns="0" bIns="0" anchor="t">
            <a:noAutofit/>
          </a:bodyPr>
          <a:lstStyle>
            <a:defPPr algn="l">
              <a:defRPr sz="3150" b="1">
                <a:solidFill>
                  <a:srgbClr val="163B2A"/>
                </a:solidFill>
                <a:latin typeface="Arial"/>
                <a:ea typeface="Arial"/>
                <a:cs typeface="Arial"/>
              </a:defRPr>
            </a:defPPr>
            <a:lvl1pPr algn="l">
              <a:defRPr sz="3150" b="1">
                <a:solidFill>
                  <a:srgbClr val="163B2A"/>
                </a:solidFill>
                <a:latin typeface="Arial"/>
                <a:ea typeface="Arial"/>
                <a:cs typeface="Arial"/>
              </a:defRPr>
            </a:lvl1pPr>
            <a:lvl2pPr algn="l">
              <a:defRPr sz="3150" b="1">
                <a:solidFill>
                  <a:srgbClr val="163B2A"/>
                </a:solidFill>
                <a:latin typeface="Arial"/>
                <a:ea typeface="Arial"/>
                <a:cs typeface="Arial"/>
              </a:defRPr>
            </a:lvl2pPr>
            <a:lvl3pPr algn="l">
              <a:defRPr sz="3150" b="1">
                <a:solidFill>
                  <a:srgbClr val="163B2A"/>
                </a:solidFill>
                <a:latin typeface="Arial"/>
                <a:ea typeface="Arial"/>
                <a:cs typeface="Arial"/>
              </a:defRPr>
            </a:lvl3pPr>
            <a:lvl4pPr algn="l">
              <a:defRPr sz="3150" b="1">
                <a:solidFill>
                  <a:srgbClr val="163B2A"/>
                </a:solidFill>
                <a:latin typeface="Arial"/>
                <a:ea typeface="Arial"/>
                <a:cs typeface="Arial"/>
              </a:defRPr>
            </a:lvl4pPr>
            <a:lvl5pPr algn="l">
              <a:defRPr sz="3150" b="1">
                <a:solidFill>
                  <a:srgbClr val="163B2A"/>
                </a:solidFill>
                <a:latin typeface="Arial"/>
                <a:ea typeface="Arial"/>
                <a:cs typeface="Arial"/>
              </a:defRPr>
            </a:lvl5pPr>
            <a:lvl6pPr algn="l">
              <a:defRPr sz="3150" b="1">
                <a:solidFill>
                  <a:srgbClr val="163B2A"/>
                </a:solidFill>
                <a:latin typeface="Arial"/>
                <a:ea typeface="Arial"/>
                <a:cs typeface="Arial"/>
              </a:defRPr>
            </a:lvl6pPr>
            <a:lvl7pPr algn="l">
              <a:defRPr sz="3150" b="1">
                <a:solidFill>
                  <a:srgbClr val="163B2A"/>
                </a:solidFill>
                <a:latin typeface="Arial"/>
                <a:ea typeface="Arial"/>
                <a:cs typeface="Arial"/>
              </a:defRPr>
            </a:lvl7pPr>
            <a:lvl8pPr algn="l">
              <a:defRPr sz="3150" b="1">
                <a:solidFill>
                  <a:srgbClr val="163B2A"/>
                </a:solidFill>
                <a:latin typeface="Arial"/>
                <a:ea typeface="Arial"/>
                <a:cs typeface="Arial"/>
              </a:defRPr>
            </a:lvl8pPr>
            <a:lvl9pPr algn="l">
              <a:defRPr sz="3150" b="1">
                <a:solidFill>
                  <a:srgbClr val="163B2A"/>
                </a:solidFill>
                <a:latin typeface="Arial"/>
                <a:ea typeface="Arial"/>
                <a:cs typeface="Arial"/>
              </a:defRPr>
            </a:lvl9pPr>
          </a:lstStyle>
          <a:p>
            <a:pPr algn="l">
              <a:defRPr sz="3150" b="1">
                <a:solidFill>
                  <a:srgbClr val="163B2A"/>
                </a:solidFill>
                <a:latin typeface="Arial"/>
                <a:ea typeface="Arial"/>
                <a:cs typeface="Arial"/>
              </a:defRPr>
            </a:pPr>
            <a:r>
              <a:rPr sz="3150" b="1">
                <a:solidFill>
                  <a:srgbClr val="163B2A"/>
                </a:solidFill>
                <a:latin typeface="Arial"/>
                <a:ea typeface="Arial"/>
                <a:cs typeface="Arial"/>
              </a:rPr>
              <a:t>RM5.70</a:t>
            </a:r>
          </a:p>
        </p:txBody>
      </p:sp>
      <p:sp>
        <p:nvSpPr>
          <p:cNvPr id="10" name="A01-label-95">
            <a:extLst>
              <a:ext uri="{FF2B5EF4-FFF2-40B4-BE49-F238E27FC236}">
                <a16:creationId xmlns:a16="http://schemas.microsoft.com/office/drawing/2014/main" id="{23AD90F9-0B1D-4739-8ABD-1C4ED0C7F501}"/>
              </a:ext>
            </a:extLst>
          </p:cNvPr>
          <p:cNvSpPr>
            <a:spLocks noGrp="1"/>
          </p:cNvSpPr>
          <p:nvPr/>
        </p:nvSpPr>
        <p:spPr>
          <a:xfrm>
            <a:off x="457200" y="2638425"/>
            <a:ext cx="2686050" cy="504825"/>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Simulated order revenue</a:t>
            </a:r>
          </a:p>
        </p:txBody>
      </p:sp>
      <p:sp>
        <p:nvSpPr>
          <p:cNvPr id="11" name="A02-amount-96">
            <a:extLst>
              <a:ext uri="{FF2B5EF4-FFF2-40B4-BE49-F238E27FC236}">
                <a16:creationId xmlns:a16="http://schemas.microsoft.com/office/drawing/2014/main" id="{89EF65BD-192C-4163-BB93-0838FAEDF0AA}"/>
              </a:ext>
            </a:extLst>
          </p:cNvPr>
          <p:cNvSpPr>
            <a:spLocks noGrp="1"/>
          </p:cNvSpPr>
          <p:nvPr/>
        </p:nvSpPr>
        <p:spPr>
          <a:xfrm>
            <a:off x="3352800" y="1800225"/>
            <a:ext cx="2686050" cy="704850"/>
          </a:xfrm>
          <a:prstGeom prst="rect">
            <a:avLst/>
          </a:prstGeom>
          <a:noFill/>
          <a:ln w="0">
            <a:noFill/>
            <a:prstDash val="solid"/>
          </a:ln>
        </p:spPr>
        <p:txBody>
          <a:bodyPr wrap="square" lIns="0" tIns="0" rIns="0" bIns="0" anchor="t">
            <a:noAutofit/>
          </a:bodyPr>
          <a:lstStyle>
            <a:defPPr algn="l">
              <a:defRPr sz="3150" b="1">
                <a:solidFill>
                  <a:srgbClr val="163B2A"/>
                </a:solidFill>
                <a:latin typeface="Arial"/>
                <a:ea typeface="Arial"/>
                <a:cs typeface="Arial"/>
              </a:defRPr>
            </a:defPPr>
            <a:lvl1pPr algn="l">
              <a:defRPr sz="3150" b="1">
                <a:solidFill>
                  <a:srgbClr val="163B2A"/>
                </a:solidFill>
                <a:latin typeface="Arial"/>
                <a:ea typeface="Arial"/>
                <a:cs typeface="Arial"/>
              </a:defRPr>
            </a:lvl1pPr>
            <a:lvl2pPr algn="l">
              <a:defRPr sz="3150" b="1">
                <a:solidFill>
                  <a:srgbClr val="163B2A"/>
                </a:solidFill>
                <a:latin typeface="Arial"/>
                <a:ea typeface="Arial"/>
                <a:cs typeface="Arial"/>
              </a:defRPr>
            </a:lvl2pPr>
            <a:lvl3pPr algn="l">
              <a:defRPr sz="3150" b="1">
                <a:solidFill>
                  <a:srgbClr val="163B2A"/>
                </a:solidFill>
                <a:latin typeface="Arial"/>
                <a:ea typeface="Arial"/>
                <a:cs typeface="Arial"/>
              </a:defRPr>
            </a:lvl3pPr>
            <a:lvl4pPr algn="l">
              <a:defRPr sz="3150" b="1">
                <a:solidFill>
                  <a:srgbClr val="163B2A"/>
                </a:solidFill>
                <a:latin typeface="Arial"/>
                <a:ea typeface="Arial"/>
                <a:cs typeface="Arial"/>
              </a:defRPr>
            </a:lvl4pPr>
            <a:lvl5pPr algn="l">
              <a:defRPr sz="3150" b="1">
                <a:solidFill>
                  <a:srgbClr val="163B2A"/>
                </a:solidFill>
                <a:latin typeface="Arial"/>
                <a:ea typeface="Arial"/>
                <a:cs typeface="Arial"/>
              </a:defRPr>
            </a:lvl5pPr>
            <a:lvl6pPr algn="l">
              <a:defRPr sz="3150" b="1">
                <a:solidFill>
                  <a:srgbClr val="163B2A"/>
                </a:solidFill>
                <a:latin typeface="Arial"/>
                <a:ea typeface="Arial"/>
                <a:cs typeface="Arial"/>
              </a:defRPr>
            </a:lvl6pPr>
            <a:lvl7pPr algn="l">
              <a:defRPr sz="3150" b="1">
                <a:solidFill>
                  <a:srgbClr val="163B2A"/>
                </a:solidFill>
                <a:latin typeface="Arial"/>
                <a:ea typeface="Arial"/>
                <a:cs typeface="Arial"/>
              </a:defRPr>
            </a:lvl7pPr>
            <a:lvl8pPr algn="l">
              <a:defRPr sz="3150" b="1">
                <a:solidFill>
                  <a:srgbClr val="163B2A"/>
                </a:solidFill>
                <a:latin typeface="Arial"/>
                <a:ea typeface="Arial"/>
                <a:cs typeface="Arial"/>
              </a:defRPr>
            </a:lvl8pPr>
            <a:lvl9pPr algn="l">
              <a:defRPr sz="3150" b="1">
                <a:solidFill>
                  <a:srgbClr val="163B2A"/>
                </a:solidFill>
                <a:latin typeface="Arial"/>
                <a:ea typeface="Arial"/>
                <a:cs typeface="Arial"/>
              </a:defRPr>
            </a:lvl9pPr>
          </a:lstStyle>
          <a:p>
            <a:pPr algn="l">
              <a:defRPr sz="3150" b="1">
                <a:solidFill>
                  <a:srgbClr val="163B2A"/>
                </a:solidFill>
                <a:latin typeface="Arial"/>
                <a:ea typeface="Arial"/>
                <a:cs typeface="Arial"/>
              </a:defRPr>
            </a:pPr>
            <a:r>
              <a:rPr sz="3150" b="1">
                <a:solidFill>
                  <a:srgbClr val="163B2A"/>
                </a:solidFill>
                <a:latin typeface="Arial"/>
                <a:ea typeface="Arial"/>
                <a:cs typeface="Arial"/>
              </a:rPr>
              <a:t>− RM0.50</a:t>
            </a:r>
          </a:p>
        </p:txBody>
      </p:sp>
      <p:sp>
        <p:nvSpPr>
          <p:cNvPr id="12" name="A02-label-97">
            <a:extLst>
              <a:ext uri="{FF2B5EF4-FFF2-40B4-BE49-F238E27FC236}">
                <a16:creationId xmlns:a16="http://schemas.microsoft.com/office/drawing/2014/main" id="{0CFDFCC8-91C6-4BE0-9143-95A540720968}"/>
              </a:ext>
            </a:extLst>
          </p:cNvPr>
          <p:cNvSpPr>
            <a:spLocks noGrp="1"/>
          </p:cNvSpPr>
          <p:nvPr/>
        </p:nvSpPr>
        <p:spPr>
          <a:xfrm>
            <a:off x="3352800" y="2638425"/>
            <a:ext cx="2686050" cy="504825"/>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Packaging</a:t>
            </a:r>
          </a:p>
        </p:txBody>
      </p:sp>
      <p:sp>
        <p:nvSpPr>
          <p:cNvPr id="13" name="A03-amount-98">
            <a:extLst>
              <a:ext uri="{FF2B5EF4-FFF2-40B4-BE49-F238E27FC236}">
                <a16:creationId xmlns:a16="http://schemas.microsoft.com/office/drawing/2014/main" id="{C0193A72-9E53-4D3D-9106-739C4CA73002}"/>
              </a:ext>
            </a:extLst>
          </p:cNvPr>
          <p:cNvSpPr>
            <a:spLocks noGrp="1"/>
          </p:cNvSpPr>
          <p:nvPr/>
        </p:nvSpPr>
        <p:spPr>
          <a:xfrm>
            <a:off x="6248400" y="1800225"/>
            <a:ext cx="2686050" cy="704850"/>
          </a:xfrm>
          <a:prstGeom prst="rect">
            <a:avLst/>
          </a:prstGeom>
          <a:noFill/>
          <a:ln w="0">
            <a:noFill/>
            <a:prstDash val="solid"/>
          </a:ln>
        </p:spPr>
        <p:txBody>
          <a:bodyPr wrap="square" lIns="0" tIns="0" rIns="0" bIns="0" anchor="t">
            <a:noAutofit/>
          </a:bodyPr>
          <a:lstStyle>
            <a:defPPr algn="l">
              <a:defRPr sz="3150" b="1">
                <a:solidFill>
                  <a:srgbClr val="163B2A"/>
                </a:solidFill>
                <a:latin typeface="Arial"/>
                <a:ea typeface="Arial"/>
                <a:cs typeface="Arial"/>
              </a:defRPr>
            </a:defPPr>
            <a:lvl1pPr algn="l">
              <a:defRPr sz="3150" b="1">
                <a:solidFill>
                  <a:srgbClr val="163B2A"/>
                </a:solidFill>
                <a:latin typeface="Arial"/>
                <a:ea typeface="Arial"/>
                <a:cs typeface="Arial"/>
              </a:defRPr>
            </a:lvl1pPr>
            <a:lvl2pPr algn="l">
              <a:defRPr sz="3150" b="1">
                <a:solidFill>
                  <a:srgbClr val="163B2A"/>
                </a:solidFill>
                <a:latin typeface="Arial"/>
                <a:ea typeface="Arial"/>
                <a:cs typeface="Arial"/>
              </a:defRPr>
            </a:lvl2pPr>
            <a:lvl3pPr algn="l">
              <a:defRPr sz="3150" b="1">
                <a:solidFill>
                  <a:srgbClr val="163B2A"/>
                </a:solidFill>
                <a:latin typeface="Arial"/>
                <a:ea typeface="Arial"/>
                <a:cs typeface="Arial"/>
              </a:defRPr>
            </a:lvl3pPr>
            <a:lvl4pPr algn="l">
              <a:defRPr sz="3150" b="1">
                <a:solidFill>
                  <a:srgbClr val="163B2A"/>
                </a:solidFill>
                <a:latin typeface="Arial"/>
                <a:ea typeface="Arial"/>
                <a:cs typeface="Arial"/>
              </a:defRPr>
            </a:lvl4pPr>
            <a:lvl5pPr algn="l">
              <a:defRPr sz="3150" b="1">
                <a:solidFill>
                  <a:srgbClr val="163B2A"/>
                </a:solidFill>
                <a:latin typeface="Arial"/>
                <a:ea typeface="Arial"/>
                <a:cs typeface="Arial"/>
              </a:defRPr>
            </a:lvl5pPr>
            <a:lvl6pPr algn="l">
              <a:defRPr sz="3150" b="1">
                <a:solidFill>
                  <a:srgbClr val="163B2A"/>
                </a:solidFill>
                <a:latin typeface="Arial"/>
                <a:ea typeface="Arial"/>
                <a:cs typeface="Arial"/>
              </a:defRPr>
            </a:lvl6pPr>
            <a:lvl7pPr algn="l">
              <a:defRPr sz="3150" b="1">
                <a:solidFill>
                  <a:srgbClr val="163B2A"/>
                </a:solidFill>
                <a:latin typeface="Arial"/>
                <a:ea typeface="Arial"/>
                <a:cs typeface="Arial"/>
              </a:defRPr>
            </a:lvl7pPr>
            <a:lvl8pPr algn="l">
              <a:defRPr sz="3150" b="1">
                <a:solidFill>
                  <a:srgbClr val="163B2A"/>
                </a:solidFill>
                <a:latin typeface="Arial"/>
                <a:ea typeface="Arial"/>
                <a:cs typeface="Arial"/>
              </a:defRPr>
            </a:lvl8pPr>
            <a:lvl9pPr algn="l">
              <a:defRPr sz="3150" b="1">
                <a:solidFill>
                  <a:srgbClr val="163B2A"/>
                </a:solidFill>
                <a:latin typeface="Arial"/>
                <a:ea typeface="Arial"/>
                <a:cs typeface="Arial"/>
              </a:defRPr>
            </a:lvl9pPr>
          </a:lstStyle>
          <a:p>
            <a:pPr algn="l">
              <a:defRPr sz="3150" b="1">
                <a:solidFill>
                  <a:srgbClr val="163B2A"/>
                </a:solidFill>
                <a:latin typeface="Arial"/>
                <a:ea typeface="Arial"/>
                <a:cs typeface="Arial"/>
              </a:defRPr>
            </a:pPr>
            <a:r>
              <a:rPr sz="3150" b="1">
                <a:solidFill>
                  <a:srgbClr val="163B2A"/>
                </a:solidFill>
                <a:latin typeface="Arial"/>
                <a:ea typeface="Arial"/>
                <a:cs typeface="Arial"/>
              </a:rPr>
              <a:t>− RM4.00</a:t>
            </a:r>
          </a:p>
        </p:txBody>
      </p:sp>
      <p:sp>
        <p:nvSpPr>
          <p:cNvPr id="14" name="A03-label-99">
            <a:extLst>
              <a:ext uri="{FF2B5EF4-FFF2-40B4-BE49-F238E27FC236}">
                <a16:creationId xmlns:a16="http://schemas.microsoft.com/office/drawing/2014/main" id="{721F815B-12BC-46C2-B3A4-91DED62CF2A7}"/>
              </a:ext>
            </a:extLst>
          </p:cNvPr>
          <p:cNvSpPr>
            <a:spLocks noGrp="1"/>
          </p:cNvSpPr>
          <p:nvPr/>
        </p:nvSpPr>
        <p:spPr>
          <a:xfrm>
            <a:off x="6248400" y="2638425"/>
            <a:ext cx="2686050" cy="504825"/>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Product cost: 2 items</a:t>
            </a:r>
          </a:p>
        </p:txBody>
      </p:sp>
      <p:sp>
        <p:nvSpPr>
          <p:cNvPr id="15" name="A04-amount-100">
            <a:extLst>
              <a:ext uri="{FF2B5EF4-FFF2-40B4-BE49-F238E27FC236}">
                <a16:creationId xmlns:a16="http://schemas.microsoft.com/office/drawing/2014/main" id="{F8B78D39-D094-4FFE-B4BF-84B789EF8EF0}"/>
              </a:ext>
            </a:extLst>
          </p:cNvPr>
          <p:cNvSpPr>
            <a:spLocks noGrp="1"/>
          </p:cNvSpPr>
          <p:nvPr/>
        </p:nvSpPr>
        <p:spPr>
          <a:xfrm>
            <a:off x="9144000" y="1800225"/>
            <a:ext cx="2686050" cy="704850"/>
          </a:xfrm>
          <a:prstGeom prst="rect">
            <a:avLst/>
          </a:prstGeom>
          <a:noFill/>
          <a:ln w="0">
            <a:noFill/>
            <a:prstDash val="solid"/>
          </a:ln>
        </p:spPr>
        <p:txBody>
          <a:bodyPr wrap="square" lIns="0" tIns="0" rIns="0" bIns="0" anchor="t">
            <a:noAutofit/>
          </a:bodyPr>
          <a:lstStyle>
            <a:defPPr algn="l">
              <a:defRPr sz="3150" b="1">
                <a:solidFill>
                  <a:srgbClr val="598C6C"/>
                </a:solidFill>
                <a:latin typeface="Arial"/>
                <a:ea typeface="Arial"/>
                <a:cs typeface="Arial"/>
              </a:defRPr>
            </a:defPPr>
            <a:lvl1pPr algn="l">
              <a:defRPr sz="3150" b="1">
                <a:solidFill>
                  <a:srgbClr val="598C6C"/>
                </a:solidFill>
                <a:latin typeface="Arial"/>
                <a:ea typeface="Arial"/>
                <a:cs typeface="Arial"/>
              </a:defRPr>
            </a:lvl1pPr>
            <a:lvl2pPr algn="l">
              <a:defRPr sz="3150" b="1">
                <a:solidFill>
                  <a:srgbClr val="598C6C"/>
                </a:solidFill>
                <a:latin typeface="Arial"/>
                <a:ea typeface="Arial"/>
                <a:cs typeface="Arial"/>
              </a:defRPr>
            </a:lvl2pPr>
            <a:lvl3pPr algn="l">
              <a:defRPr sz="3150" b="1">
                <a:solidFill>
                  <a:srgbClr val="598C6C"/>
                </a:solidFill>
                <a:latin typeface="Arial"/>
                <a:ea typeface="Arial"/>
                <a:cs typeface="Arial"/>
              </a:defRPr>
            </a:lvl3pPr>
            <a:lvl4pPr algn="l">
              <a:defRPr sz="3150" b="1">
                <a:solidFill>
                  <a:srgbClr val="598C6C"/>
                </a:solidFill>
                <a:latin typeface="Arial"/>
                <a:ea typeface="Arial"/>
                <a:cs typeface="Arial"/>
              </a:defRPr>
            </a:lvl4pPr>
            <a:lvl5pPr algn="l">
              <a:defRPr sz="3150" b="1">
                <a:solidFill>
                  <a:srgbClr val="598C6C"/>
                </a:solidFill>
                <a:latin typeface="Arial"/>
                <a:ea typeface="Arial"/>
                <a:cs typeface="Arial"/>
              </a:defRPr>
            </a:lvl5pPr>
            <a:lvl6pPr algn="l">
              <a:defRPr sz="3150" b="1">
                <a:solidFill>
                  <a:srgbClr val="598C6C"/>
                </a:solidFill>
                <a:latin typeface="Arial"/>
                <a:ea typeface="Arial"/>
                <a:cs typeface="Arial"/>
              </a:defRPr>
            </a:lvl6pPr>
            <a:lvl7pPr algn="l">
              <a:defRPr sz="3150" b="1">
                <a:solidFill>
                  <a:srgbClr val="598C6C"/>
                </a:solidFill>
                <a:latin typeface="Arial"/>
                <a:ea typeface="Arial"/>
                <a:cs typeface="Arial"/>
              </a:defRPr>
            </a:lvl7pPr>
            <a:lvl8pPr algn="l">
              <a:defRPr sz="3150" b="1">
                <a:solidFill>
                  <a:srgbClr val="598C6C"/>
                </a:solidFill>
                <a:latin typeface="Arial"/>
                <a:ea typeface="Arial"/>
                <a:cs typeface="Arial"/>
              </a:defRPr>
            </a:lvl8pPr>
            <a:lvl9pPr algn="l">
              <a:defRPr sz="3150" b="1">
                <a:solidFill>
                  <a:srgbClr val="598C6C"/>
                </a:solidFill>
                <a:latin typeface="Arial"/>
                <a:ea typeface="Arial"/>
                <a:cs typeface="Arial"/>
              </a:defRPr>
            </a:lvl9pPr>
          </a:lstStyle>
          <a:p>
            <a:pPr algn="l">
              <a:defRPr sz="3150" b="1">
                <a:solidFill>
                  <a:srgbClr val="598C6C"/>
                </a:solidFill>
                <a:latin typeface="Arial"/>
                <a:ea typeface="Arial"/>
                <a:cs typeface="Arial"/>
              </a:defRPr>
            </a:pPr>
            <a:r>
              <a:rPr sz="3150" b="1">
                <a:solidFill>
                  <a:srgbClr val="598C6C"/>
                </a:solidFill>
                <a:latin typeface="Arial"/>
                <a:ea typeface="Arial"/>
                <a:cs typeface="Arial"/>
              </a:rPr>
              <a:t>= RM1.20</a:t>
            </a:r>
          </a:p>
        </p:txBody>
      </p:sp>
      <p:sp>
        <p:nvSpPr>
          <p:cNvPr id="16" name="A04-label-101">
            <a:extLst>
              <a:ext uri="{FF2B5EF4-FFF2-40B4-BE49-F238E27FC236}">
                <a16:creationId xmlns:a16="http://schemas.microsoft.com/office/drawing/2014/main" id="{4114C172-04ED-43C1-9446-235776493A60}"/>
              </a:ext>
            </a:extLst>
          </p:cNvPr>
          <p:cNvSpPr>
            <a:spLocks noGrp="1"/>
          </p:cNvSpPr>
          <p:nvPr/>
        </p:nvSpPr>
        <p:spPr>
          <a:xfrm>
            <a:off x="9144000" y="2638425"/>
            <a:ext cx="2686050" cy="504825"/>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Order gross profit</a:t>
            </a:r>
          </a:p>
        </p:txBody>
      </p:sp>
      <p:graphicFrame>
        <p:nvGraphicFramePr>
          <p:cNvPr id="17" name="表格 16">
            <a:extLst>
              <a:ext uri="{FF2B5EF4-FFF2-40B4-BE49-F238E27FC236}">
                <a16:creationId xmlns:a16="http://schemas.microsoft.com/office/drawing/2014/main" id="{8B229BDB-CFF9-4333-B826-C6430319BC6A}"/>
              </a:ext>
            </a:extLst>
          </p:cNvPr>
          <p:cNvGraphicFramePr/>
          <p:nvPr/>
        </p:nvGraphicFramePr>
        <p:xfrm>
          <a:off x="457200" y="3609975"/>
          <a:ext cx="11277600" cy="2133600"/>
        </p:xfrm>
        <a:graphic>
          <a:graphicData uri="http://schemas.openxmlformats.org/drawingml/2006/table">
            <a:tbl>
              <a:tblPr/>
              <a:tblGrid>
                <a:gridCol w="5162550">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tblGrid>
              <a:tr h="533400">
                <a:tc>
                  <a:txBody>
                    <a:bodyPr/>
                    <a:lstStyle/>
                    <a:p>
                      <a:pPr algn="l"/>
                      <a:r>
                        <a:rPr sz="1575" b="1">
                          <a:solidFill>
                            <a:srgbClr val="163B2A"/>
                          </a:solidFill>
                          <a:latin typeface="Arial"/>
                          <a:ea typeface="Arial"/>
                          <a:cs typeface="Arial"/>
                        </a:rPr>
                        <a:t>Accounting scope</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75" b="1">
                          <a:solidFill>
                            <a:srgbClr val="163B2A"/>
                          </a:solidFill>
                          <a:latin typeface="Arial"/>
                          <a:ea typeface="Arial"/>
                          <a:cs typeface="Arial"/>
                        </a:rPr>
                        <a:t>Calculation</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75" b="1">
                          <a:solidFill>
                            <a:srgbClr val="163B2A"/>
                          </a:solidFill>
                          <a:latin typeface="Arial"/>
                          <a:ea typeface="Arial"/>
                          <a:cs typeface="Arial"/>
                        </a:rPr>
                        <a:t>RM</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533400">
                <a:tc>
                  <a:txBody>
                    <a:bodyPr/>
                    <a:lstStyle/>
                    <a:p>
                      <a:pPr algn="l"/>
                      <a:r>
                        <a:rPr sz="1650" b="0">
                          <a:solidFill>
                            <a:srgbClr val="163B2A"/>
                          </a:solidFill>
                          <a:latin typeface="Arial"/>
                          <a:ea typeface="Arial"/>
                          <a:cs typeface="Arial"/>
                        </a:rPr>
                        <a:t>Cash after packaging, before product cost</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5.70 − 0.50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5.20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533400">
                <a:tc>
                  <a:txBody>
                    <a:bodyPr/>
                    <a:lstStyle/>
                    <a:p>
                      <a:pPr algn="l"/>
                      <a:r>
                        <a:rPr sz="1650" b="0">
                          <a:solidFill>
                            <a:srgbClr val="163B2A"/>
                          </a:solidFill>
                          <a:latin typeface="Arial"/>
                          <a:ea typeface="Arial"/>
                          <a:cs typeface="Arial"/>
                        </a:rPr>
                        <a:t>Listed product cost of 8 unsold items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8 × 2.00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16.00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533400">
                <a:tc>
                  <a:txBody>
                    <a:bodyPr/>
                    <a:lstStyle/>
                    <a:p>
                      <a:pPr algn="l"/>
                      <a:r>
                        <a:rPr sz="1650" b="0">
                          <a:solidFill>
                            <a:srgbClr val="163B2A"/>
                          </a:solidFill>
                          <a:latin typeface="Arial"/>
                          <a:ea typeface="Arial"/>
                          <a:cs typeface="Arial"/>
                        </a:rPr>
                        <a:t>Whole-batch balance before other costs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5.70 − 20.00 − 0.50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−14.80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5290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3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A37B188F-16A1-4674-81F2-77D079A41610}"/>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0AB24E1A-0AFC-447A-A82C-1D5FFD4AF64E}"/>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ESG value and traceable food outcomes</a:t>
            </a:r>
          </a:p>
        </p:txBody>
      </p:sp>
      <p:sp>
        <p:nvSpPr>
          <p:cNvPr id="3" name="矩形 2">
            <a:extLst>
              <a:ext uri="{FF2B5EF4-FFF2-40B4-BE49-F238E27FC236}">
                <a16:creationId xmlns:a16="http://schemas.microsoft.com/office/drawing/2014/main" id="{ACB95E96-6734-4DF4-97A8-FF818BB61562}"/>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Long-term contribution goals / associated footprint is not avoided emissions</a:t>
            </a:r>
          </a:p>
        </p:txBody>
      </p:sp>
      <p:sp>
        <p:nvSpPr>
          <p:cNvPr id="4" name="矩形 3">
            <a:extLst>
              <a:ext uri="{FF2B5EF4-FFF2-40B4-BE49-F238E27FC236}">
                <a16:creationId xmlns:a16="http://schemas.microsoft.com/office/drawing/2014/main" id="{5873AF00-41A4-4BFA-BD31-B6487FFB62A9}"/>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2CC4F2F0-0DF7-40D5-A1E3-8CBD81913E56}"/>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C82B2B88-1991-4327-821D-ABEAD6342FF2}"/>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18 / 32</a:t>
            </a:r>
          </a:p>
        </p:txBody>
      </p:sp>
      <p:sp>
        <p:nvSpPr>
          <p:cNvPr id="7" name="NAV-BG-8">
            <a:extLst>
              <a:ext uri="{FF2B5EF4-FFF2-40B4-BE49-F238E27FC236}">
                <a16:creationId xmlns:a16="http://schemas.microsoft.com/office/drawing/2014/main" id="{52831C86-4F05-409E-8010-AFEC8AAF9F59}"/>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1C456AA9-E218-4743-B717-0DE99618719D}"/>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sp>
        <p:nvSpPr>
          <p:cNvPr id="9" name="矩形 8">
            <a:extLst>
              <a:ext uri="{FF2B5EF4-FFF2-40B4-BE49-F238E27FC236}">
                <a16:creationId xmlns:a16="http://schemas.microsoft.com/office/drawing/2014/main" id="{076BE3C3-D5C8-45D7-A858-B3B9B635E3A7}"/>
              </a:ext>
            </a:extLst>
          </p:cNvPr>
          <p:cNvSpPr>
            <a:spLocks noGrp="1"/>
          </p:cNvSpPr>
          <p:nvPr/>
        </p:nvSpPr>
        <p:spPr>
          <a:xfrm>
            <a:off x="457200" y="1752600"/>
            <a:ext cx="11277600" cy="723900"/>
          </a:xfrm>
          <a:prstGeom prst="rect">
            <a:avLst/>
          </a:prstGeom>
          <a:noFill/>
          <a:ln w="0">
            <a:noFill/>
            <a:prstDash val="solid"/>
          </a:ln>
        </p:spPr>
        <p:txBody>
          <a:bodyPr wrap="square" lIns="0" tIns="0" rIns="0" bIns="0" anchor="t">
            <a:noAutofit/>
          </a:bodyPr>
          <a:lstStyle>
            <a:defPPr algn="l">
              <a:defRPr sz="2400" b="1">
                <a:solidFill>
                  <a:srgbClr val="598C6C"/>
                </a:solidFill>
                <a:latin typeface="Arial"/>
                <a:ea typeface="Arial"/>
                <a:cs typeface="Arial"/>
              </a:defRPr>
            </a:defPPr>
            <a:lvl1pPr algn="l">
              <a:defRPr sz="2400" b="1">
                <a:solidFill>
                  <a:srgbClr val="598C6C"/>
                </a:solidFill>
                <a:latin typeface="Arial"/>
                <a:ea typeface="Arial"/>
                <a:cs typeface="Arial"/>
              </a:defRPr>
            </a:lvl1pPr>
            <a:lvl2pPr algn="l">
              <a:defRPr sz="2400" b="1">
                <a:solidFill>
                  <a:srgbClr val="598C6C"/>
                </a:solidFill>
                <a:latin typeface="Arial"/>
                <a:ea typeface="Arial"/>
                <a:cs typeface="Arial"/>
              </a:defRPr>
            </a:lvl2pPr>
            <a:lvl3pPr algn="l">
              <a:defRPr sz="2400" b="1">
                <a:solidFill>
                  <a:srgbClr val="598C6C"/>
                </a:solidFill>
                <a:latin typeface="Arial"/>
                <a:ea typeface="Arial"/>
                <a:cs typeface="Arial"/>
              </a:defRPr>
            </a:lvl3pPr>
            <a:lvl4pPr algn="l">
              <a:defRPr sz="2400" b="1">
                <a:solidFill>
                  <a:srgbClr val="598C6C"/>
                </a:solidFill>
                <a:latin typeface="Arial"/>
                <a:ea typeface="Arial"/>
                <a:cs typeface="Arial"/>
              </a:defRPr>
            </a:lvl4pPr>
            <a:lvl5pPr algn="l">
              <a:defRPr sz="2400" b="1">
                <a:solidFill>
                  <a:srgbClr val="598C6C"/>
                </a:solidFill>
                <a:latin typeface="Arial"/>
                <a:ea typeface="Arial"/>
                <a:cs typeface="Arial"/>
              </a:defRPr>
            </a:lvl5pPr>
            <a:lvl6pPr algn="l">
              <a:defRPr sz="2400" b="1">
                <a:solidFill>
                  <a:srgbClr val="598C6C"/>
                </a:solidFill>
                <a:latin typeface="Arial"/>
                <a:ea typeface="Arial"/>
                <a:cs typeface="Arial"/>
              </a:defRPr>
            </a:lvl6pPr>
            <a:lvl7pPr algn="l">
              <a:defRPr sz="2400" b="1">
                <a:solidFill>
                  <a:srgbClr val="598C6C"/>
                </a:solidFill>
                <a:latin typeface="Arial"/>
                <a:ea typeface="Arial"/>
                <a:cs typeface="Arial"/>
              </a:defRPr>
            </a:lvl7pPr>
            <a:lvl8pPr algn="l">
              <a:defRPr sz="2400" b="1">
                <a:solidFill>
                  <a:srgbClr val="598C6C"/>
                </a:solidFill>
                <a:latin typeface="Arial"/>
                <a:ea typeface="Arial"/>
                <a:cs typeface="Arial"/>
              </a:defRPr>
            </a:lvl8pPr>
            <a:lvl9pPr algn="l">
              <a:defRPr sz="2400" b="1">
                <a:solidFill>
                  <a:srgbClr val="598C6C"/>
                </a:solidFill>
                <a:latin typeface="Arial"/>
                <a:ea typeface="Arial"/>
                <a:cs typeface="Arial"/>
              </a:defRPr>
            </a:lvl9pPr>
          </a:lstStyle>
          <a:p>
            <a:pPr algn="l">
              <a:defRPr sz="2400" b="1">
                <a:solidFill>
                  <a:srgbClr val="598C6C"/>
                </a:solidFill>
                <a:latin typeface="Arial"/>
                <a:ea typeface="Arial"/>
                <a:cs typeface="Arial"/>
              </a:defRPr>
            </a:pPr>
            <a:r>
              <a:rPr sz="2400" b="1">
                <a:solidFill>
                  <a:srgbClr val="598C6C"/>
                </a:solidFill>
                <a:latin typeface="Arial"/>
                <a:ea typeface="Arial"/>
                <a:cs typeface="Arial"/>
              </a:rPr>
              <a:t>Aim: less avoidable waste and safer access to eligible food.</a:t>
            </a:r>
          </a:p>
        </p:txBody>
      </p:sp>
      <p:sp>
        <p:nvSpPr>
          <p:cNvPr id="10" name="矩形 9">
            <a:extLst>
              <a:ext uri="{FF2B5EF4-FFF2-40B4-BE49-F238E27FC236}">
                <a16:creationId xmlns:a16="http://schemas.microsoft.com/office/drawing/2014/main" id="{90704B87-F027-482A-9FF0-8D1228CE5012}"/>
              </a:ext>
            </a:extLst>
          </p:cNvPr>
          <p:cNvSpPr>
            <a:spLocks noGrp="1"/>
          </p:cNvSpPr>
          <p:nvPr/>
        </p:nvSpPr>
        <p:spPr>
          <a:xfrm>
            <a:off x="457200" y="2638425"/>
            <a:ext cx="11277600" cy="542925"/>
          </a:xfrm>
          <a:prstGeom prst="rect">
            <a:avLst/>
          </a:prstGeom>
          <a:noFill/>
          <a:ln w="0">
            <a:noFill/>
            <a:prstDash val="solid"/>
          </a:ln>
        </p:spPr>
        <p:txBody>
          <a:bodyPr wrap="square" lIns="0" tIns="0" rIns="0" bIns="0" anchor="t">
            <a:noAutofit/>
          </a:bodyPr>
          <a:lstStyle>
            <a:defPPr algn="l">
              <a:defRPr sz="2700" b="1">
                <a:solidFill>
                  <a:srgbClr val="163B2A"/>
                </a:solidFill>
                <a:latin typeface="Arial"/>
                <a:ea typeface="Arial"/>
                <a:cs typeface="Arial"/>
              </a:defRPr>
            </a:defPPr>
            <a:lvl1pPr algn="l">
              <a:defRPr sz="2700" b="1">
                <a:solidFill>
                  <a:srgbClr val="163B2A"/>
                </a:solidFill>
                <a:latin typeface="Arial"/>
                <a:ea typeface="Arial"/>
                <a:cs typeface="Arial"/>
              </a:defRPr>
            </a:lvl1pPr>
            <a:lvl2pPr algn="l">
              <a:defRPr sz="2700" b="1">
                <a:solidFill>
                  <a:srgbClr val="163B2A"/>
                </a:solidFill>
                <a:latin typeface="Arial"/>
                <a:ea typeface="Arial"/>
                <a:cs typeface="Arial"/>
              </a:defRPr>
            </a:lvl2pPr>
            <a:lvl3pPr algn="l">
              <a:defRPr sz="2700" b="1">
                <a:solidFill>
                  <a:srgbClr val="163B2A"/>
                </a:solidFill>
                <a:latin typeface="Arial"/>
                <a:ea typeface="Arial"/>
                <a:cs typeface="Arial"/>
              </a:defRPr>
            </a:lvl3pPr>
            <a:lvl4pPr algn="l">
              <a:defRPr sz="2700" b="1">
                <a:solidFill>
                  <a:srgbClr val="163B2A"/>
                </a:solidFill>
                <a:latin typeface="Arial"/>
                <a:ea typeface="Arial"/>
                <a:cs typeface="Arial"/>
              </a:defRPr>
            </a:lvl4pPr>
            <a:lvl5pPr algn="l">
              <a:defRPr sz="2700" b="1">
                <a:solidFill>
                  <a:srgbClr val="163B2A"/>
                </a:solidFill>
                <a:latin typeface="Arial"/>
                <a:ea typeface="Arial"/>
                <a:cs typeface="Arial"/>
              </a:defRPr>
            </a:lvl5pPr>
            <a:lvl6pPr algn="l">
              <a:defRPr sz="2700" b="1">
                <a:solidFill>
                  <a:srgbClr val="163B2A"/>
                </a:solidFill>
                <a:latin typeface="Arial"/>
                <a:ea typeface="Arial"/>
                <a:cs typeface="Arial"/>
              </a:defRPr>
            </a:lvl6pPr>
            <a:lvl7pPr algn="l">
              <a:defRPr sz="2700" b="1">
                <a:solidFill>
                  <a:srgbClr val="163B2A"/>
                </a:solidFill>
                <a:latin typeface="Arial"/>
                <a:ea typeface="Arial"/>
                <a:cs typeface="Arial"/>
              </a:defRPr>
            </a:lvl7pPr>
            <a:lvl8pPr algn="l">
              <a:defRPr sz="2700" b="1">
                <a:solidFill>
                  <a:srgbClr val="163B2A"/>
                </a:solidFill>
                <a:latin typeface="Arial"/>
                <a:ea typeface="Arial"/>
                <a:cs typeface="Arial"/>
              </a:defRPr>
            </a:lvl8pPr>
            <a:lvl9pPr algn="l">
              <a:defRPr sz="2700" b="1">
                <a:solidFill>
                  <a:srgbClr val="163B2A"/>
                </a:solidFill>
                <a:latin typeface="Arial"/>
                <a:ea typeface="Arial"/>
                <a:cs typeface="Arial"/>
              </a:defRPr>
            </a:lvl9pPr>
          </a:lstStyle>
          <a:p>
            <a:pPr algn="l">
              <a:defRPr sz="2700" b="1">
                <a:solidFill>
                  <a:srgbClr val="163B2A"/>
                </a:solidFill>
                <a:latin typeface="Arial"/>
                <a:ea typeface="Arial"/>
                <a:cs typeface="Arial"/>
              </a:defRPr>
            </a:pPr>
            <a:r>
              <a:rPr sz="2700" b="1">
                <a:solidFill>
                  <a:srgbClr val="163B2A"/>
                </a:solidFill>
                <a:latin typeface="Arial"/>
                <a:ea typeface="Arial"/>
                <a:cs typeface="Arial"/>
              </a:rPr>
              <a:t>10 × 80 g ÷ 1,000 × 2.5 = 2.00 kg CO₂e</a:t>
            </a:r>
          </a:p>
        </p:txBody>
      </p:sp>
      <p:graphicFrame>
        <p:nvGraphicFramePr>
          <p:cNvPr id="11" name="表格 10">
            <a:extLst>
              <a:ext uri="{FF2B5EF4-FFF2-40B4-BE49-F238E27FC236}">
                <a16:creationId xmlns:a16="http://schemas.microsoft.com/office/drawing/2014/main" id="{259062DD-7C40-4C7A-A71F-CDF13953BD7C}"/>
              </a:ext>
            </a:extLst>
          </p:cNvPr>
          <p:cNvGraphicFramePr/>
          <p:nvPr/>
        </p:nvGraphicFramePr>
        <p:xfrm>
          <a:off x="457200" y="3381375"/>
          <a:ext cx="11277600" cy="2019300"/>
        </p:xfrm>
        <a:graphic>
          <a:graphicData uri="http://schemas.openxmlformats.org/drawingml/2006/table">
            <a:tbl>
              <a:tblPr/>
              <a:tblGrid>
                <a:gridCol w="354330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gridCol w="2114550">
                  <a:extLst>
                    <a:ext uri="{9D8B030D-6E8A-4147-A177-3AD203B41FA5}">
                      <a16:colId xmlns:a16="http://schemas.microsoft.com/office/drawing/2014/main" val="20002"/>
                    </a:ext>
                  </a:extLst>
                </a:gridCol>
                <a:gridCol w="2076450">
                  <a:extLst>
                    <a:ext uri="{9D8B030D-6E8A-4147-A177-3AD203B41FA5}">
                      <a16:colId xmlns:a16="http://schemas.microsoft.com/office/drawing/2014/main" val="20003"/>
                    </a:ext>
                  </a:extLst>
                </a:gridCol>
                <a:gridCol w="2114550">
                  <a:extLst>
                    <a:ext uri="{9D8B030D-6E8A-4147-A177-3AD203B41FA5}">
                      <a16:colId xmlns:a16="http://schemas.microsoft.com/office/drawing/2014/main" val="20004"/>
                    </a:ext>
                  </a:extLst>
                </a:gridCol>
              </a:tblGrid>
              <a:tr h="504825">
                <a:tc>
                  <a:txBody>
                    <a:bodyPr/>
                    <a:lstStyle/>
                    <a:p>
                      <a:pPr algn="l"/>
                      <a:r>
                        <a:rPr sz="1575" b="1">
                          <a:solidFill>
                            <a:srgbClr val="163B2A"/>
                          </a:solidFill>
                          <a:latin typeface="Arial"/>
                          <a:ea typeface="Arial"/>
                          <a:cs typeface="Arial"/>
                        </a:rPr>
                        <a:t>Recorded local outcome</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75" b="1">
                          <a:solidFill>
                            <a:srgbClr val="163B2A"/>
                          </a:solidFill>
                          <a:latin typeface="Arial"/>
                          <a:ea typeface="Arial"/>
                          <a:cs typeface="Arial"/>
                        </a:rPr>
                        <a:t>Items</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75" b="1">
                          <a:solidFill>
                            <a:srgbClr val="163B2A"/>
                          </a:solidFill>
                          <a:latin typeface="Arial"/>
                          <a:ea typeface="Arial"/>
                          <a:cs typeface="Arial"/>
                        </a:rPr>
                        <a:t>Weight / kg</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75" b="1">
                          <a:solidFill>
                            <a:srgbClr val="163B2A"/>
                          </a:solidFill>
                          <a:latin typeface="Arial"/>
                          <a:ea typeface="Arial"/>
                          <a:cs typeface="Arial"/>
                        </a:rPr>
                        <a:t>Demo factor</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75" b="1">
                          <a:solidFill>
                            <a:srgbClr val="163B2A"/>
                          </a:solidFill>
                          <a:latin typeface="Arial"/>
                          <a:ea typeface="Arial"/>
                          <a:cs typeface="Arial"/>
                        </a:rPr>
                        <a:t>Footprint / kg CO₂e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504825">
                <a:tc>
                  <a:txBody>
                    <a:bodyPr/>
                    <a:lstStyle/>
                    <a:p>
                      <a:pPr algn="l"/>
                      <a:r>
                        <a:rPr sz="1650" b="0">
                          <a:solidFill>
                            <a:srgbClr val="163B2A"/>
                          </a:solidFill>
                          <a:latin typeface="Arial"/>
                          <a:ea typeface="Arial"/>
                          <a:cs typeface="Arial"/>
                        </a:rPr>
                        <a:t>Collected</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2</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0.16</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2.5</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0.40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504825">
                <a:tc>
                  <a:txBody>
                    <a:bodyPr/>
                    <a:lstStyle/>
                    <a:p>
                      <a:pPr algn="l"/>
                      <a:r>
                        <a:rPr sz="1650" b="0">
                          <a:solidFill>
                            <a:srgbClr val="163B2A"/>
                          </a:solidFill>
                          <a:latin typeface="Arial"/>
                          <a:ea typeface="Arial"/>
                          <a:cs typeface="Arial"/>
                        </a:rPr>
                        <a:t>Simulated handover</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0.64</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2.5</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1.60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504825">
                <a:tc>
                  <a:txBody>
                    <a:bodyPr/>
                    <a:lstStyle/>
                    <a:p>
                      <a:pPr algn="l"/>
                      <a:r>
                        <a:rPr sz="1650" b="0">
                          <a:solidFill>
                            <a:srgbClr val="163B2A"/>
                          </a:solidFill>
                          <a:latin typeface="Arial"/>
                          <a:ea typeface="Arial"/>
                          <a:cs typeface="Arial"/>
                        </a:rPr>
                        <a:t>Total</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0.80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650" b="0">
                          <a:solidFill>
                            <a:srgbClr val="163B2A"/>
                          </a:solidFill>
                          <a:latin typeface="Arial"/>
                          <a:ea typeface="Arial"/>
                          <a:cs typeface="Arial"/>
                        </a:rPr>
                        <a:t>2.00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bl>
          </a:graphicData>
        </a:graphic>
      </p:graphicFrame>
      <p:sp>
        <p:nvSpPr>
          <p:cNvPr id="12" name="矩形 11">
            <a:extLst>
              <a:ext uri="{FF2B5EF4-FFF2-40B4-BE49-F238E27FC236}">
                <a16:creationId xmlns:a16="http://schemas.microsoft.com/office/drawing/2014/main" id="{142DF2DA-C47E-4C39-B2C5-3F5F92B6A097}"/>
              </a:ext>
            </a:extLst>
          </p:cNvPr>
          <p:cNvSpPr>
            <a:spLocks noGrp="1"/>
          </p:cNvSpPr>
          <p:nvPr/>
        </p:nvSpPr>
        <p:spPr>
          <a:xfrm>
            <a:off x="457200" y="5791200"/>
            <a:ext cx="11277600" cy="523875"/>
          </a:xfrm>
          <a:prstGeom prst="rect">
            <a:avLst/>
          </a:prstGeom>
          <a:noFill/>
          <a:ln w="0">
            <a:noFill/>
            <a:prstDash val="solid"/>
          </a:ln>
        </p:spPr>
        <p:txBody>
          <a:bodyPr wrap="square" lIns="0" tIns="0" rIns="0" bIns="0" anchor="t">
            <a:noAutofit/>
          </a:bodyPr>
          <a:lstStyle>
            <a:defPPr algn="l">
              <a:defRPr sz="1950" b="1">
                <a:solidFill>
                  <a:srgbClr val="598C6C"/>
                </a:solidFill>
                <a:latin typeface="Arial"/>
                <a:ea typeface="Arial"/>
                <a:cs typeface="Arial"/>
              </a:defRPr>
            </a:defPPr>
            <a:lvl1pPr algn="l">
              <a:defRPr sz="1950" b="1">
                <a:solidFill>
                  <a:srgbClr val="598C6C"/>
                </a:solidFill>
                <a:latin typeface="Arial"/>
                <a:ea typeface="Arial"/>
                <a:cs typeface="Arial"/>
              </a:defRPr>
            </a:lvl1pPr>
            <a:lvl2pPr algn="l">
              <a:defRPr sz="1950" b="1">
                <a:solidFill>
                  <a:srgbClr val="598C6C"/>
                </a:solidFill>
                <a:latin typeface="Arial"/>
                <a:ea typeface="Arial"/>
                <a:cs typeface="Arial"/>
              </a:defRPr>
            </a:lvl2pPr>
            <a:lvl3pPr algn="l">
              <a:defRPr sz="1950" b="1">
                <a:solidFill>
                  <a:srgbClr val="598C6C"/>
                </a:solidFill>
                <a:latin typeface="Arial"/>
                <a:ea typeface="Arial"/>
                <a:cs typeface="Arial"/>
              </a:defRPr>
            </a:lvl3pPr>
            <a:lvl4pPr algn="l">
              <a:defRPr sz="1950" b="1">
                <a:solidFill>
                  <a:srgbClr val="598C6C"/>
                </a:solidFill>
                <a:latin typeface="Arial"/>
                <a:ea typeface="Arial"/>
                <a:cs typeface="Arial"/>
              </a:defRPr>
            </a:lvl4pPr>
            <a:lvl5pPr algn="l">
              <a:defRPr sz="1950" b="1">
                <a:solidFill>
                  <a:srgbClr val="598C6C"/>
                </a:solidFill>
                <a:latin typeface="Arial"/>
                <a:ea typeface="Arial"/>
                <a:cs typeface="Arial"/>
              </a:defRPr>
            </a:lvl5pPr>
            <a:lvl6pPr algn="l">
              <a:defRPr sz="1950" b="1">
                <a:solidFill>
                  <a:srgbClr val="598C6C"/>
                </a:solidFill>
                <a:latin typeface="Arial"/>
                <a:ea typeface="Arial"/>
                <a:cs typeface="Arial"/>
              </a:defRPr>
            </a:lvl6pPr>
            <a:lvl7pPr algn="l">
              <a:defRPr sz="1950" b="1">
                <a:solidFill>
                  <a:srgbClr val="598C6C"/>
                </a:solidFill>
                <a:latin typeface="Arial"/>
                <a:ea typeface="Arial"/>
                <a:cs typeface="Arial"/>
              </a:defRPr>
            </a:lvl7pPr>
            <a:lvl8pPr algn="l">
              <a:defRPr sz="1950" b="1">
                <a:solidFill>
                  <a:srgbClr val="598C6C"/>
                </a:solidFill>
                <a:latin typeface="Arial"/>
                <a:ea typeface="Arial"/>
                <a:cs typeface="Arial"/>
              </a:defRPr>
            </a:lvl8pPr>
            <a:lvl9pPr algn="l">
              <a:defRPr sz="1950" b="1">
                <a:solidFill>
                  <a:srgbClr val="598C6C"/>
                </a:solidFill>
                <a:latin typeface="Arial"/>
                <a:ea typeface="Arial"/>
                <a:cs typeface="Arial"/>
              </a:defRPr>
            </a:lvl9pPr>
          </a:lstStyle>
          <a:p>
            <a:pPr algn="l">
              <a:defRPr sz="1950" b="1">
                <a:solidFill>
                  <a:srgbClr val="598C6C"/>
                </a:solidFill>
                <a:latin typeface="Arial"/>
                <a:ea typeface="Arial"/>
                <a:cs typeface="Arial"/>
              </a:defRPr>
            </a:pPr>
            <a:r>
              <a:rPr sz="1950" b="1">
                <a:solidFill>
                  <a:srgbClr val="598C6C"/>
                </a:solidFill>
                <a:latin typeface="Arial"/>
                <a:ea typeface="Arial"/>
                <a:cs typeface="Arial"/>
              </a:rPr>
              <a:t>Environment: baseline. Society: safe access. Governance: traceable records.</a:t>
            </a:r>
          </a:p>
        </p:txBody>
      </p:sp>
    </p:spTree>
    <p:extLst>
      <p:ext uri="{BB962C8B-B14F-4D97-AF65-F5344CB8AC3E}">
        <p14:creationId xmlns:p14="http://schemas.microsoft.com/office/powerpoint/2010/main" val="720363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DD3DC6FE-A27D-4E8F-BB35-9D8D9E1B00F1}"/>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48EBD6BA-F481-40E5-AD53-924B3E5A161E}"/>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Single-item cost coverage: seven items</a:t>
            </a:r>
          </a:p>
        </p:txBody>
      </p:sp>
      <p:sp>
        <p:nvSpPr>
          <p:cNvPr id="3" name="矩形 2">
            <a:extLst>
              <a:ext uri="{FF2B5EF4-FFF2-40B4-BE49-F238E27FC236}">
                <a16:creationId xmlns:a16="http://schemas.microsoft.com/office/drawing/2014/main" id="{70B5546D-3476-477A-89C8-7DC299E8FCFC}"/>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Scenario: RM3 per item against RM20 batch product cost / packaging excluded</a:t>
            </a:r>
          </a:p>
        </p:txBody>
      </p:sp>
      <p:sp>
        <p:nvSpPr>
          <p:cNvPr id="4" name="矩形 3">
            <a:extLst>
              <a:ext uri="{FF2B5EF4-FFF2-40B4-BE49-F238E27FC236}">
                <a16:creationId xmlns:a16="http://schemas.microsoft.com/office/drawing/2014/main" id="{E45B66DF-2B42-4B74-B16D-6A2EB461A312}"/>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4B5D6226-36FF-4661-9B30-DA01EA25C686}"/>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0FA7246F-F40F-4CBC-899C-D98DF051735A}"/>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19 / 32</a:t>
            </a:r>
          </a:p>
        </p:txBody>
      </p:sp>
      <p:sp>
        <p:nvSpPr>
          <p:cNvPr id="7" name="NAV-BG-8">
            <a:extLst>
              <a:ext uri="{FF2B5EF4-FFF2-40B4-BE49-F238E27FC236}">
                <a16:creationId xmlns:a16="http://schemas.microsoft.com/office/drawing/2014/main" id="{3E640752-2F2F-435B-94EF-68E31699001B}"/>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2FCA4994-3E7B-4BA9-9228-AF812A42DA10}"/>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graphicFrame>
        <p:nvGraphicFramePr>
          <p:cNvPr id="9" name="Chart">
            <a:extLst>
              <a:ext uri="{FF2B5EF4-FFF2-40B4-BE49-F238E27FC236}">
                <a16:creationId xmlns:a16="http://schemas.microsoft.com/office/drawing/2014/main" id="{1AD9D54B-20EB-45AF-88DB-51AD540AD542}"/>
              </a:ext>
            </a:extLst>
          </p:cNvPr>
          <p:cNvGraphicFramePr/>
          <p:nvPr/>
        </p:nvGraphicFramePr>
        <p:xfrm>
          <a:off x="457200" y="1790700"/>
          <a:ext cx="7010400" cy="3762375"/>
        </p:xfrm>
        <a:graphic>
          <a:graphicData uri="http://schemas.openxmlformats.org/drawingml/2006/chart">
            <c:chart xmlns:c="http://schemas.openxmlformats.org/drawingml/2006/chart" xmlns:r="http://schemas.openxmlformats.org/officeDocument/2006/relationships" r:id="rId5"/>
          </a:graphicData>
        </a:graphic>
      </p:graphicFrame>
      <p:sp>
        <p:nvSpPr>
          <p:cNvPr id="10" name="矩形 9">
            <a:extLst>
              <a:ext uri="{FF2B5EF4-FFF2-40B4-BE49-F238E27FC236}">
                <a16:creationId xmlns:a16="http://schemas.microsoft.com/office/drawing/2014/main" id="{597EA8D7-C877-4181-9B3C-CA937DD377B2}"/>
              </a:ext>
            </a:extLst>
          </p:cNvPr>
          <p:cNvSpPr>
            <a:spLocks noGrp="1"/>
          </p:cNvSpPr>
          <p:nvPr/>
        </p:nvSpPr>
        <p:spPr>
          <a:xfrm>
            <a:off x="8096250" y="1990725"/>
            <a:ext cx="3314700" cy="914400"/>
          </a:xfrm>
          <a:prstGeom prst="rect">
            <a:avLst/>
          </a:prstGeom>
          <a:noFill/>
          <a:ln w="0">
            <a:noFill/>
            <a:prstDash val="solid"/>
          </a:ln>
        </p:spPr>
        <p:txBody>
          <a:bodyPr wrap="square" lIns="0" tIns="0" rIns="0" bIns="0" anchor="t">
            <a:noAutofit/>
          </a:bodyPr>
          <a:lstStyle>
            <a:defPPr algn="l">
              <a:defRPr sz="4950" b="1">
                <a:solidFill>
                  <a:srgbClr val="163B2A"/>
                </a:solidFill>
                <a:latin typeface="Arial"/>
                <a:ea typeface="Arial"/>
                <a:cs typeface="Arial"/>
              </a:defRPr>
            </a:defPPr>
            <a:lvl1pPr algn="l">
              <a:defRPr sz="4950" b="1">
                <a:solidFill>
                  <a:srgbClr val="163B2A"/>
                </a:solidFill>
                <a:latin typeface="Arial"/>
                <a:ea typeface="Arial"/>
                <a:cs typeface="Arial"/>
              </a:defRPr>
            </a:lvl1pPr>
            <a:lvl2pPr algn="l">
              <a:defRPr sz="4950" b="1">
                <a:solidFill>
                  <a:srgbClr val="163B2A"/>
                </a:solidFill>
                <a:latin typeface="Arial"/>
                <a:ea typeface="Arial"/>
                <a:cs typeface="Arial"/>
              </a:defRPr>
            </a:lvl2pPr>
            <a:lvl3pPr algn="l">
              <a:defRPr sz="4950" b="1">
                <a:solidFill>
                  <a:srgbClr val="163B2A"/>
                </a:solidFill>
                <a:latin typeface="Arial"/>
                <a:ea typeface="Arial"/>
                <a:cs typeface="Arial"/>
              </a:defRPr>
            </a:lvl3pPr>
            <a:lvl4pPr algn="l">
              <a:defRPr sz="4950" b="1">
                <a:solidFill>
                  <a:srgbClr val="163B2A"/>
                </a:solidFill>
                <a:latin typeface="Arial"/>
                <a:ea typeface="Arial"/>
                <a:cs typeface="Arial"/>
              </a:defRPr>
            </a:lvl4pPr>
            <a:lvl5pPr algn="l">
              <a:defRPr sz="4950" b="1">
                <a:solidFill>
                  <a:srgbClr val="163B2A"/>
                </a:solidFill>
                <a:latin typeface="Arial"/>
                <a:ea typeface="Arial"/>
                <a:cs typeface="Arial"/>
              </a:defRPr>
            </a:lvl5pPr>
            <a:lvl6pPr algn="l">
              <a:defRPr sz="4950" b="1">
                <a:solidFill>
                  <a:srgbClr val="163B2A"/>
                </a:solidFill>
                <a:latin typeface="Arial"/>
                <a:ea typeface="Arial"/>
                <a:cs typeface="Arial"/>
              </a:defRPr>
            </a:lvl6pPr>
            <a:lvl7pPr algn="l">
              <a:defRPr sz="4950" b="1">
                <a:solidFill>
                  <a:srgbClr val="163B2A"/>
                </a:solidFill>
                <a:latin typeface="Arial"/>
                <a:ea typeface="Arial"/>
                <a:cs typeface="Arial"/>
              </a:defRPr>
            </a:lvl7pPr>
            <a:lvl8pPr algn="l">
              <a:defRPr sz="4950" b="1">
                <a:solidFill>
                  <a:srgbClr val="163B2A"/>
                </a:solidFill>
                <a:latin typeface="Arial"/>
                <a:ea typeface="Arial"/>
                <a:cs typeface="Arial"/>
              </a:defRPr>
            </a:lvl8pPr>
            <a:lvl9pPr algn="l">
              <a:defRPr sz="4950" b="1">
                <a:solidFill>
                  <a:srgbClr val="163B2A"/>
                </a:solidFill>
                <a:latin typeface="Arial"/>
                <a:ea typeface="Arial"/>
                <a:cs typeface="Arial"/>
              </a:defRPr>
            </a:lvl9pPr>
          </a:lstStyle>
          <a:p>
            <a:pPr algn="l">
              <a:defRPr sz="4950" b="1">
                <a:solidFill>
                  <a:srgbClr val="163B2A"/>
                </a:solidFill>
                <a:latin typeface="Arial"/>
                <a:ea typeface="Arial"/>
                <a:cs typeface="Arial"/>
              </a:defRPr>
            </a:pPr>
            <a:r>
              <a:rPr sz="4950" b="1">
                <a:solidFill>
                  <a:srgbClr val="163B2A"/>
                </a:solidFill>
                <a:latin typeface="Arial"/>
                <a:ea typeface="Arial"/>
                <a:cs typeface="Arial"/>
              </a:rPr>
              <a:t>7 items</a:t>
            </a:r>
          </a:p>
        </p:txBody>
      </p:sp>
      <p:sp>
        <p:nvSpPr>
          <p:cNvPr id="11" name="矩形 10">
            <a:extLst>
              <a:ext uri="{FF2B5EF4-FFF2-40B4-BE49-F238E27FC236}">
                <a16:creationId xmlns:a16="http://schemas.microsoft.com/office/drawing/2014/main" id="{E274EAEA-C31E-460E-BC43-1062CB472A13}"/>
              </a:ext>
            </a:extLst>
          </p:cNvPr>
          <p:cNvSpPr>
            <a:spLocks noGrp="1"/>
          </p:cNvSpPr>
          <p:nvPr/>
        </p:nvSpPr>
        <p:spPr>
          <a:xfrm>
            <a:off x="8096250" y="3209925"/>
            <a:ext cx="3314700" cy="704850"/>
          </a:xfrm>
          <a:prstGeom prst="rect">
            <a:avLst/>
          </a:prstGeom>
          <a:noFill/>
          <a:ln w="0">
            <a:noFill/>
            <a:prstDash val="solid"/>
          </a:ln>
        </p:spPr>
        <p:txBody>
          <a:bodyPr wrap="square" lIns="0" tIns="0" rIns="0" bIns="0" anchor="t">
            <a:noAutofit/>
          </a:bodyPr>
          <a:lstStyle>
            <a:defPPr algn="l">
              <a:defRPr sz="2025" b="1">
                <a:solidFill>
                  <a:srgbClr val="598C6C"/>
                </a:solidFill>
                <a:latin typeface="Arial"/>
                <a:ea typeface="Arial"/>
                <a:cs typeface="Arial"/>
              </a:defRPr>
            </a:defPPr>
            <a:lvl1pPr algn="l">
              <a:defRPr sz="2025" b="1">
                <a:solidFill>
                  <a:srgbClr val="598C6C"/>
                </a:solidFill>
                <a:latin typeface="Arial"/>
                <a:ea typeface="Arial"/>
                <a:cs typeface="Arial"/>
              </a:defRPr>
            </a:lvl1pPr>
            <a:lvl2pPr algn="l">
              <a:defRPr sz="2025" b="1">
                <a:solidFill>
                  <a:srgbClr val="598C6C"/>
                </a:solidFill>
                <a:latin typeface="Arial"/>
                <a:ea typeface="Arial"/>
                <a:cs typeface="Arial"/>
              </a:defRPr>
            </a:lvl2pPr>
            <a:lvl3pPr algn="l">
              <a:defRPr sz="2025" b="1">
                <a:solidFill>
                  <a:srgbClr val="598C6C"/>
                </a:solidFill>
                <a:latin typeface="Arial"/>
                <a:ea typeface="Arial"/>
                <a:cs typeface="Arial"/>
              </a:defRPr>
            </a:lvl3pPr>
            <a:lvl4pPr algn="l">
              <a:defRPr sz="2025" b="1">
                <a:solidFill>
                  <a:srgbClr val="598C6C"/>
                </a:solidFill>
                <a:latin typeface="Arial"/>
                <a:ea typeface="Arial"/>
                <a:cs typeface="Arial"/>
              </a:defRPr>
            </a:lvl4pPr>
            <a:lvl5pPr algn="l">
              <a:defRPr sz="2025" b="1">
                <a:solidFill>
                  <a:srgbClr val="598C6C"/>
                </a:solidFill>
                <a:latin typeface="Arial"/>
                <a:ea typeface="Arial"/>
                <a:cs typeface="Arial"/>
              </a:defRPr>
            </a:lvl5pPr>
            <a:lvl6pPr algn="l">
              <a:defRPr sz="2025" b="1">
                <a:solidFill>
                  <a:srgbClr val="598C6C"/>
                </a:solidFill>
                <a:latin typeface="Arial"/>
                <a:ea typeface="Arial"/>
                <a:cs typeface="Arial"/>
              </a:defRPr>
            </a:lvl6pPr>
            <a:lvl7pPr algn="l">
              <a:defRPr sz="2025" b="1">
                <a:solidFill>
                  <a:srgbClr val="598C6C"/>
                </a:solidFill>
                <a:latin typeface="Arial"/>
                <a:ea typeface="Arial"/>
                <a:cs typeface="Arial"/>
              </a:defRPr>
            </a:lvl7pPr>
            <a:lvl8pPr algn="l">
              <a:defRPr sz="2025" b="1">
                <a:solidFill>
                  <a:srgbClr val="598C6C"/>
                </a:solidFill>
                <a:latin typeface="Arial"/>
                <a:ea typeface="Arial"/>
                <a:cs typeface="Arial"/>
              </a:defRPr>
            </a:lvl8pPr>
            <a:lvl9pPr algn="l">
              <a:defRPr sz="2025" b="1">
                <a:solidFill>
                  <a:srgbClr val="598C6C"/>
                </a:solidFill>
                <a:latin typeface="Arial"/>
                <a:ea typeface="Arial"/>
                <a:cs typeface="Arial"/>
              </a:defRPr>
            </a:lvl9pPr>
          </a:lstStyle>
          <a:p>
            <a:pPr algn="l">
              <a:defRPr sz="2025" b="1">
                <a:solidFill>
                  <a:srgbClr val="598C6C"/>
                </a:solidFill>
                <a:latin typeface="Arial"/>
                <a:ea typeface="Arial"/>
                <a:cs typeface="Arial"/>
              </a:defRPr>
            </a:pPr>
            <a:r>
              <a:rPr sz="2025" b="1">
                <a:solidFill>
                  <a:srgbClr val="598C6C"/>
                </a:solidFill>
                <a:latin typeface="Arial"/>
                <a:ea typeface="Arial"/>
                <a:cs typeface="Arial"/>
              </a:rPr>
              <a:t>Round up: RM20 ÷ RM3</a:t>
            </a:r>
          </a:p>
        </p:txBody>
      </p:sp>
      <p:sp>
        <p:nvSpPr>
          <p:cNvPr id="12" name="矩形 11">
            <a:extLst>
              <a:ext uri="{FF2B5EF4-FFF2-40B4-BE49-F238E27FC236}">
                <a16:creationId xmlns:a16="http://schemas.microsoft.com/office/drawing/2014/main" id="{23FCA160-B668-4112-BC5E-94909556966B}"/>
              </a:ext>
            </a:extLst>
          </p:cNvPr>
          <p:cNvSpPr>
            <a:spLocks noGrp="1"/>
          </p:cNvSpPr>
          <p:nvPr/>
        </p:nvSpPr>
        <p:spPr>
          <a:xfrm>
            <a:off x="8096250" y="4191000"/>
            <a:ext cx="3314700" cy="1190625"/>
          </a:xfrm>
          <a:prstGeom prst="rect">
            <a:avLst/>
          </a:prstGeom>
          <a:noFill/>
          <a:ln w="0">
            <a:noFill/>
            <a:prstDash val="solid"/>
          </a:ln>
        </p:spPr>
        <p:txBody>
          <a:bodyPr wrap="square" lIns="0" tIns="0" rIns="0" bIns="0" anchor="t">
            <a:noAutofit/>
          </a:bodyPr>
          <a:lstStyle>
            <a:defPPr algn="l">
              <a:defRPr sz="2025" b="0">
                <a:solidFill>
                  <a:srgbClr val="586958"/>
                </a:solidFill>
                <a:latin typeface="Arial"/>
                <a:ea typeface="Arial"/>
                <a:cs typeface="Arial"/>
              </a:defRPr>
            </a:defPPr>
            <a:lvl1pPr algn="l">
              <a:defRPr sz="2025" b="0">
                <a:solidFill>
                  <a:srgbClr val="586958"/>
                </a:solidFill>
                <a:latin typeface="Arial"/>
                <a:ea typeface="Arial"/>
                <a:cs typeface="Arial"/>
              </a:defRPr>
            </a:lvl1pPr>
            <a:lvl2pPr algn="l">
              <a:defRPr sz="2025" b="0">
                <a:solidFill>
                  <a:srgbClr val="586958"/>
                </a:solidFill>
                <a:latin typeface="Arial"/>
                <a:ea typeface="Arial"/>
                <a:cs typeface="Arial"/>
              </a:defRPr>
            </a:lvl2pPr>
            <a:lvl3pPr algn="l">
              <a:defRPr sz="2025" b="0">
                <a:solidFill>
                  <a:srgbClr val="586958"/>
                </a:solidFill>
                <a:latin typeface="Arial"/>
                <a:ea typeface="Arial"/>
                <a:cs typeface="Arial"/>
              </a:defRPr>
            </a:lvl3pPr>
            <a:lvl4pPr algn="l">
              <a:defRPr sz="2025" b="0">
                <a:solidFill>
                  <a:srgbClr val="586958"/>
                </a:solidFill>
                <a:latin typeface="Arial"/>
                <a:ea typeface="Arial"/>
                <a:cs typeface="Arial"/>
              </a:defRPr>
            </a:lvl4pPr>
            <a:lvl5pPr algn="l">
              <a:defRPr sz="2025" b="0">
                <a:solidFill>
                  <a:srgbClr val="586958"/>
                </a:solidFill>
                <a:latin typeface="Arial"/>
                <a:ea typeface="Arial"/>
                <a:cs typeface="Arial"/>
              </a:defRPr>
            </a:lvl5pPr>
            <a:lvl6pPr algn="l">
              <a:defRPr sz="2025" b="0">
                <a:solidFill>
                  <a:srgbClr val="586958"/>
                </a:solidFill>
                <a:latin typeface="Arial"/>
                <a:ea typeface="Arial"/>
                <a:cs typeface="Arial"/>
              </a:defRPr>
            </a:lvl6pPr>
            <a:lvl7pPr algn="l">
              <a:defRPr sz="2025" b="0">
                <a:solidFill>
                  <a:srgbClr val="586958"/>
                </a:solidFill>
                <a:latin typeface="Arial"/>
                <a:ea typeface="Arial"/>
                <a:cs typeface="Arial"/>
              </a:defRPr>
            </a:lvl7pPr>
            <a:lvl8pPr algn="l">
              <a:defRPr sz="2025" b="0">
                <a:solidFill>
                  <a:srgbClr val="586958"/>
                </a:solidFill>
                <a:latin typeface="Arial"/>
                <a:ea typeface="Arial"/>
                <a:cs typeface="Arial"/>
              </a:defRPr>
            </a:lvl8pPr>
            <a:lvl9pPr algn="l">
              <a:defRPr sz="2025" b="0">
                <a:solidFill>
                  <a:srgbClr val="586958"/>
                </a:solidFill>
                <a:latin typeface="Arial"/>
                <a:ea typeface="Arial"/>
                <a:cs typeface="Arial"/>
              </a:defRPr>
            </a:lvl9pPr>
          </a:lstStyle>
          <a:p>
            <a:pPr algn="l">
              <a:defRPr sz="2025" b="0">
                <a:solidFill>
                  <a:srgbClr val="586958"/>
                </a:solidFill>
                <a:latin typeface="Arial"/>
                <a:ea typeface="Arial"/>
                <a:cs typeface="Arial"/>
              </a:defRPr>
            </a:pPr>
            <a:r>
              <a:rPr sz="2025" b="0">
                <a:solidFill>
                  <a:srgbClr val="586958"/>
                </a:solidFill>
                <a:latin typeface="Arial"/>
                <a:ea typeface="Arial"/>
                <a:cs typeface="Arial"/>
              </a:rPr>
              <a:t>6 items: −RM2</a:t>
            </a:r>
          </a:p>
          <a:p>
            <a:pPr algn="l">
              <a:defRPr sz="2025" b="0">
                <a:solidFill>
                  <a:srgbClr val="586958"/>
                </a:solidFill>
                <a:latin typeface="Arial"/>
                <a:ea typeface="Arial"/>
                <a:cs typeface="Arial"/>
              </a:defRPr>
            </a:pPr>
            <a:r>
              <a:rPr sz="2025" b="0">
                <a:solidFill>
                  <a:srgbClr val="586958"/>
                </a:solidFill>
                <a:latin typeface="Arial"/>
                <a:ea typeface="Arial"/>
                <a:cs typeface="Arial"/>
              </a:rPr>
              <a:t>7 items: +RM1</a:t>
            </a:r>
          </a:p>
          <a:p>
            <a:pPr algn="l">
              <a:defRPr sz="2025" b="0">
                <a:solidFill>
                  <a:srgbClr val="586958"/>
                </a:solidFill>
                <a:latin typeface="Arial"/>
                <a:ea typeface="Arial"/>
                <a:cs typeface="Arial"/>
              </a:defRPr>
            </a:pPr>
            <a:r>
              <a:rPr sz="2025" b="0">
                <a:solidFill>
                  <a:srgbClr val="586958"/>
                </a:solidFill>
                <a:latin typeface="Arial"/>
                <a:ea typeface="Arial"/>
                <a:cs typeface="Arial"/>
              </a:rPr>
              <a:t>10 items: +RM10</a:t>
            </a:r>
          </a:p>
        </p:txBody>
      </p:sp>
    </p:spTree>
    <p:extLst>
      <p:ext uri="{BB962C8B-B14F-4D97-AF65-F5344CB8AC3E}">
        <p14:creationId xmlns:p14="http://schemas.microsoft.com/office/powerpoint/2010/main" val="1875717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CC063282-E28A-4706-BCEC-D5D56EFAA21D}"/>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0175F8E7-FE23-4A34-8C8B-8911B58429E8}"/>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Box algorithm: eligibility before ranking</a:t>
            </a:r>
          </a:p>
        </p:txBody>
      </p:sp>
      <p:sp>
        <p:nvSpPr>
          <p:cNvPr id="3" name="矩形 2">
            <a:extLst>
              <a:ext uri="{FF2B5EF4-FFF2-40B4-BE49-F238E27FC236}">
                <a16:creationId xmlns:a16="http://schemas.microsoft.com/office/drawing/2014/main" id="{F862E300-BE84-4B46-94DB-96DDE3E9ADA4}"/>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Initial policy weights / an eligible offer does not prove additional demand</a:t>
            </a:r>
          </a:p>
        </p:txBody>
      </p:sp>
      <p:sp>
        <p:nvSpPr>
          <p:cNvPr id="4" name="矩形 3">
            <a:extLst>
              <a:ext uri="{FF2B5EF4-FFF2-40B4-BE49-F238E27FC236}">
                <a16:creationId xmlns:a16="http://schemas.microsoft.com/office/drawing/2014/main" id="{47D50C5E-02BC-43E3-9B36-BBE107D308DD}"/>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1D65D3A3-FDC0-491D-B8C2-B57F75A0D7AF}"/>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300EF906-496C-43A7-88A2-4E750996C89C}"/>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20 / 32</a:t>
            </a:r>
          </a:p>
        </p:txBody>
      </p:sp>
      <p:sp>
        <p:nvSpPr>
          <p:cNvPr id="7" name="NAV-BG-8">
            <a:extLst>
              <a:ext uri="{FF2B5EF4-FFF2-40B4-BE49-F238E27FC236}">
                <a16:creationId xmlns:a16="http://schemas.microsoft.com/office/drawing/2014/main" id="{46189ABC-2CAE-4CD6-8D42-2A490540BD31}"/>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98A644E7-8632-42FB-8B89-29A9981980BC}"/>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sp>
        <p:nvSpPr>
          <p:cNvPr id="9" name="矩形 8">
            <a:extLst>
              <a:ext uri="{FF2B5EF4-FFF2-40B4-BE49-F238E27FC236}">
                <a16:creationId xmlns:a16="http://schemas.microsoft.com/office/drawing/2014/main" id="{8A66FA39-82C8-4E95-AE0B-247EA29B9793}"/>
              </a:ext>
            </a:extLst>
          </p:cNvPr>
          <p:cNvSpPr>
            <a:spLocks noGrp="1"/>
          </p:cNvSpPr>
          <p:nvPr/>
        </p:nvSpPr>
        <p:spPr>
          <a:xfrm>
            <a:off x="457200" y="1895475"/>
            <a:ext cx="5048250" cy="447675"/>
          </a:xfrm>
          <a:prstGeom prst="rect">
            <a:avLst/>
          </a:prstGeom>
          <a:noFill/>
          <a:ln w="0">
            <a:noFill/>
            <a:prstDash val="solid"/>
          </a:ln>
        </p:spPr>
        <p:txBody>
          <a:bodyPr wrap="square" lIns="0" tIns="0" rIns="0" bIns="0" anchor="t">
            <a:noAutofit/>
          </a:bodyPr>
          <a:lstStyle>
            <a:defPPr algn="l">
              <a:defRPr sz="2400" b="1">
                <a:solidFill>
                  <a:srgbClr val="B57906"/>
                </a:solidFill>
                <a:latin typeface="Arial"/>
                <a:ea typeface="Arial"/>
                <a:cs typeface="Arial"/>
              </a:defRPr>
            </a:defPPr>
            <a:lvl1pPr algn="l">
              <a:defRPr sz="2400" b="1">
                <a:solidFill>
                  <a:srgbClr val="B57906"/>
                </a:solidFill>
                <a:latin typeface="Arial"/>
                <a:ea typeface="Arial"/>
                <a:cs typeface="Arial"/>
              </a:defRPr>
            </a:lvl1pPr>
            <a:lvl2pPr algn="l">
              <a:defRPr sz="2400" b="1">
                <a:solidFill>
                  <a:srgbClr val="B57906"/>
                </a:solidFill>
                <a:latin typeface="Arial"/>
                <a:ea typeface="Arial"/>
                <a:cs typeface="Arial"/>
              </a:defRPr>
            </a:lvl2pPr>
            <a:lvl3pPr algn="l">
              <a:defRPr sz="2400" b="1">
                <a:solidFill>
                  <a:srgbClr val="B57906"/>
                </a:solidFill>
                <a:latin typeface="Arial"/>
                <a:ea typeface="Arial"/>
                <a:cs typeface="Arial"/>
              </a:defRPr>
            </a:lvl3pPr>
            <a:lvl4pPr algn="l">
              <a:defRPr sz="2400" b="1">
                <a:solidFill>
                  <a:srgbClr val="B57906"/>
                </a:solidFill>
                <a:latin typeface="Arial"/>
                <a:ea typeface="Arial"/>
                <a:cs typeface="Arial"/>
              </a:defRPr>
            </a:lvl4pPr>
            <a:lvl5pPr algn="l">
              <a:defRPr sz="2400" b="1">
                <a:solidFill>
                  <a:srgbClr val="B57906"/>
                </a:solidFill>
                <a:latin typeface="Arial"/>
                <a:ea typeface="Arial"/>
                <a:cs typeface="Arial"/>
              </a:defRPr>
            </a:lvl5pPr>
            <a:lvl6pPr algn="l">
              <a:defRPr sz="2400" b="1">
                <a:solidFill>
                  <a:srgbClr val="B57906"/>
                </a:solidFill>
                <a:latin typeface="Arial"/>
                <a:ea typeface="Arial"/>
                <a:cs typeface="Arial"/>
              </a:defRPr>
            </a:lvl6pPr>
            <a:lvl7pPr algn="l">
              <a:defRPr sz="2400" b="1">
                <a:solidFill>
                  <a:srgbClr val="B57906"/>
                </a:solidFill>
                <a:latin typeface="Arial"/>
                <a:ea typeface="Arial"/>
                <a:cs typeface="Arial"/>
              </a:defRPr>
            </a:lvl7pPr>
            <a:lvl8pPr algn="l">
              <a:defRPr sz="2400" b="1">
                <a:solidFill>
                  <a:srgbClr val="B57906"/>
                </a:solidFill>
                <a:latin typeface="Arial"/>
                <a:ea typeface="Arial"/>
                <a:cs typeface="Arial"/>
              </a:defRPr>
            </a:lvl8pPr>
            <a:lvl9pPr algn="l">
              <a:defRPr sz="2400" b="1">
                <a:solidFill>
                  <a:srgbClr val="B57906"/>
                </a:solidFill>
                <a:latin typeface="Arial"/>
                <a:ea typeface="Arial"/>
                <a:cs typeface="Arial"/>
              </a:defRPr>
            </a:lvl9pPr>
          </a:lstStyle>
          <a:p>
            <a:pPr algn="l">
              <a:defRPr sz="2400" b="1">
                <a:solidFill>
                  <a:srgbClr val="B57906"/>
                </a:solidFill>
                <a:latin typeface="Arial"/>
                <a:ea typeface="Arial"/>
                <a:cs typeface="Arial"/>
              </a:defRPr>
            </a:pPr>
            <a:r>
              <a:rPr sz="2400" b="1">
                <a:solidFill>
                  <a:srgbClr val="B57906"/>
                </a:solidFill>
                <a:latin typeface="Arial"/>
                <a:ea typeface="Arial"/>
                <a:cs typeface="Arial"/>
              </a:rPr>
              <a:t>Hard constraints</a:t>
            </a:r>
          </a:p>
        </p:txBody>
      </p:sp>
      <p:sp>
        <p:nvSpPr>
          <p:cNvPr id="10" name="矩形 9">
            <a:extLst>
              <a:ext uri="{FF2B5EF4-FFF2-40B4-BE49-F238E27FC236}">
                <a16:creationId xmlns:a16="http://schemas.microsoft.com/office/drawing/2014/main" id="{9E463871-510A-4EEF-BED9-8E7ED1128053}"/>
              </a:ext>
            </a:extLst>
          </p:cNvPr>
          <p:cNvSpPr>
            <a:spLocks noGrp="1"/>
          </p:cNvSpPr>
          <p:nvPr/>
        </p:nvSpPr>
        <p:spPr>
          <a:xfrm>
            <a:off x="457200" y="2647950"/>
            <a:ext cx="5048250" cy="2476500"/>
          </a:xfrm>
          <a:prstGeom prst="rect">
            <a:avLst/>
          </a:prstGeom>
          <a:noFill/>
          <a:ln w="0">
            <a:noFill/>
            <a:prstDash val="solid"/>
          </a:ln>
        </p:spPr>
        <p:txBody>
          <a:bodyPr wrap="square" lIns="0" tIns="0" rIns="0" bIns="0" anchor="t">
            <a:noAutofit/>
          </a:bodyPr>
          <a:lstStyle>
            <a:defPPr algn="l">
              <a:defRPr sz="1950" b="0">
                <a:solidFill>
                  <a:srgbClr val="163B2A"/>
                </a:solidFill>
                <a:latin typeface="Arial"/>
                <a:ea typeface="Arial"/>
                <a:cs typeface="Arial"/>
              </a:defRPr>
            </a:defPPr>
            <a:lvl1pPr algn="l">
              <a:defRPr sz="1950" b="0">
                <a:solidFill>
                  <a:srgbClr val="163B2A"/>
                </a:solidFill>
                <a:latin typeface="Arial"/>
                <a:ea typeface="Arial"/>
                <a:cs typeface="Arial"/>
              </a:defRPr>
            </a:lvl1pPr>
            <a:lvl2pPr algn="l">
              <a:defRPr sz="1950" b="0">
                <a:solidFill>
                  <a:srgbClr val="163B2A"/>
                </a:solidFill>
                <a:latin typeface="Arial"/>
                <a:ea typeface="Arial"/>
                <a:cs typeface="Arial"/>
              </a:defRPr>
            </a:lvl2pPr>
            <a:lvl3pPr algn="l">
              <a:defRPr sz="1950" b="0">
                <a:solidFill>
                  <a:srgbClr val="163B2A"/>
                </a:solidFill>
                <a:latin typeface="Arial"/>
                <a:ea typeface="Arial"/>
                <a:cs typeface="Arial"/>
              </a:defRPr>
            </a:lvl3pPr>
            <a:lvl4pPr algn="l">
              <a:defRPr sz="1950" b="0">
                <a:solidFill>
                  <a:srgbClr val="163B2A"/>
                </a:solidFill>
                <a:latin typeface="Arial"/>
                <a:ea typeface="Arial"/>
                <a:cs typeface="Arial"/>
              </a:defRPr>
            </a:lvl4pPr>
            <a:lvl5pPr algn="l">
              <a:defRPr sz="1950" b="0">
                <a:solidFill>
                  <a:srgbClr val="163B2A"/>
                </a:solidFill>
                <a:latin typeface="Arial"/>
                <a:ea typeface="Arial"/>
                <a:cs typeface="Arial"/>
              </a:defRPr>
            </a:lvl5pPr>
            <a:lvl6pPr algn="l">
              <a:defRPr sz="1950" b="0">
                <a:solidFill>
                  <a:srgbClr val="163B2A"/>
                </a:solidFill>
                <a:latin typeface="Arial"/>
                <a:ea typeface="Arial"/>
                <a:cs typeface="Arial"/>
              </a:defRPr>
            </a:lvl6pPr>
            <a:lvl7pPr algn="l">
              <a:defRPr sz="1950" b="0">
                <a:solidFill>
                  <a:srgbClr val="163B2A"/>
                </a:solidFill>
                <a:latin typeface="Arial"/>
                <a:ea typeface="Arial"/>
                <a:cs typeface="Arial"/>
              </a:defRPr>
            </a:lvl7pPr>
            <a:lvl8pPr algn="l">
              <a:defRPr sz="1950" b="0">
                <a:solidFill>
                  <a:srgbClr val="163B2A"/>
                </a:solidFill>
                <a:latin typeface="Arial"/>
                <a:ea typeface="Arial"/>
                <a:cs typeface="Arial"/>
              </a:defRPr>
            </a:lvl8pPr>
            <a:lvl9pPr algn="l">
              <a:defRPr sz="1950" b="0">
                <a:solidFill>
                  <a:srgbClr val="163B2A"/>
                </a:solidFill>
                <a:latin typeface="Arial"/>
                <a:ea typeface="Arial"/>
                <a:cs typeface="Arial"/>
              </a:defRPr>
            </a:lvl9pPr>
          </a:lstStyle>
          <a:p>
            <a:pPr algn="l">
              <a:defRPr sz="1950" b="0">
                <a:solidFill>
                  <a:srgbClr val="163B2A"/>
                </a:solidFill>
                <a:latin typeface="Arial"/>
                <a:ea typeface="Arial"/>
                <a:cs typeface="Arial"/>
              </a:defRPr>
            </a:pPr>
            <a:r>
              <a:rPr sz="1950" b="0">
                <a:solidFill>
                  <a:srgbClr val="163B2A"/>
                </a:solidFill>
                <a:latin typeface="Arial"/>
                <a:ea typeface="Arial"/>
                <a:cs typeface="Arial"/>
              </a:rPr>
              <a:t>Declared safety and storage</a:t>
            </a:r>
          </a:p>
          <a:p>
            <a:pPr algn="l">
              <a:defRPr sz="1950" b="0">
                <a:solidFill>
                  <a:srgbClr val="163B2A"/>
                </a:solidFill>
                <a:latin typeface="Arial"/>
                <a:ea typeface="Arial"/>
                <a:cs typeface="Arial"/>
              </a:defRPr>
            </a:pPr>
            <a:r>
              <a:rPr sz="1950" b="0">
                <a:solidFill>
                  <a:srgbClr val="163B2A"/>
                </a:solidFill>
                <a:latin typeface="Arial"/>
                <a:ea typeface="Arial"/>
                <a:cs typeface="Arial"/>
              </a:rPr>
              <a:t>Allergens and dietary requirements</a:t>
            </a:r>
          </a:p>
          <a:p>
            <a:pPr algn="l">
              <a:defRPr sz="1950" b="0">
                <a:solidFill>
                  <a:srgbClr val="163B2A"/>
                </a:solidFill>
                <a:latin typeface="Arial"/>
                <a:ea typeface="Arial"/>
                <a:cs typeface="Arial"/>
              </a:defRPr>
            </a:pPr>
            <a:r>
              <a:rPr sz="1950" b="0">
                <a:solidFill>
                  <a:srgbClr val="163B2A"/>
                </a:solidFill>
                <a:latin typeface="Arial"/>
                <a:ea typeface="Arial"/>
                <a:cs typeface="Arial"/>
              </a:rPr>
              <a:t>Pickup window and available stock</a:t>
            </a:r>
          </a:p>
          <a:p>
            <a:pPr algn="l">
              <a:defRPr sz="1950" b="0">
                <a:solidFill>
                  <a:srgbClr val="163B2A"/>
                </a:solidFill>
                <a:latin typeface="Arial"/>
                <a:ea typeface="Arial"/>
                <a:cs typeface="Arial"/>
              </a:defRPr>
            </a:pPr>
            <a:r>
              <a:rPr sz="1950" b="0">
                <a:solidFill>
                  <a:srgbClr val="163B2A"/>
                </a:solidFill>
                <a:latin typeface="Arial"/>
                <a:ea typeface="Arial"/>
                <a:cs typeface="Arial"/>
              </a:rPr>
              <a:t>2–4 items, including at least one staple</a:t>
            </a:r>
          </a:p>
          <a:p>
            <a:pPr algn="l">
              <a:defRPr sz="1950" b="0">
                <a:solidFill>
                  <a:srgbClr val="163B2A"/>
                </a:solidFill>
                <a:latin typeface="Arial"/>
                <a:ea typeface="Arial"/>
                <a:cs typeface="Arial"/>
              </a:defRPr>
            </a:pPr>
            <a:r>
              <a:rPr sz="1950" b="0">
                <a:solidFill>
                  <a:srgbClr val="163B2A"/>
                </a:solidFill>
                <a:latin typeface="Arial"/>
                <a:ea typeface="Arial"/>
                <a:cs typeface="Arial"/>
              </a:rPr>
              <a:t>No more than 2 of the same item</a:t>
            </a:r>
          </a:p>
        </p:txBody>
      </p:sp>
      <p:graphicFrame>
        <p:nvGraphicFramePr>
          <p:cNvPr id="11" name="表格 10">
            <a:extLst>
              <a:ext uri="{FF2B5EF4-FFF2-40B4-BE49-F238E27FC236}">
                <a16:creationId xmlns:a16="http://schemas.microsoft.com/office/drawing/2014/main" id="{38257722-1156-461A-8B22-869ED019E2F3}"/>
              </a:ext>
            </a:extLst>
          </p:cNvPr>
          <p:cNvGraphicFramePr/>
          <p:nvPr/>
        </p:nvGraphicFramePr>
        <p:xfrm>
          <a:off x="6172200" y="1981200"/>
          <a:ext cx="5562600" cy="2867025"/>
        </p:xfrm>
        <a:graphic>
          <a:graphicData uri="http://schemas.openxmlformats.org/drawingml/2006/table">
            <a:tbl>
              <a:tblPr/>
              <a:tblGrid>
                <a:gridCol w="39433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573405">
                <a:tc>
                  <a:txBody>
                    <a:bodyPr/>
                    <a:lstStyle/>
                    <a:p>
                      <a:pPr algn="l"/>
                      <a:r>
                        <a:rPr sz="1800" b="1">
                          <a:solidFill>
                            <a:srgbClr val="163B2A"/>
                          </a:solidFill>
                          <a:latin typeface="Arial"/>
                          <a:ea typeface="Arial"/>
                          <a:cs typeface="Arial"/>
                        </a:rPr>
                        <a:t>Initial scoring component</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800" b="1">
                          <a:solidFill>
                            <a:srgbClr val="163B2A"/>
                          </a:solidFill>
                          <a:latin typeface="Arial"/>
                          <a:ea typeface="Arial"/>
                          <a:cs typeface="Arial"/>
                        </a:rPr>
                        <a:t>Weight</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573405">
                <a:tc>
                  <a:txBody>
                    <a:bodyPr/>
                    <a:lstStyle/>
                    <a:p>
                      <a:pPr algn="l"/>
                      <a:r>
                        <a:rPr sz="1875" b="0">
                          <a:solidFill>
                            <a:srgbClr val="163B2A"/>
                          </a:solidFill>
                          <a:latin typeface="Arial"/>
                          <a:ea typeface="Arial"/>
                          <a:cs typeface="Arial"/>
                        </a:rPr>
                        <a:t>Time urgency</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35%</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573405">
                <a:tc>
                  <a:txBody>
                    <a:bodyPr/>
                    <a:lstStyle/>
                    <a:p>
                      <a:pPr algn="l"/>
                      <a:r>
                        <a:rPr sz="1875" b="0">
                          <a:solidFill>
                            <a:srgbClr val="163B2A"/>
                          </a:solidFill>
                          <a:latin typeface="Arial"/>
                          <a:ea typeface="Arial"/>
                          <a:cs typeface="Arial"/>
                        </a:rPr>
                        <a:t>Stock pressure</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25%</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573405">
                <a:tc>
                  <a:txBody>
                    <a:bodyPr/>
                    <a:lstStyle/>
                    <a:p>
                      <a:pPr algn="l"/>
                      <a:r>
                        <a:rPr sz="1875" b="0">
                          <a:solidFill>
                            <a:srgbClr val="163B2A"/>
                          </a:solidFill>
                          <a:latin typeface="Arial"/>
                          <a:ea typeface="Arial"/>
                          <a:cs typeface="Arial"/>
                        </a:rPr>
                        <a:t>Variety</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25%</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r h="573405">
                <a:tc>
                  <a:txBody>
                    <a:bodyPr/>
                    <a:lstStyle/>
                    <a:p>
                      <a:pPr algn="l"/>
                      <a:r>
                        <a:rPr sz="1875" b="0">
                          <a:solidFill>
                            <a:srgbClr val="163B2A"/>
                          </a:solidFill>
                          <a:latin typeface="Arial"/>
                          <a:ea typeface="Arial"/>
                          <a:cs typeface="Arial"/>
                        </a:rPr>
                        <a:t>User preference</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875" b="0">
                          <a:solidFill>
                            <a:srgbClr val="163B2A"/>
                          </a:solidFill>
                          <a:latin typeface="Arial"/>
                          <a:ea typeface="Arial"/>
                          <a:cs typeface="Arial"/>
                        </a:rPr>
                        <a:t>15%</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4"/>
                  </a:ext>
                </a:extLst>
              </a:tr>
            </a:tbl>
          </a:graphicData>
        </a:graphic>
      </p:graphicFrame>
      <p:sp>
        <p:nvSpPr>
          <p:cNvPr id="12" name="矩形 11">
            <a:extLst>
              <a:ext uri="{FF2B5EF4-FFF2-40B4-BE49-F238E27FC236}">
                <a16:creationId xmlns:a16="http://schemas.microsoft.com/office/drawing/2014/main" id="{277569CD-6818-4C02-90ED-5E6BA671A601}"/>
              </a:ext>
            </a:extLst>
          </p:cNvPr>
          <p:cNvSpPr>
            <a:spLocks noGrp="1"/>
          </p:cNvSpPr>
          <p:nvPr/>
        </p:nvSpPr>
        <p:spPr>
          <a:xfrm>
            <a:off x="457200" y="5619750"/>
            <a:ext cx="11277600" cy="561975"/>
          </a:xfrm>
          <a:prstGeom prst="rect">
            <a:avLst/>
          </a:prstGeom>
          <a:noFill/>
          <a:ln w="0">
            <a:noFill/>
            <a:prstDash val="solid"/>
          </a:ln>
        </p:spPr>
        <p:txBody>
          <a:bodyPr wrap="square" lIns="0" tIns="0" rIns="0" bIns="0" anchor="t">
            <a:noAutofit/>
          </a:bodyPr>
          <a:lstStyle>
            <a:defPPr algn="l">
              <a:defRPr sz="2100" b="1">
                <a:solidFill>
                  <a:srgbClr val="598C6C"/>
                </a:solidFill>
                <a:latin typeface="Arial"/>
                <a:ea typeface="Arial"/>
                <a:cs typeface="Arial"/>
              </a:defRPr>
            </a:defPPr>
            <a:lvl1pPr algn="l">
              <a:defRPr sz="2100" b="1">
                <a:solidFill>
                  <a:srgbClr val="598C6C"/>
                </a:solidFill>
                <a:latin typeface="Arial"/>
                <a:ea typeface="Arial"/>
                <a:cs typeface="Arial"/>
              </a:defRPr>
            </a:lvl1pPr>
            <a:lvl2pPr algn="l">
              <a:defRPr sz="2100" b="1">
                <a:solidFill>
                  <a:srgbClr val="598C6C"/>
                </a:solidFill>
                <a:latin typeface="Arial"/>
                <a:ea typeface="Arial"/>
                <a:cs typeface="Arial"/>
              </a:defRPr>
            </a:lvl2pPr>
            <a:lvl3pPr algn="l">
              <a:defRPr sz="2100" b="1">
                <a:solidFill>
                  <a:srgbClr val="598C6C"/>
                </a:solidFill>
                <a:latin typeface="Arial"/>
                <a:ea typeface="Arial"/>
                <a:cs typeface="Arial"/>
              </a:defRPr>
            </a:lvl3pPr>
            <a:lvl4pPr algn="l">
              <a:defRPr sz="2100" b="1">
                <a:solidFill>
                  <a:srgbClr val="598C6C"/>
                </a:solidFill>
                <a:latin typeface="Arial"/>
                <a:ea typeface="Arial"/>
                <a:cs typeface="Arial"/>
              </a:defRPr>
            </a:lvl4pPr>
            <a:lvl5pPr algn="l">
              <a:defRPr sz="2100" b="1">
                <a:solidFill>
                  <a:srgbClr val="598C6C"/>
                </a:solidFill>
                <a:latin typeface="Arial"/>
                <a:ea typeface="Arial"/>
                <a:cs typeface="Arial"/>
              </a:defRPr>
            </a:lvl5pPr>
            <a:lvl6pPr algn="l">
              <a:defRPr sz="2100" b="1">
                <a:solidFill>
                  <a:srgbClr val="598C6C"/>
                </a:solidFill>
                <a:latin typeface="Arial"/>
                <a:ea typeface="Arial"/>
                <a:cs typeface="Arial"/>
              </a:defRPr>
            </a:lvl6pPr>
            <a:lvl7pPr algn="l">
              <a:defRPr sz="2100" b="1">
                <a:solidFill>
                  <a:srgbClr val="598C6C"/>
                </a:solidFill>
                <a:latin typeface="Arial"/>
                <a:ea typeface="Arial"/>
                <a:cs typeface="Arial"/>
              </a:defRPr>
            </a:lvl7pPr>
            <a:lvl8pPr algn="l">
              <a:defRPr sz="2100" b="1">
                <a:solidFill>
                  <a:srgbClr val="598C6C"/>
                </a:solidFill>
                <a:latin typeface="Arial"/>
                <a:ea typeface="Arial"/>
                <a:cs typeface="Arial"/>
              </a:defRPr>
            </a:lvl8pPr>
            <a:lvl9pPr algn="l">
              <a:defRPr sz="2100" b="1">
                <a:solidFill>
                  <a:srgbClr val="598C6C"/>
                </a:solidFill>
                <a:latin typeface="Arial"/>
                <a:ea typeface="Arial"/>
                <a:cs typeface="Arial"/>
              </a:defRPr>
            </a:lvl9pPr>
          </a:lstStyle>
          <a:p>
            <a:pPr algn="l">
              <a:defRPr sz="2100" b="1">
                <a:solidFill>
                  <a:srgbClr val="598C6C"/>
                </a:solidFill>
                <a:latin typeface="Arial"/>
                <a:ea typeface="Arial"/>
                <a:cs typeface="Arial"/>
              </a:defRPr>
            </a:pPr>
            <a:r>
              <a:rPr sz="2100" b="1">
                <a:solidFill>
                  <a:srgbClr val="598C6C"/>
                </a:solidFill>
                <a:latin typeface="Arial"/>
                <a:ea typeface="Arial"/>
                <a:cs typeface="Arial"/>
              </a:rPr>
              <a:t>Valid combinations are a technical result. Sales uplift needs a store trial.</a:t>
            </a:r>
          </a:p>
        </p:txBody>
      </p:sp>
    </p:spTree>
    <p:extLst>
      <p:ext uri="{BB962C8B-B14F-4D97-AF65-F5344CB8AC3E}">
        <p14:creationId xmlns:p14="http://schemas.microsoft.com/office/powerpoint/2010/main" val="22290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EA99DEE8-EAE9-443F-9DAE-D8C0FD1262A6}"/>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2BDF2014-5955-4D4B-A214-47A63AC1FDF9}"/>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Two pricing paths with explicit product cost</a:t>
            </a:r>
          </a:p>
        </p:txBody>
      </p:sp>
      <p:sp>
        <p:nvSpPr>
          <p:cNvPr id="3" name="矩形 2">
            <a:extLst>
              <a:ext uri="{FF2B5EF4-FFF2-40B4-BE49-F238E27FC236}">
                <a16:creationId xmlns:a16="http://schemas.microsoft.com/office/drawing/2014/main" id="{DDBC7D34-9932-4B16-9AAB-B5E5D46BB656}"/>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Rule-based prices / sales and operating profit are not guaranteed</a:t>
            </a:r>
          </a:p>
        </p:txBody>
      </p:sp>
      <p:sp>
        <p:nvSpPr>
          <p:cNvPr id="4" name="矩形 3">
            <a:extLst>
              <a:ext uri="{FF2B5EF4-FFF2-40B4-BE49-F238E27FC236}">
                <a16:creationId xmlns:a16="http://schemas.microsoft.com/office/drawing/2014/main" id="{9AE67142-A6BC-45AE-848D-280F341EE6B9}"/>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A20E202D-CEF3-4F0E-97A4-8967A4C6896C}"/>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6F9C648A-136C-478B-B0DC-AFDABF43B919}"/>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21 / 32</a:t>
            </a:r>
          </a:p>
        </p:txBody>
      </p:sp>
      <p:sp>
        <p:nvSpPr>
          <p:cNvPr id="7" name="NAV-BG-8">
            <a:extLst>
              <a:ext uri="{FF2B5EF4-FFF2-40B4-BE49-F238E27FC236}">
                <a16:creationId xmlns:a16="http://schemas.microsoft.com/office/drawing/2014/main" id="{406547CD-19FD-4B6C-B47B-0451717A5384}"/>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32184D6F-4C96-4C7A-BB48-4D0A59DB1A14}"/>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sp>
        <p:nvSpPr>
          <p:cNvPr id="9" name="矩形 8">
            <a:extLst>
              <a:ext uri="{FF2B5EF4-FFF2-40B4-BE49-F238E27FC236}">
                <a16:creationId xmlns:a16="http://schemas.microsoft.com/office/drawing/2014/main" id="{BF362979-9BB6-4D42-8B6B-67960390C1F4}"/>
              </a:ext>
            </a:extLst>
          </p:cNvPr>
          <p:cNvSpPr>
            <a:spLocks noGrp="1"/>
          </p:cNvSpPr>
          <p:nvPr/>
        </p:nvSpPr>
        <p:spPr>
          <a:xfrm>
            <a:off x="457200" y="1895475"/>
            <a:ext cx="5143500" cy="447675"/>
          </a:xfrm>
          <a:prstGeom prst="rect">
            <a:avLst/>
          </a:prstGeom>
          <a:noFill/>
          <a:ln w="0">
            <a:noFill/>
            <a:prstDash val="solid"/>
          </a:ln>
        </p:spPr>
        <p:txBody>
          <a:bodyPr wrap="square" lIns="0" tIns="0" rIns="0" bIns="0" anchor="t">
            <a:noAutofit/>
          </a:bodyPr>
          <a:lstStyle>
            <a:defPPr algn="l">
              <a:defRPr sz="2400" b="1">
                <a:solidFill>
                  <a:srgbClr val="B57906"/>
                </a:solidFill>
                <a:latin typeface="Arial"/>
                <a:ea typeface="Arial"/>
                <a:cs typeface="Arial"/>
              </a:defRPr>
            </a:defPPr>
            <a:lvl1pPr algn="l">
              <a:defRPr sz="2400" b="1">
                <a:solidFill>
                  <a:srgbClr val="B57906"/>
                </a:solidFill>
                <a:latin typeface="Arial"/>
                <a:ea typeface="Arial"/>
                <a:cs typeface="Arial"/>
              </a:defRPr>
            </a:lvl1pPr>
            <a:lvl2pPr algn="l">
              <a:defRPr sz="2400" b="1">
                <a:solidFill>
                  <a:srgbClr val="B57906"/>
                </a:solidFill>
                <a:latin typeface="Arial"/>
                <a:ea typeface="Arial"/>
                <a:cs typeface="Arial"/>
              </a:defRPr>
            </a:lvl2pPr>
            <a:lvl3pPr algn="l">
              <a:defRPr sz="2400" b="1">
                <a:solidFill>
                  <a:srgbClr val="B57906"/>
                </a:solidFill>
                <a:latin typeface="Arial"/>
                <a:ea typeface="Arial"/>
                <a:cs typeface="Arial"/>
              </a:defRPr>
            </a:lvl3pPr>
            <a:lvl4pPr algn="l">
              <a:defRPr sz="2400" b="1">
                <a:solidFill>
                  <a:srgbClr val="B57906"/>
                </a:solidFill>
                <a:latin typeface="Arial"/>
                <a:ea typeface="Arial"/>
                <a:cs typeface="Arial"/>
              </a:defRPr>
            </a:lvl4pPr>
            <a:lvl5pPr algn="l">
              <a:defRPr sz="2400" b="1">
                <a:solidFill>
                  <a:srgbClr val="B57906"/>
                </a:solidFill>
                <a:latin typeface="Arial"/>
                <a:ea typeface="Arial"/>
                <a:cs typeface="Arial"/>
              </a:defRPr>
            </a:lvl5pPr>
            <a:lvl6pPr algn="l">
              <a:defRPr sz="2400" b="1">
                <a:solidFill>
                  <a:srgbClr val="B57906"/>
                </a:solidFill>
                <a:latin typeface="Arial"/>
                <a:ea typeface="Arial"/>
                <a:cs typeface="Arial"/>
              </a:defRPr>
            </a:lvl6pPr>
            <a:lvl7pPr algn="l">
              <a:defRPr sz="2400" b="1">
                <a:solidFill>
                  <a:srgbClr val="B57906"/>
                </a:solidFill>
                <a:latin typeface="Arial"/>
                <a:ea typeface="Arial"/>
                <a:cs typeface="Arial"/>
              </a:defRPr>
            </a:lvl7pPr>
            <a:lvl8pPr algn="l">
              <a:defRPr sz="2400" b="1">
                <a:solidFill>
                  <a:srgbClr val="B57906"/>
                </a:solidFill>
                <a:latin typeface="Arial"/>
                <a:ea typeface="Arial"/>
                <a:cs typeface="Arial"/>
              </a:defRPr>
            </a:lvl8pPr>
            <a:lvl9pPr algn="l">
              <a:defRPr sz="2400" b="1">
                <a:solidFill>
                  <a:srgbClr val="B57906"/>
                </a:solidFill>
                <a:latin typeface="Arial"/>
                <a:ea typeface="Arial"/>
                <a:cs typeface="Arial"/>
              </a:defRPr>
            </a:lvl9pPr>
          </a:lstStyle>
          <a:p>
            <a:pPr algn="l">
              <a:defRPr sz="2400" b="1">
                <a:solidFill>
                  <a:srgbClr val="B57906"/>
                </a:solidFill>
                <a:latin typeface="Arial"/>
                <a:ea typeface="Arial"/>
                <a:cs typeface="Arial"/>
              </a:defRPr>
            </a:pPr>
            <a:r>
              <a:rPr sz="2400" b="1">
                <a:solidFill>
                  <a:srgbClr val="B57906"/>
                </a:solidFill>
                <a:latin typeface="Arial"/>
                <a:ea typeface="Arial"/>
                <a:cs typeface="Arial"/>
              </a:rPr>
              <a:t>Single-item clearance</a:t>
            </a:r>
          </a:p>
        </p:txBody>
      </p:sp>
      <p:sp>
        <p:nvSpPr>
          <p:cNvPr id="10" name="矩形 9">
            <a:extLst>
              <a:ext uri="{FF2B5EF4-FFF2-40B4-BE49-F238E27FC236}">
                <a16:creationId xmlns:a16="http://schemas.microsoft.com/office/drawing/2014/main" id="{8F2AE488-E776-449E-8685-014C9FEB5AA7}"/>
              </a:ext>
            </a:extLst>
          </p:cNvPr>
          <p:cNvSpPr>
            <a:spLocks noGrp="1"/>
          </p:cNvSpPr>
          <p:nvPr/>
        </p:nvSpPr>
        <p:spPr>
          <a:xfrm>
            <a:off x="457200" y="2667000"/>
            <a:ext cx="5143500" cy="1676400"/>
          </a:xfrm>
          <a:prstGeom prst="rect">
            <a:avLst/>
          </a:prstGeom>
          <a:noFill/>
          <a:ln w="0">
            <a:noFill/>
            <a:prstDash val="solid"/>
          </a:ln>
        </p:spPr>
        <p:txBody>
          <a:bodyPr wrap="square" lIns="0" tIns="0" rIns="0" bIns="0" anchor="t">
            <a:noAutofit/>
          </a:bodyPr>
          <a:lstStyle>
            <a:defPPr algn="l">
              <a:defRPr sz="2100" b="0">
                <a:solidFill>
                  <a:srgbClr val="163B2A"/>
                </a:solidFill>
                <a:latin typeface="Arial"/>
                <a:ea typeface="Arial"/>
                <a:cs typeface="Arial"/>
              </a:defRPr>
            </a:defPPr>
            <a:lvl1pPr algn="l">
              <a:defRPr sz="2100" b="0">
                <a:solidFill>
                  <a:srgbClr val="163B2A"/>
                </a:solidFill>
                <a:latin typeface="Arial"/>
                <a:ea typeface="Arial"/>
                <a:cs typeface="Arial"/>
              </a:defRPr>
            </a:lvl1pPr>
            <a:lvl2pPr algn="l">
              <a:defRPr sz="2100" b="0">
                <a:solidFill>
                  <a:srgbClr val="163B2A"/>
                </a:solidFill>
                <a:latin typeface="Arial"/>
                <a:ea typeface="Arial"/>
                <a:cs typeface="Arial"/>
              </a:defRPr>
            </a:lvl2pPr>
            <a:lvl3pPr algn="l">
              <a:defRPr sz="2100" b="0">
                <a:solidFill>
                  <a:srgbClr val="163B2A"/>
                </a:solidFill>
                <a:latin typeface="Arial"/>
                <a:ea typeface="Arial"/>
                <a:cs typeface="Arial"/>
              </a:defRPr>
            </a:lvl3pPr>
            <a:lvl4pPr algn="l">
              <a:defRPr sz="2100" b="0">
                <a:solidFill>
                  <a:srgbClr val="163B2A"/>
                </a:solidFill>
                <a:latin typeface="Arial"/>
                <a:ea typeface="Arial"/>
                <a:cs typeface="Arial"/>
              </a:defRPr>
            </a:lvl4pPr>
            <a:lvl5pPr algn="l">
              <a:defRPr sz="2100" b="0">
                <a:solidFill>
                  <a:srgbClr val="163B2A"/>
                </a:solidFill>
                <a:latin typeface="Arial"/>
                <a:ea typeface="Arial"/>
                <a:cs typeface="Arial"/>
              </a:defRPr>
            </a:lvl5pPr>
            <a:lvl6pPr algn="l">
              <a:defRPr sz="2100" b="0">
                <a:solidFill>
                  <a:srgbClr val="163B2A"/>
                </a:solidFill>
                <a:latin typeface="Arial"/>
                <a:ea typeface="Arial"/>
                <a:cs typeface="Arial"/>
              </a:defRPr>
            </a:lvl6pPr>
            <a:lvl7pPr algn="l">
              <a:defRPr sz="2100" b="0">
                <a:solidFill>
                  <a:srgbClr val="163B2A"/>
                </a:solidFill>
                <a:latin typeface="Arial"/>
                <a:ea typeface="Arial"/>
                <a:cs typeface="Arial"/>
              </a:defRPr>
            </a:lvl7pPr>
            <a:lvl8pPr algn="l">
              <a:defRPr sz="2100" b="0">
                <a:solidFill>
                  <a:srgbClr val="163B2A"/>
                </a:solidFill>
                <a:latin typeface="Arial"/>
                <a:ea typeface="Arial"/>
                <a:cs typeface="Arial"/>
              </a:defRPr>
            </a:lvl8pPr>
            <a:lvl9pPr algn="l">
              <a:defRPr sz="2100" b="0">
                <a:solidFill>
                  <a:srgbClr val="163B2A"/>
                </a:solidFill>
                <a:latin typeface="Arial"/>
                <a:ea typeface="Arial"/>
                <a:cs typeface="Arial"/>
              </a:defRPr>
            </a:lvl9pPr>
          </a:lstStyle>
          <a:p>
            <a:pPr algn="l">
              <a:defRPr sz="2100" b="0">
                <a:solidFill>
                  <a:srgbClr val="163B2A"/>
                </a:solidFill>
                <a:latin typeface="Arial"/>
                <a:ea typeface="Arial"/>
                <a:cs typeface="Arial"/>
              </a:defRPr>
            </a:pPr>
            <a:r>
              <a:rPr sz="2100" b="0">
                <a:solidFill>
                  <a:srgbClr val="163B2A"/>
                </a:solidFill>
                <a:latin typeface="Arial"/>
                <a:ea typeface="Arial"/>
                <a:cs typeface="Arial"/>
              </a:rPr>
              <a:t>Fixed 50% discount</a:t>
            </a:r>
          </a:p>
          <a:p>
            <a:pPr algn="l">
              <a:defRPr sz="2100" b="0">
                <a:solidFill>
                  <a:srgbClr val="163B2A"/>
                </a:solidFill>
                <a:latin typeface="Arial"/>
                <a:ea typeface="Arial"/>
                <a:cs typeface="Arial"/>
              </a:defRPr>
            </a:pPr>
            <a:r>
              <a:rPr sz="2100" b="0">
                <a:solidFill>
                  <a:srgbClr val="163B2A"/>
                </a:solidFill>
                <a:latin typeface="Arial"/>
                <a:ea typeface="Arial"/>
                <a:cs typeface="Arial"/>
              </a:rPr>
              <a:t>Show revenue, cost and gross profit</a:t>
            </a:r>
          </a:p>
          <a:p>
            <a:pPr algn="l">
              <a:defRPr sz="2100" b="0">
                <a:solidFill>
                  <a:srgbClr val="163B2A"/>
                </a:solidFill>
                <a:latin typeface="Arial"/>
                <a:ea typeface="Arial"/>
                <a:cs typeface="Arial"/>
              </a:defRPr>
            </a:pPr>
            <a:r>
              <a:rPr sz="2100" b="0">
                <a:solidFill>
                  <a:srgbClr val="163B2A"/>
                </a:solidFill>
                <a:latin typeface="Arial"/>
                <a:ea typeface="Arial"/>
                <a:cs typeface="Arial"/>
              </a:rPr>
              <a:t>Flag prices below product cost</a:t>
            </a:r>
          </a:p>
        </p:txBody>
      </p:sp>
      <p:sp>
        <p:nvSpPr>
          <p:cNvPr id="11" name="矩形 10">
            <a:extLst>
              <a:ext uri="{FF2B5EF4-FFF2-40B4-BE49-F238E27FC236}">
                <a16:creationId xmlns:a16="http://schemas.microsoft.com/office/drawing/2014/main" id="{BAE297D1-7EFA-4791-8FB0-A728C536CEC4}"/>
              </a:ext>
            </a:extLst>
          </p:cNvPr>
          <p:cNvSpPr>
            <a:spLocks noGrp="1"/>
          </p:cNvSpPr>
          <p:nvPr/>
        </p:nvSpPr>
        <p:spPr>
          <a:xfrm>
            <a:off x="6362700" y="1895475"/>
            <a:ext cx="5372100" cy="447675"/>
          </a:xfrm>
          <a:prstGeom prst="rect">
            <a:avLst/>
          </a:prstGeom>
          <a:noFill/>
          <a:ln w="0">
            <a:noFill/>
            <a:prstDash val="solid"/>
          </a:ln>
        </p:spPr>
        <p:txBody>
          <a:bodyPr wrap="square" lIns="0" tIns="0" rIns="0" bIns="0" anchor="t">
            <a:noAutofit/>
          </a:bodyPr>
          <a:lstStyle>
            <a:defPPr algn="l">
              <a:defRPr sz="2400" b="1">
                <a:solidFill>
                  <a:srgbClr val="B57906"/>
                </a:solidFill>
                <a:latin typeface="Arial"/>
                <a:ea typeface="Arial"/>
                <a:cs typeface="Arial"/>
              </a:defRPr>
            </a:defPPr>
            <a:lvl1pPr algn="l">
              <a:defRPr sz="2400" b="1">
                <a:solidFill>
                  <a:srgbClr val="B57906"/>
                </a:solidFill>
                <a:latin typeface="Arial"/>
                <a:ea typeface="Arial"/>
                <a:cs typeface="Arial"/>
              </a:defRPr>
            </a:lvl1pPr>
            <a:lvl2pPr algn="l">
              <a:defRPr sz="2400" b="1">
                <a:solidFill>
                  <a:srgbClr val="B57906"/>
                </a:solidFill>
                <a:latin typeface="Arial"/>
                <a:ea typeface="Arial"/>
                <a:cs typeface="Arial"/>
              </a:defRPr>
            </a:lvl2pPr>
            <a:lvl3pPr algn="l">
              <a:defRPr sz="2400" b="1">
                <a:solidFill>
                  <a:srgbClr val="B57906"/>
                </a:solidFill>
                <a:latin typeface="Arial"/>
                <a:ea typeface="Arial"/>
                <a:cs typeface="Arial"/>
              </a:defRPr>
            </a:lvl3pPr>
            <a:lvl4pPr algn="l">
              <a:defRPr sz="2400" b="1">
                <a:solidFill>
                  <a:srgbClr val="B57906"/>
                </a:solidFill>
                <a:latin typeface="Arial"/>
                <a:ea typeface="Arial"/>
                <a:cs typeface="Arial"/>
              </a:defRPr>
            </a:lvl4pPr>
            <a:lvl5pPr algn="l">
              <a:defRPr sz="2400" b="1">
                <a:solidFill>
                  <a:srgbClr val="B57906"/>
                </a:solidFill>
                <a:latin typeface="Arial"/>
                <a:ea typeface="Arial"/>
                <a:cs typeface="Arial"/>
              </a:defRPr>
            </a:lvl5pPr>
            <a:lvl6pPr algn="l">
              <a:defRPr sz="2400" b="1">
                <a:solidFill>
                  <a:srgbClr val="B57906"/>
                </a:solidFill>
                <a:latin typeface="Arial"/>
                <a:ea typeface="Arial"/>
                <a:cs typeface="Arial"/>
              </a:defRPr>
            </a:lvl6pPr>
            <a:lvl7pPr algn="l">
              <a:defRPr sz="2400" b="1">
                <a:solidFill>
                  <a:srgbClr val="B57906"/>
                </a:solidFill>
                <a:latin typeface="Arial"/>
                <a:ea typeface="Arial"/>
                <a:cs typeface="Arial"/>
              </a:defRPr>
            </a:lvl7pPr>
            <a:lvl8pPr algn="l">
              <a:defRPr sz="2400" b="1">
                <a:solidFill>
                  <a:srgbClr val="B57906"/>
                </a:solidFill>
                <a:latin typeface="Arial"/>
                <a:ea typeface="Arial"/>
                <a:cs typeface="Arial"/>
              </a:defRPr>
            </a:lvl8pPr>
            <a:lvl9pPr algn="l">
              <a:defRPr sz="2400" b="1">
                <a:solidFill>
                  <a:srgbClr val="B57906"/>
                </a:solidFill>
                <a:latin typeface="Arial"/>
                <a:ea typeface="Arial"/>
                <a:cs typeface="Arial"/>
              </a:defRPr>
            </a:lvl9pPr>
          </a:lstStyle>
          <a:p>
            <a:pPr algn="l">
              <a:defRPr sz="2400" b="1">
                <a:solidFill>
                  <a:srgbClr val="B57906"/>
                </a:solidFill>
                <a:latin typeface="Arial"/>
                <a:ea typeface="Arial"/>
                <a:cs typeface="Arial"/>
              </a:defRPr>
            </a:pPr>
            <a:r>
              <a:rPr sz="2400" b="1">
                <a:solidFill>
                  <a:srgbClr val="B57906"/>
                </a:solidFill>
                <a:latin typeface="Arial"/>
                <a:ea typeface="Arial"/>
                <a:cs typeface="Arial"/>
              </a:rPr>
              <a:t>Surprise box</a:t>
            </a:r>
          </a:p>
        </p:txBody>
      </p:sp>
      <p:sp>
        <p:nvSpPr>
          <p:cNvPr id="12" name="矩形 11">
            <a:extLst>
              <a:ext uri="{FF2B5EF4-FFF2-40B4-BE49-F238E27FC236}">
                <a16:creationId xmlns:a16="http://schemas.microsoft.com/office/drawing/2014/main" id="{0C63D7BD-1574-4D12-9663-90C1D0FD1192}"/>
              </a:ext>
            </a:extLst>
          </p:cNvPr>
          <p:cNvSpPr>
            <a:spLocks noGrp="1"/>
          </p:cNvSpPr>
          <p:nvPr/>
        </p:nvSpPr>
        <p:spPr>
          <a:xfrm>
            <a:off x="6362700" y="2667000"/>
            <a:ext cx="5372100" cy="1676400"/>
          </a:xfrm>
          <a:prstGeom prst="rect">
            <a:avLst/>
          </a:prstGeom>
          <a:noFill/>
          <a:ln w="0">
            <a:noFill/>
            <a:prstDash val="solid"/>
          </a:ln>
        </p:spPr>
        <p:txBody>
          <a:bodyPr wrap="square" lIns="0" tIns="0" rIns="0" bIns="0" anchor="t">
            <a:noAutofit/>
          </a:bodyPr>
          <a:lstStyle>
            <a:defPPr algn="l">
              <a:defRPr sz="2100" b="0">
                <a:solidFill>
                  <a:srgbClr val="163B2A"/>
                </a:solidFill>
                <a:latin typeface="Arial"/>
                <a:ea typeface="Arial"/>
                <a:cs typeface="Arial"/>
              </a:defRPr>
            </a:defPPr>
            <a:lvl1pPr algn="l">
              <a:defRPr sz="2100" b="0">
                <a:solidFill>
                  <a:srgbClr val="163B2A"/>
                </a:solidFill>
                <a:latin typeface="Arial"/>
                <a:ea typeface="Arial"/>
                <a:cs typeface="Arial"/>
              </a:defRPr>
            </a:lvl1pPr>
            <a:lvl2pPr algn="l">
              <a:defRPr sz="2100" b="0">
                <a:solidFill>
                  <a:srgbClr val="163B2A"/>
                </a:solidFill>
                <a:latin typeface="Arial"/>
                <a:ea typeface="Arial"/>
                <a:cs typeface="Arial"/>
              </a:defRPr>
            </a:lvl2pPr>
            <a:lvl3pPr algn="l">
              <a:defRPr sz="2100" b="0">
                <a:solidFill>
                  <a:srgbClr val="163B2A"/>
                </a:solidFill>
                <a:latin typeface="Arial"/>
                <a:ea typeface="Arial"/>
                <a:cs typeface="Arial"/>
              </a:defRPr>
            </a:lvl3pPr>
            <a:lvl4pPr algn="l">
              <a:defRPr sz="2100" b="0">
                <a:solidFill>
                  <a:srgbClr val="163B2A"/>
                </a:solidFill>
                <a:latin typeface="Arial"/>
                <a:ea typeface="Arial"/>
                <a:cs typeface="Arial"/>
              </a:defRPr>
            </a:lvl4pPr>
            <a:lvl5pPr algn="l">
              <a:defRPr sz="2100" b="0">
                <a:solidFill>
                  <a:srgbClr val="163B2A"/>
                </a:solidFill>
                <a:latin typeface="Arial"/>
                <a:ea typeface="Arial"/>
                <a:cs typeface="Arial"/>
              </a:defRPr>
            </a:lvl5pPr>
            <a:lvl6pPr algn="l">
              <a:defRPr sz="2100" b="0">
                <a:solidFill>
                  <a:srgbClr val="163B2A"/>
                </a:solidFill>
                <a:latin typeface="Arial"/>
                <a:ea typeface="Arial"/>
                <a:cs typeface="Arial"/>
              </a:defRPr>
            </a:lvl6pPr>
            <a:lvl7pPr algn="l">
              <a:defRPr sz="2100" b="0">
                <a:solidFill>
                  <a:srgbClr val="163B2A"/>
                </a:solidFill>
                <a:latin typeface="Arial"/>
                <a:ea typeface="Arial"/>
                <a:cs typeface="Arial"/>
              </a:defRPr>
            </a:lvl7pPr>
            <a:lvl8pPr algn="l">
              <a:defRPr sz="2100" b="0">
                <a:solidFill>
                  <a:srgbClr val="163B2A"/>
                </a:solidFill>
                <a:latin typeface="Arial"/>
                <a:ea typeface="Arial"/>
                <a:cs typeface="Arial"/>
              </a:defRPr>
            </a:lvl8pPr>
            <a:lvl9pPr algn="l">
              <a:defRPr sz="2100" b="0">
                <a:solidFill>
                  <a:srgbClr val="163B2A"/>
                </a:solidFill>
                <a:latin typeface="Arial"/>
                <a:ea typeface="Arial"/>
                <a:cs typeface="Arial"/>
              </a:defRPr>
            </a:lvl9pPr>
          </a:lstStyle>
          <a:p>
            <a:pPr algn="l">
              <a:defRPr sz="2100" b="0">
                <a:solidFill>
                  <a:srgbClr val="163B2A"/>
                </a:solidFill>
                <a:latin typeface="Arial"/>
                <a:ea typeface="Arial"/>
                <a:cs typeface="Arial"/>
              </a:defRPr>
            </a:pPr>
            <a:r>
              <a:rPr sz="2100" b="0">
                <a:solidFill>
                  <a:srgbClr val="163B2A"/>
                </a:solidFill>
                <a:latin typeface="Arial"/>
                <a:ea typeface="Arial"/>
                <a:cs typeface="Arial"/>
              </a:rPr>
              <a:t>Product cost × 1.30, rounded to sen</a:t>
            </a:r>
          </a:p>
          <a:p>
            <a:pPr algn="l">
              <a:defRPr sz="2100" b="0">
                <a:solidFill>
                  <a:srgbClr val="163B2A"/>
                </a:solidFill>
                <a:latin typeface="Arial"/>
                <a:ea typeface="Arial"/>
                <a:cs typeface="Arial"/>
              </a:defRPr>
            </a:pPr>
            <a:r>
              <a:rPr sz="2100" b="0">
                <a:solidFill>
                  <a:srgbClr val="163B2A"/>
                </a:solidFill>
                <a:latin typeface="Arial"/>
                <a:ea typeface="Arial"/>
                <a:cs typeface="Arial"/>
              </a:rPr>
              <a:t>Then add RM0.50 packaging</a:t>
            </a:r>
          </a:p>
          <a:p>
            <a:pPr algn="l">
              <a:defRPr sz="2100" b="0">
                <a:solidFill>
                  <a:srgbClr val="163B2A"/>
                </a:solidFill>
                <a:latin typeface="Arial"/>
                <a:ea typeface="Arial"/>
                <a:cs typeface="Arial"/>
              </a:defRPr>
            </a:pPr>
            <a:r>
              <a:rPr sz="2100" b="0">
                <a:solidFill>
                  <a:srgbClr val="163B2A"/>
                </a:solidFill>
                <a:latin typeface="Arial"/>
                <a:ea typeface="Arial"/>
                <a:cs typeface="Arial"/>
              </a:rPr>
              <a:t>Cap at 70% of combined retail value</a:t>
            </a:r>
          </a:p>
        </p:txBody>
      </p:sp>
      <p:sp>
        <p:nvSpPr>
          <p:cNvPr id="13" name="矩形 12">
            <a:extLst>
              <a:ext uri="{FF2B5EF4-FFF2-40B4-BE49-F238E27FC236}">
                <a16:creationId xmlns:a16="http://schemas.microsoft.com/office/drawing/2014/main" id="{95A000CC-0BEE-4A9B-BEDD-F200B6943166}"/>
              </a:ext>
            </a:extLst>
          </p:cNvPr>
          <p:cNvSpPr>
            <a:spLocks noGrp="1"/>
          </p:cNvSpPr>
          <p:nvPr/>
        </p:nvSpPr>
        <p:spPr>
          <a:xfrm>
            <a:off x="457200" y="4972050"/>
            <a:ext cx="11277600" cy="866775"/>
          </a:xfrm>
          <a:prstGeom prst="rect">
            <a:avLst/>
          </a:prstGeom>
          <a:solidFill>
            <a:srgbClr val="EDF0DF"/>
          </a:solidFill>
          <a:ln w="0">
            <a:noFill/>
            <a:prstDash val="solid"/>
          </a:ln>
        </p:spPr>
      </p:sp>
      <p:sp>
        <p:nvSpPr>
          <p:cNvPr id="14" name="矩形 13">
            <a:extLst>
              <a:ext uri="{FF2B5EF4-FFF2-40B4-BE49-F238E27FC236}">
                <a16:creationId xmlns:a16="http://schemas.microsoft.com/office/drawing/2014/main" id="{ECF50FC1-CC54-4CC7-9FA7-5425AD980245}"/>
              </a:ext>
            </a:extLst>
          </p:cNvPr>
          <p:cNvSpPr>
            <a:spLocks noGrp="1"/>
          </p:cNvSpPr>
          <p:nvPr/>
        </p:nvSpPr>
        <p:spPr>
          <a:xfrm>
            <a:off x="647700" y="5219700"/>
            <a:ext cx="10896600" cy="485775"/>
          </a:xfrm>
          <a:prstGeom prst="rect">
            <a:avLst/>
          </a:prstGeom>
          <a:noFill/>
          <a:ln w="0">
            <a:noFill/>
            <a:prstDash val="solid"/>
          </a:ln>
        </p:spPr>
        <p:txBody>
          <a:bodyPr wrap="square" lIns="0" tIns="0" rIns="0" bIns="0" anchor="t">
            <a:noAutofit/>
          </a:bodyPr>
          <a:lstStyle>
            <a:defPPr algn="l">
              <a:defRPr sz="2400" b="1">
                <a:solidFill>
                  <a:srgbClr val="598C6C"/>
                </a:solidFill>
                <a:latin typeface="Arial"/>
                <a:ea typeface="Arial"/>
                <a:cs typeface="Arial"/>
              </a:defRPr>
            </a:defPPr>
            <a:lvl1pPr algn="l">
              <a:defRPr sz="2400" b="1">
                <a:solidFill>
                  <a:srgbClr val="598C6C"/>
                </a:solidFill>
                <a:latin typeface="Arial"/>
                <a:ea typeface="Arial"/>
                <a:cs typeface="Arial"/>
              </a:defRPr>
            </a:lvl1pPr>
            <a:lvl2pPr algn="l">
              <a:defRPr sz="2400" b="1">
                <a:solidFill>
                  <a:srgbClr val="598C6C"/>
                </a:solidFill>
                <a:latin typeface="Arial"/>
                <a:ea typeface="Arial"/>
                <a:cs typeface="Arial"/>
              </a:defRPr>
            </a:lvl2pPr>
            <a:lvl3pPr algn="l">
              <a:defRPr sz="2400" b="1">
                <a:solidFill>
                  <a:srgbClr val="598C6C"/>
                </a:solidFill>
                <a:latin typeface="Arial"/>
                <a:ea typeface="Arial"/>
                <a:cs typeface="Arial"/>
              </a:defRPr>
            </a:lvl3pPr>
            <a:lvl4pPr algn="l">
              <a:defRPr sz="2400" b="1">
                <a:solidFill>
                  <a:srgbClr val="598C6C"/>
                </a:solidFill>
                <a:latin typeface="Arial"/>
                <a:ea typeface="Arial"/>
                <a:cs typeface="Arial"/>
              </a:defRPr>
            </a:lvl4pPr>
            <a:lvl5pPr algn="l">
              <a:defRPr sz="2400" b="1">
                <a:solidFill>
                  <a:srgbClr val="598C6C"/>
                </a:solidFill>
                <a:latin typeface="Arial"/>
                <a:ea typeface="Arial"/>
                <a:cs typeface="Arial"/>
              </a:defRPr>
            </a:lvl5pPr>
            <a:lvl6pPr algn="l">
              <a:defRPr sz="2400" b="1">
                <a:solidFill>
                  <a:srgbClr val="598C6C"/>
                </a:solidFill>
                <a:latin typeface="Arial"/>
                <a:ea typeface="Arial"/>
                <a:cs typeface="Arial"/>
              </a:defRPr>
            </a:lvl6pPr>
            <a:lvl7pPr algn="l">
              <a:defRPr sz="2400" b="1">
                <a:solidFill>
                  <a:srgbClr val="598C6C"/>
                </a:solidFill>
                <a:latin typeface="Arial"/>
                <a:ea typeface="Arial"/>
                <a:cs typeface="Arial"/>
              </a:defRPr>
            </a:lvl7pPr>
            <a:lvl8pPr algn="l">
              <a:defRPr sz="2400" b="1">
                <a:solidFill>
                  <a:srgbClr val="598C6C"/>
                </a:solidFill>
                <a:latin typeface="Arial"/>
                <a:ea typeface="Arial"/>
                <a:cs typeface="Arial"/>
              </a:defRPr>
            </a:lvl8pPr>
            <a:lvl9pPr algn="l">
              <a:defRPr sz="2400" b="1">
                <a:solidFill>
                  <a:srgbClr val="598C6C"/>
                </a:solidFill>
                <a:latin typeface="Arial"/>
                <a:ea typeface="Arial"/>
                <a:cs typeface="Arial"/>
              </a:defRPr>
            </a:lvl9pPr>
          </a:lstStyle>
          <a:p>
            <a:pPr algn="l">
              <a:defRPr sz="2400" b="1">
                <a:solidFill>
                  <a:srgbClr val="598C6C"/>
                </a:solidFill>
                <a:latin typeface="Arial"/>
                <a:ea typeface="Arial"/>
                <a:cs typeface="Arial"/>
              </a:defRPr>
            </a:pPr>
            <a:r>
              <a:rPr sz="2400" b="1">
                <a:solidFill>
                  <a:srgbClr val="598C6C"/>
                </a:solidFill>
                <a:latin typeface="Arial"/>
                <a:ea typeface="Arial"/>
                <a:cs typeface="Arial"/>
              </a:rPr>
              <a:t>Recorded box: RM4.00 × 1.30 + RM0.50 = RM5.70</a:t>
            </a:r>
          </a:p>
        </p:txBody>
      </p:sp>
    </p:spTree>
    <p:extLst>
      <p:ext uri="{BB962C8B-B14F-4D97-AF65-F5344CB8AC3E}">
        <p14:creationId xmlns:p14="http://schemas.microsoft.com/office/powerpoint/2010/main" val="921150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22" name="图片 21">
            <a:extLst>
              <a:ext uri="{FF2B5EF4-FFF2-40B4-BE49-F238E27FC236}">
                <a16:creationId xmlns:a16="http://schemas.microsoft.com/office/drawing/2014/main" id="{94AA26BF-AA02-472B-8EB3-64F07B40689B}"/>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216F82E8-96D7-40A1-BF4F-6535900704E5}"/>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Promotion: rules supply facts, owners review</a:t>
            </a:r>
          </a:p>
        </p:txBody>
      </p:sp>
      <p:sp>
        <p:nvSpPr>
          <p:cNvPr id="3" name="矩形 2">
            <a:extLst>
              <a:ext uri="{FF2B5EF4-FFF2-40B4-BE49-F238E27FC236}">
                <a16:creationId xmlns:a16="http://schemas.microsoft.com/office/drawing/2014/main" id="{F2823211-E353-413D-8AA4-D1786D9951A9}"/>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Local copy was used / WhatsApp delivery, reads and replies are page simulations</a:t>
            </a:r>
          </a:p>
        </p:txBody>
      </p:sp>
      <p:sp>
        <p:nvSpPr>
          <p:cNvPr id="4" name="矩形 3">
            <a:extLst>
              <a:ext uri="{FF2B5EF4-FFF2-40B4-BE49-F238E27FC236}">
                <a16:creationId xmlns:a16="http://schemas.microsoft.com/office/drawing/2014/main" id="{38F0D496-DAE0-4C77-AD19-3EDA1E2CC228}"/>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DBAB2421-14FB-44C9-A13D-D8410B43943E}"/>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47A93D06-39A2-41FD-A8E2-878803130A98}"/>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22 / 32</a:t>
            </a:r>
          </a:p>
        </p:txBody>
      </p:sp>
      <p:sp>
        <p:nvSpPr>
          <p:cNvPr id="7" name="NAV-BG-8">
            <a:extLst>
              <a:ext uri="{FF2B5EF4-FFF2-40B4-BE49-F238E27FC236}">
                <a16:creationId xmlns:a16="http://schemas.microsoft.com/office/drawing/2014/main" id="{827DCCEF-ADDF-4E0C-8CF7-F3AEE46B5E70}"/>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B9380F0E-1054-4FEC-A57B-86B2243D6B7C}"/>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sp>
        <p:nvSpPr>
          <p:cNvPr id="9" name="矩形 8">
            <a:extLst>
              <a:ext uri="{FF2B5EF4-FFF2-40B4-BE49-F238E27FC236}">
                <a16:creationId xmlns:a16="http://schemas.microsoft.com/office/drawing/2014/main" id="{00BC7A50-AE9D-41E1-A604-63BE6F87921B}"/>
              </a:ext>
            </a:extLst>
          </p:cNvPr>
          <p:cNvSpPr>
            <a:spLocks noGrp="1"/>
          </p:cNvSpPr>
          <p:nvPr/>
        </p:nvSpPr>
        <p:spPr>
          <a:xfrm>
            <a:off x="457200" y="2000250"/>
            <a:ext cx="2667000" cy="638175"/>
          </a:xfrm>
          <a:prstGeom prst="rect">
            <a:avLst/>
          </a:prstGeom>
          <a:noFill/>
          <a:ln w="0">
            <a:noFill/>
            <a:prstDash val="solid"/>
          </a:ln>
        </p:spPr>
        <p:txBody>
          <a:bodyPr wrap="square" lIns="0" tIns="0" rIns="0" bIns="0" anchor="t">
            <a:noAutofit/>
          </a:bodyPr>
          <a:lstStyle>
            <a:defPPr algn="l">
              <a:defRPr sz="3525" b="1">
                <a:solidFill>
                  <a:srgbClr val="B57906"/>
                </a:solidFill>
                <a:latin typeface="Arial"/>
                <a:ea typeface="Arial"/>
                <a:cs typeface="Arial"/>
              </a:defRPr>
            </a:defPPr>
            <a:lvl1pPr algn="l">
              <a:defRPr sz="3525" b="1">
                <a:solidFill>
                  <a:srgbClr val="B57906"/>
                </a:solidFill>
                <a:latin typeface="Arial"/>
                <a:ea typeface="Arial"/>
                <a:cs typeface="Arial"/>
              </a:defRPr>
            </a:lvl1pPr>
            <a:lvl2pPr algn="l">
              <a:defRPr sz="3525" b="1">
                <a:solidFill>
                  <a:srgbClr val="B57906"/>
                </a:solidFill>
                <a:latin typeface="Arial"/>
                <a:ea typeface="Arial"/>
                <a:cs typeface="Arial"/>
              </a:defRPr>
            </a:lvl2pPr>
            <a:lvl3pPr algn="l">
              <a:defRPr sz="3525" b="1">
                <a:solidFill>
                  <a:srgbClr val="B57906"/>
                </a:solidFill>
                <a:latin typeface="Arial"/>
                <a:ea typeface="Arial"/>
                <a:cs typeface="Arial"/>
              </a:defRPr>
            </a:lvl3pPr>
            <a:lvl4pPr algn="l">
              <a:defRPr sz="3525" b="1">
                <a:solidFill>
                  <a:srgbClr val="B57906"/>
                </a:solidFill>
                <a:latin typeface="Arial"/>
                <a:ea typeface="Arial"/>
                <a:cs typeface="Arial"/>
              </a:defRPr>
            </a:lvl4pPr>
            <a:lvl5pPr algn="l">
              <a:defRPr sz="3525" b="1">
                <a:solidFill>
                  <a:srgbClr val="B57906"/>
                </a:solidFill>
                <a:latin typeface="Arial"/>
                <a:ea typeface="Arial"/>
                <a:cs typeface="Arial"/>
              </a:defRPr>
            </a:lvl5pPr>
            <a:lvl6pPr algn="l">
              <a:defRPr sz="3525" b="1">
                <a:solidFill>
                  <a:srgbClr val="B57906"/>
                </a:solidFill>
                <a:latin typeface="Arial"/>
                <a:ea typeface="Arial"/>
                <a:cs typeface="Arial"/>
              </a:defRPr>
            </a:lvl6pPr>
            <a:lvl7pPr algn="l">
              <a:defRPr sz="3525" b="1">
                <a:solidFill>
                  <a:srgbClr val="B57906"/>
                </a:solidFill>
                <a:latin typeface="Arial"/>
                <a:ea typeface="Arial"/>
                <a:cs typeface="Arial"/>
              </a:defRPr>
            </a:lvl7pPr>
            <a:lvl8pPr algn="l">
              <a:defRPr sz="3525" b="1">
                <a:solidFill>
                  <a:srgbClr val="B57906"/>
                </a:solidFill>
                <a:latin typeface="Arial"/>
                <a:ea typeface="Arial"/>
                <a:cs typeface="Arial"/>
              </a:defRPr>
            </a:lvl8pPr>
            <a:lvl9pPr algn="l">
              <a:defRPr sz="3525" b="1">
                <a:solidFill>
                  <a:srgbClr val="B57906"/>
                </a:solidFill>
                <a:latin typeface="Arial"/>
                <a:ea typeface="Arial"/>
                <a:cs typeface="Arial"/>
              </a:defRPr>
            </a:lvl9pPr>
          </a:lstStyle>
          <a:p>
            <a:pPr algn="l">
              <a:defRPr sz="3525" b="1">
                <a:solidFill>
                  <a:srgbClr val="B57906"/>
                </a:solidFill>
                <a:latin typeface="Arial"/>
                <a:ea typeface="Arial"/>
                <a:cs typeface="Arial"/>
              </a:defRPr>
            </a:pPr>
            <a:r>
              <a:rPr sz="3525" b="1">
                <a:solidFill>
                  <a:srgbClr val="B57906"/>
                </a:solidFill>
                <a:latin typeface="Arial"/>
                <a:ea typeface="Arial"/>
                <a:cs typeface="Arial"/>
              </a:rPr>
              <a:t>01</a:t>
            </a:r>
          </a:p>
        </p:txBody>
      </p:sp>
      <p:sp>
        <p:nvSpPr>
          <p:cNvPr id="10" name="矩形 9">
            <a:extLst>
              <a:ext uri="{FF2B5EF4-FFF2-40B4-BE49-F238E27FC236}">
                <a16:creationId xmlns:a16="http://schemas.microsoft.com/office/drawing/2014/main" id="{9DBAAFEC-2F20-44C5-8AB1-624319F8BBF8}"/>
              </a:ext>
            </a:extLst>
          </p:cNvPr>
          <p:cNvSpPr>
            <a:spLocks noGrp="1"/>
          </p:cNvSpPr>
          <p:nvPr/>
        </p:nvSpPr>
        <p:spPr>
          <a:xfrm>
            <a:off x="457200" y="3067050"/>
            <a:ext cx="2667000" cy="523875"/>
          </a:xfrm>
          <a:prstGeom prst="rect">
            <a:avLst/>
          </a:prstGeom>
          <a:noFill/>
          <a:ln w="0">
            <a:noFill/>
            <a:prstDash val="solid"/>
          </a:ln>
        </p:spPr>
        <p:txBody>
          <a:bodyPr wrap="square" lIns="0" tIns="0" rIns="0" bIns="0" anchor="t">
            <a:noAutofit/>
          </a:bodyPr>
          <a:lstStyle>
            <a:defPPr algn="l">
              <a:defRPr sz="2175" b="1">
                <a:solidFill>
                  <a:srgbClr val="163B2A"/>
                </a:solidFill>
                <a:latin typeface="Arial"/>
                <a:ea typeface="Arial"/>
                <a:cs typeface="Arial"/>
              </a:defRPr>
            </a:defPPr>
            <a:lvl1pPr algn="l">
              <a:defRPr sz="2175" b="1">
                <a:solidFill>
                  <a:srgbClr val="163B2A"/>
                </a:solidFill>
                <a:latin typeface="Arial"/>
                <a:ea typeface="Arial"/>
                <a:cs typeface="Arial"/>
              </a:defRPr>
            </a:lvl1pPr>
            <a:lvl2pPr algn="l">
              <a:defRPr sz="2175" b="1">
                <a:solidFill>
                  <a:srgbClr val="163B2A"/>
                </a:solidFill>
                <a:latin typeface="Arial"/>
                <a:ea typeface="Arial"/>
                <a:cs typeface="Arial"/>
              </a:defRPr>
            </a:lvl2pPr>
            <a:lvl3pPr algn="l">
              <a:defRPr sz="2175" b="1">
                <a:solidFill>
                  <a:srgbClr val="163B2A"/>
                </a:solidFill>
                <a:latin typeface="Arial"/>
                <a:ea typeface="Arial"/>
                <a:cs typeface="Arial"/>
              </a:defRPr>
            </a:lvl3pPr>
            <a:lvl4pPr algn="l">
              <a:defRPr sz="2175" b="1">
                <a:solidFill>
                  <a:srgbClr val="163B2A"/>
                </a:solidFill>
                <a:latin typeface="Arial"/>
                <a:ea typeface="Arial"/>
                <a:cs typeface="Arial"/>
              </a:defRPr>
            </a:lvl4pPr>
            <a:lvl5pPr algn="l">
              <a:defRPr sz="2175" b="1">
                <a:solidFill>
                  <a:srgbClr val="163B2A"/>
                </a:solidFill>
                <a:latin typeface="Arial"/>
                <a:ea typeface="Arial"/>
                <a:cs typeface="Arial"/>
              </a:defRPr>
            </a:lvl5pPr>
            <a:lvl6pPr algn="l">
              <a:defRPr sz="2175" b="1">
                <a:solidFill>
                  <a:srgbClr val="163B2A"/>
                </a:solidFill>
                <a:latin typeface="Arial"/>
                <a:ea typeface="Arial"/>
                <a:cs typeface="Arial"/>
              </a:defRPr>
            </a:lvl6pPr>
            <a:lvl7pPr algn="l">
              <a:defRPr sz="2175" b="1">
                <a:solidFill>
                  <a:srgbClr val="163B2A"/>
                </a:solidFill>
                <a:latin typeface="Arial"/>
                <a:ea typeface="Arial"/>
                <a:cs typeface="Arial"/>
              </a:defRPr>
            </a:lvl7pPr>
            <a:lvl8pPr algn="l">
              <a:defRPr sz="2175" b="1">
                <a:solidFill>
                  <a:srgbClr val="163B2A"/>
                </a:solidFill>
                <a:latin typeface="Arial"/>
                <a:ea typeface="Arial"/>
                <a:cs typeface="Arial"/>
              </a:defRPr>
            </a:lvl8pPr>
            <a:lvl9pPr algn="l">
              <a:defRPr sz="2175" b="1">
                <a:solidFill>
                  <a:srgbClr val="163B2A"/>
                </a:solidFill>
                <a:latin typeface="Arial"/>
                <a:ea typeface="Arial"/>
                <a:cs typeface="Arial"/>
              </a:defRPr>
            </a:lvl9pPr>
          </a:lstStyle>
          <a:p>
            <a:pPr algn="l">
              <a:defRPr sz="2175" b="1">
                <a:solidFill>
                  <a:srgbClr val="163B2A"/>
                </a:solidFill>
                <a:latin typeface="Arial"/>
                <a:ea typeface="Arial"/>
                <a:cs typeface="Arial"/>
              </a:defRPr>
            </a:pPr>
            <a:r>
              <a:rPr sz="2175" b="1">
                <a:solidFill>
                  <a:srgbClr val="163B2A"/>
                </a:solidFill>
                <a:latin typeface="Arial"/>
                <a:ea typeface="Arial"/>
                <a:cs typeface="Arial"/>
              </a:rPr>
              <a:t>Product facts</a:t>
            </a:r>
          </a:p>
        </p:txBody>
      </p:sp>
      <p:sp>
        <p:nvSpPr>
          <p:cNvPr id="11" name="矩形 10">
            <a:extLst>
              <a:ext uri="{FF2B5EF4-FFF2-40B4-BE49-F238E27FC236}">
                <a16:creationId xmlns:a16="http://schemas.microsoft.com/office/drawing/2014/main" id="{CF9890C1-9B30-4DBF-AA7D-3E59F11809E0}"/>
              </a:ext>
            </a:extLst>
          </p:cNvPr>
          <p:cNvSpPr>
            <a:spLocks noGrp="1"/>
          </p:cNvSpPr>
          <p:nvPr/>
        </p:nvSpPr>
        <p:spPr>
          <a:xfrm>
            <a:off x="457200" y="3905250"/>
            <a:ext cx="2667000" cy="971550"/>
          </a:xfrm>
          <a:prstGeom prst="rect">
            <a:avLst/>
          </a:prstGeom>
          <a:noFill/>
          <a:ln w="0">
            <a:noFill/>
            <a:prstDash val="solid"/>
          </a:ln>
        </p:spPr>
        <p:txBody>
          <a:bodyPr wrap="square" lIns="0" tIns="0" rIns="0" bIns="0" anchor="t">
            <a:noAutofit/>
          </a:bodyPr>
          <a:lstStyle>
            <a:defPPr algn="l">
              <a:defRPr sz="1875" b="0">
                <a:solidFill>
                  <a:srgbClr val="586958"/>
                </a:solidFill>
                <a:latin typeface="Arial"/>
                <a:ea typeface="Arial"/>
                <a:cs typeface="Arial"/>
              </a:defRPr>
            </a:defPPr>
            <a:lvl1pPr algn="l">
              <a:defRPr sz="1875" b="0">
                <a:solidFill>
                  <a:srgbClr val="586958"/>
                </a:solidFill>
                <a:latin typeface="Arial"/>
                <a:ea typeface="Arial"/>
                <a:cs typeface="Arial"/>
              </a:defRPr>
            </a:lvl1pPr>
            <a:lvl2pPr algn="l">
              <a:defRPr sz="1875" b="0">
                <a:solidFill>
                  <a:srgbClr val="586958"/>
                </a:solidFill>
                <a:latin typeface="Arial"/>
                <a:ea typeface="Arial"/>
                <a:cs typeface="Arial"/>
              </a:defRPr>
            </a:lvl2pPr>
            <a:lvl3pPr algn="l">
              <a:defRPr sz="1875" b="0">
                <a:solidFill>
                  <a:srgbClr val="586958"/>
                </a:solidFill>
                <a:latin typeface="Arial"/>
                <a:ea typeface="Arial"/>
                <a:cs typeface="Arial"/>
              </a:defRPr>
            </a:lvl3pPr>
            <a:lvl4pPr algn="l">
              <a:defRPr sz="1875" b="0">
                <a:solidFill>
                  <a:srgbClr val="586958"/>
                </a:solidFill>
                <a:latin typeface="Arial"/>
                <a:ea typeface="Arial"/>
                <a:cs typeface="Arial"/>
              </a:defRPr>
            </a:lvl4pPr>
            <a:lvl5pPr algn="l">
              <a:defRPr sz="1875" b="0">
                <a:solidFill>
                  <a:srgbClr val="586958"/>
                </a:solidFill>
                <a:latin typeface="Arial"/>
                <a:ea typeface="Arial"/>
                <a:cs typeface="Arial"/>
              </a:defRPr>
            </a:lvl5pPr>
            <a:lvl6pPr algn="l">
              <a:defRPr sz="1875" b="0">
                <a:solidFill>
                  <a:srgbClr val="586958"/>
                </a:solidFill>
                <a:latin typeface="Arial"/>
                <a:ea typeface="Arial"/>
                <a:cs typeface="Arial"/>
              </a:defRPr>
            </a:lvl6pPr>
            <a:lvl7pPr algn="l">
              <a:defRPr sz="1875" b="0">
                <a:solidFill>
                  <a:srgbClr val="586958"/>
                </a:solidFill>
                <a:latin typeface="Arial"/>
                <a:ea typeface="Arial"/>
                <a:cs typeface="Arial"/>
              </a:defRPr>
            </a:lvl7pPr>
            <a:lvl8pPr algn="l">
              <a:defRPr sz="1875" b="0">
                <a:solidFill>
                  <a:srgbClr val="586958"/>
                </a:solidFill>
                <a:latin typeface="Arial"/>
                <a:ea typeface="Arial"/>
                <a:cs typeface="Arial"/>
              </a:defRPr>
            </a:lvl8pPr>
            <a:lvl9pPr algn="l">
              <a:defRPr sz="1875" b="0">
                <a:solidFill>
                  <a:srgbClr val="586958"/>
                </a:solidFill>
                <a:latin typeface="Arial"/>
                <a:ea typeface="Arial"/>
                <a:cs typeface="Arial"/>
              </a:defRPr>
            </a:lvl9pPr>
          </a:lstStyle>
          <a:p>
            <a:pPr algn="l">
              <a:defRPr sz="1875" b="0">
                <a:solidFill>
                  <a:srgbClr val="586958"/>
                </a:solidFill>
                <a:latin typeface="Arial"/>
                <a:ea typeface="Arial"/>
                <a:cs typeface="Arial"/>
              </a:defRPr>
            </a:pPr>
            <a:r>
              <a:rPr sz="1875" b="0">
                <a:solidFill>
                  <a:srgbClr val="586958"/>
                </a:solidFill>
                <a:latin typeface="Arial"/>
                <a:ea typeface="Arial"/>
                <a:cs typeface="Arial"/>
              </a:rPr>
              <a:t>Backend prices and quantities</a:t>
            </a:r>
          </a:p>
        </p:txBody>
      </p:sp>
      <p:sp>
        <p:nvSpPr>
          <p:cNvPr id="12" name="矩形 11">
            <a:extLst>
              <a:ext uri="{FF2B5EF4-FFF2-40B4-BE49-F238E27FC236}">
                <a16:creationId xmlns:a16="http://schemas.microsoft.com/office/drawing/2014/main" id="{148D069C-09BC-4FD3-948D-DEE825080079}"/>
              </a:ext>
            </a:extLst>
          </p:cNvPr>
          <p:cNvSpPr>
            <a:spLocks noGrp="1"/>
          </p:cNvSpPr>
          <p:nvPr/>
        </p:nvSpPr>
        <p:spPr>
          <a:xfrm>
            <a:off x="3352800" y="2000250"/>
            <a:ext cx="2667000" cy="638175"/>
          </a:xfrm>
          <a:prstGeom prst="rect">
            <a:avLst/>
          </a:prstGeom>
          <a:noFill/>
          <a:ln w="0">
            <a:noFill/>
            <a:prstDash val="solid"/>
          </a:ln>
        </p:spPr>
        <p:txBody>
          <a:bodyPr wrap="square" lIns="0" tIns="0" rIns="0" bIns="0" anchor="t">
            <a:noAutofit/>
          </a:bodyPr>
          <a:lstStyle>
            <a:defPPr algn="l">
              <a:defRPr sz="3525" b="1">
                <a:solidFill>
                  <a:srgbClr val="B57906"/>
                </a:solidFill>
                <a:latin typeface="Arial"/>
                <a:ea typeface="Arial"/>
                <a:cs typeface="Arial"/>
              </a:defRPr>
            </a:defPPr>
            <a:lvl1pPr algn="l">
              <a:defRPr sz="3525" b="1">
                <a:solidFill>
                  <a:srgbClr val="B57906"/>
                </a:solidFill>
                <a:latin typeface="Arial"/>
                <a:ea typeface="Arial"/>
                <a:cs typeface="Arial"/>
              </a:defRPr>
            </a:lvl1pPr>
            <a:lvl2pPr algn="l">
              <a:defRPr sz="3525" b="1">
                <a:solidFill>
                  <a:srgbClr val="B57906"/>
                </a:solidFill>
                <a:latin typeface="Arial"/>
                <a:ea typeface="Arial"/>
                <a:cs typeface="Arial"/>
              </a:defRPr>
            </a:lvl2pPr>
            <a:lvl3pPr algn="l">
              <a:defRPr sz="3525" b="1">
                <a:solidFill>
                  <a:srgbClr val="B57906"/>
                </a:solidFill>
                <a:latin typeface="Arial"/>
                <a:ea typeface="Arial"/>
                <a:cs typeface="Arial"/>
              </a:defRPr>
            </a:lvl3pPr>
            <a:lvl4pPr algn="l">
              <a:defRPr sz="3525" b="1">
                <a:solidFill>
                  <a:srgbClr val="B57906"/>
                </a:solidFill>
                <a:latin typeface="Arial"/>
                <a:ea typeface="Arial"/>
                <a:cs typeface="Arial"/>
              </a:defRPr>
            </a:lvl4pPr>
            <a:lvl5pPr algn="l">
              <a:defRPr sz="3525" b="1">
                <a:solidFill>
                  <a:srgbClr val="B57906"/>
                </a:solidFill>
                <a:latin typeface="Arial"/>
                <a:ea typeface="Arial"/>
                <a:cs typeface="Arial"/>
              </a:defRPr>
            </a:lvl5pPr>
            <a:lvl6pPr algn="l">
              <a:defRPr sz="3525" b="1">
                <a:solidFill>
                  <a:srgbClr val="B57906"/>
                </a:solidFill>
                <a:latin typeface="Arial"/>
                <a:ea typeface="Arial"/>
                <a:cs typeface="Arial"/>
              </a:defRPr>
            </a:lvl6pPr>
            <a:lvl7pPr algn="l">
              <a:defRPr sz="3525" b="1">
                <a:solidFill>
                  <a:srgbClr val="B57906"/>
                </a:solidFill>
                <a:latin typeface="Arial"/>
                <a:ea typeface="Arial"/>
                <a:cs typeface="Arial"/>
              </a:defRPr>
            </a:lvl7pPr>
            <a:lvl8pPr algn="l">
              <a:defRPr sz="3525" b="1">
                <a:solidFill>
                  <a:srgbClr val="B57906"/>
                </a:solidFill>
                <a:latin typeface="Arial"/>
                <a:ea typeface="Arial"/>
                <a:cs typeface="Arial"/>
              </a:defRPr>
            </a:lvl8pPr>
            <a:lvl9pPr algn="l">
              <a:defRPr sz="3525" b="1">
                <a:solidFill>
                  <a:srgbClr val="B57906"/>
                </a:solidFill>
                <a:latin typeface="Arial"/>
                <a:ea typeface="Arial"/>
                <a:cs typeface="Arial"/>
              </a:defRPr>
            </a:lvl9pPr>
          </a:lstStyle>
          <a:p>
            <a:pPr algn="l">
              <a:defRPr sz="3525" b="1">
                <a:solidFill>
                  <a:srgbClr val="B57906"/>
                </a:solidFill>
                <a:latin typeface="Arial"/>
                <a:ea typeface="Arial"/>
                <a:cs typeface="Arial"/>
              </a:defRPr>
            </a:pPr>
            <a:r>
              <a:rPr sz="3525" b="1">
                <a:solidFill>
                  <a:srgbClr val="B57906"/>
                </a:solidFill>
                <a:latin typeface="Arial"/>
                <a:ea typeface="Arial"/>
                <a:cs typeface="Arial"/>
              </a:rPr>
              <a:t>02</a:t>
            </a:r>
          </a:p>
        </p:txBody>
      </p:sp>
      <p:sp>
        <p:nvSpPr>
          <p:cNvPr id="13" name="矩形 12">
            <a:extLst>
              <a:ext uri="{FF2B5EF4-FFF2-40B4-BE49-F238E27FC236}">
                <a16:creationId xmlns:a16="http://schemas.microsoft.com/office/drawing/2014/main" id="{D16460CC-EDAB-486E-ADBB-42FC9B2FE21A}"/>
              </a:ext>
            </a:extLst>
          </p:cNvPr>
          <p:cNvSpPr>
            <a:spLocks noGrp="1"/>
          </p:cNvSpPr>
          <p:nvPr/>
        </p:nvSpPr>
        <p:spPr>
          <a:xfrm>
            <a:off x="3352800" y="3067050"/>
            <a:ext cx="2667000" cy="523875"/>
          </a:xfrm>
          <a:prstGeom prst="rect">
            <a:avLst/>
          </a:prstGeom>
          <a:noFill/>
          <a:ln w="0">
            <a:noFill/>
            <a:prstDash val="solid"/>
          </a:ln>
        </p:spPr>
        <p:txBody>
          <a:bodyPr wrap="square" lIns="0" tIns="0" rIns="0" bIns="0" anchor="t">
            <a:noAutofit/>
          </a:bodyPr>
          <a:lstStyle>
            <a:defPPr algn="l">
              <a:defRPr sz="2175" b="1">
                <a:solidFill>
                  <a:srgbClr val="163B2A"/>
                </a:solidFill>
                <a:latin typeface="Arial"/>
                <a:ea typeface="Arial"/>
                <a:cs typeface="Arial"/>
              </a:defRPr>
            </a:defPPr>
            <a:lvl1pPr algn="l">
              <a:defRPr sz="2175" b="1">
                <a:solidFill>
                  <a:srgbClr val="163B2A"/>
                </a:solidFill>
                <a:latin typeface="Arial"/>
                <a:ea typeface="Arial"/>
                <a:cs typeface="Arial"/>
              </a:defRPr>
            </a:lvl1pPr>
            <a:lvl2pPr algn="l">
              <a:defRPr sz="2175" b="1">
                <a:solidFill>
                  <a:srgbClr val="163B2A"/>
                </a:solidFill>
                <a:latin typeface="Arial"/>
                <a:ea typeface="Arial"/>
                <a:cs typeface="Arial"/>
              </a:defRPr>
            </a:lvl2pPr>
            <a:lvl3pPr algn="l">
              <a:defRPr sz="2175" b="1">
                <a:solidFill>
                  <a:srgbClr val="163B2A"/>
                </a:solidFill>
                <a:latin typeface="Arial"/>
                <a:ea typeface="Arial"/>
                <a:cs typeface="Arial"/>
              </a:defRPr>
            </a:lvl3pPr>
            <a:lvl4pPr algn="l">
              <a:defRPr sz="2175" b="1">
                <a:solidFill>
                  <a:srgbClr val="163B2A"/>
                </a:solidFill>
                <a:latin typeface="Arial"/>
                <a:ea typeface="Arial"/>
                <a:cs typeface="Arial"/>
              </a:defRPr>
            </a:lvl4pPr>
            <a:lvl5pPr algn="l">
              <a:defRPr sz="2175" b="1">
                <a:solidFill>
                  <a:srgbClr val="163B2A"/>
                </a:solidFill>
                <a:latin typeface="Arial"/>
                <a:ea typeface="Arial"/>
                <a:cs typeface="Arial"/>
              </a:defRPr>
            </a:lvl5pPr>
            <a:lvl6pPr algn="l">
              <a:defRPr sz="2175" b="1">
                <a:solidFill>
                  <a:srgbClr val="163B2A"/>
                </a:solidFill>
                <a:latin typeface="Arial"/>
                <a:ea typeface="Arial"/>
                <a:cs typeface="Arial"/>
              </a:defRPr>
            </a:lvl6pPr>
            <a:lvl7pPr algn="l">
              <a:defRPr sz="2175" b="1">
                <a:solidFill>
                  <a:srgbClr val="163B2A"/>
                </a:solidFill>
                <a:latin typeface="Arial"/>
                <a:ea typeface="Arial"/>
                <a:cs typeface="Arial"/>
              </a:defRPr>
            </a:lvl7pPr>
            <a:lvl8pPr algn="l">
              <a:defRPr sz="2175" b="1">
                <a:solidFill>
                  <a:srgbClr val="163B2A"/>
                </a:solidFill>
                <a:latin typeface="Arial"/>
                <a:ea typeface="Arial"/>
                <a:cs typeface="Arial"/>
              </a:defRPr>
            </a:lvl8pPr>
            <a:lvl9pPr algn="l">
              <a:defRPr sz="2175" b="1">
                <a:solidFill>
                  <a:srgbClr val="163B2A"/>
                </a:solidFill>
                <a:latin typeface="Arial"/>
                <a:ea typeface="Arial"/>
                <a:cs typeface="Arial"/>
              </a:defRPr>
            </a:lvl9pPr>
          </a:lstStyle>
          <a:p>
            <a:pPr algn="l">
              <a:defRPr sz="2175" b="1">
                <a:solidFill>
                  <a:srgbClr val="163B2A"/>
                </a:solidFill>
                <a:latin typeface="Arial"/>
                <a:ea typeface="Arial"/>
                <a:cs typeface="Arial"/>
              </a:defRPr>
            </a:pPr>
            <a:r>
              <a:rPr sz="2175" b="1">
                <a:solidFill>
                  <a:srgbClr val="163B2A"/>
                </a:solidFill>
                <a:latin typeface="Arial"/>
                <a:ea typeface="Arial"/>
                <a:cs typeface="Arial"/>
              </a:rPr>
              <a:t>Copy draft</a:t>
            </a:r>
          </a:p>
        </p:txBody>
      </p:sp>
      <p:sp>
        <p:nvSpPr>
          <p:cNvPr id="14" name="矩形 13">
            <a:extLst>
              <a:ext uri="{FF2B5EF4-FFF2-40B4-BE49-F238E27FC236}">
                <a16:creationId xmlns:a16="http://schemas.microsoft.com/office/drawing/2014/main" id="{07C87CED-0A2A-433F-81E2-140C49EF924B}"/>
              </a:ext>
            </a:extLst>
          </p:cNvPr>
          <p:cNvSpPr>
            <a:spLocks noGrp="1"/>
          </p:cNvSpPr>
          <p:nvPr/>
        </p:nvSpPr>
        <p:spPr>
          <a:xfrm>
            <a:off x="3352800" y="3905250"/>
            <a:ext cx="2667000" cy="971550"/>
          </a:xfrm>
          <a:prstGeom prst="rect">
            <a:avLst/>
          </a:prstGeom>
          <a:noFill/>
          <a:ln w="0">
            <a:noFill/>
            <a:prstDash val="solid"/>
          </a:ln>
        </p:spPr>
        <p:txBody>
          <a:bodyPr wrap="square" lIns="0" tIns="0" rIns="0" bIns="0" anchor="t">
            <a:noAutofit/>
          </a:bodyPr>
          <a:lstStyle>
            <a:defPPr algn="l">
              <a:defRPr sz="1875" b="0">
                <a:solidFill>
                  <a:srgbClr val="586958"/>
                </a:solidFill>
                <a:latin typeface="Arial"/>
                <a:ea typeface="Arial"/>
                <a:cs typeface="Arial"/>
              </a:defRPr>
            </a:defPPr>
            <a:lvl1pPr algn="l">
              <a:defRPr sz="1875" b="0">
                <a:solidFill>
                  <a:srgbClr val="586958"/>
                </a:solidFill>
                <a:latin typeface="Arial"/>
                <a:ea typeface="Arial"/>
                <a:cs typeface="Arial"/>
              </a:defRPr>
            </a:lvl1pPr>
            <a:lvl2pPr algn="l">
              <a:defRPr sz="1875" b="0">
                <a:solidFill>
                  <a:srgbClr val="586958"/>
                </a:solidFill>
                <a:latin typeface="Arial"/>
                <a:ea typeface="Arial"/>
                <a:cs typeface="Arial"/>
              </a:defRPr>
            </a:lvl2pPr>
            <a:lvl3pPr algn="l">
              <a:defRPr sz="1875" b="0">
                <a:solidFill>
                  <a:srgbClr val="586958"/>
                </a:solidFill>
                <a:latin typeface="Arial"/>
                <a:ea typeface="Arial"/>
                <a:cs typeface="Arial"/>
              </a:defRPr>
            </a:lvl3pPr>
            <a:lvl4pPr algn="l">
              <a:defRPr sz="1875" b="0">
                <a:solidFill>
                  <a:srgbClr val="586958"/>
                </a:solidFill>
                <a:latin typeface="Arial"/>
                <a:ea typeface="Arial"/>
                <a:cs typeface="Arial"/>
              </a:defRPr>
            </a:lvl4pPr>
            <a:lvl5pPr algn="l">
              <a:defRPr sz="1875" b="0">
                <a:solidFill>
                  <a:srgbClr val="586958"/>
                </a:solidFill>
                <a:latin typeface="Arial"/>
                <a:ea typeface="Arial"/>
                <a:cs typeface="Arial"/>
              </a:defRPr>
            </a:lvl5pPr>
            <a:lvl6pPr algn="l">
              <a:defRPr sz="1875" b="0">
                <a:solidFill>
                  <a:srgbClr val="586958"/>
                </a:solidFill>
                <a:latin typeface="Arial"/>
                <a:ea typeface="Arial"/>
                <a:cs typeface="Arial"/>
              </a:defRPr>
            </a:lvl6pPr>
            <a:lvl7pPr algn="l">
              <a:defRPr sz="1875" b="0">
                <a:solidFill>
                  <a:srgbClr val="586958"/>
                </a:solidFill>
                <a:latin typeface="Arial"/>
                <a:ea typeface="Arial"/>
                <a:cs typeface="Arial"/>
              </a:defRPr>
            </a:lvl7pPr>
            <a:lvl8pPr algn="l">
              <a:defRPr sz="1875" b="0">
                <a:solidFill>
                  <a:srgbClr val="586958"/>
                </a:solidFill>
                <a:latin typeface="Arial"/>
                <a:ea typeface="Arial"/>
                <a:cs typeface="Arial"/>
              </a:defRPr>
            </a:lvl8pPr>
            <a:lvl9pPr algn="l">
              <a:defRPr sz="1875" b="0">
                <a:solidFill>
                  <a:srgbClr val="586958"/>
                </a:solidFill>
                <a:latin typeface="Arial"/>
                <a:ea typeface="Arial"/>
                <a:cs typeface="Arial"/>
              </a:defRPr>
            </a:lvl9pPr>
          </a:lstStyle>
          <a:p>
            <a:pPr algn="l">
              <a:defRPr sz="1875" b="0">
                <a:solidFill>
                  <a:srgbClr val="586958"/>
                </a:solidFill>
                <a:latin typeface="Arial"/>
                <a:ea typeface="Arial"/>
                <a:cs typeface="Arial"/>
              </a:defRPr>
            </a:pPr>
            <a:r>
              <a:rPr sz="1875" b="0">
                <a:solidFill>
                  <a:srgbClr val="586958"/>
                </a:solidFill>
                <a:latin typeface="Arial"/>
                <a:ea typeface="Arial"/>
                <a:cs typeface="Arial"/>
              </a:rPr>
              <a:t>Local template; AI optional</a:t>
            </a:r>
          </a:p>
        </p:txBody>
      </p:sp>
      <p:sp>
        <p:nvSpPr>
          <p:cNvPr id="15" name="矩形 14">
            <a:extLst>
              <a:ext uri="{FF2B5EF4-FFF2-40B4-BE49-F238E27FC236}">
                <a16:creationId xmlns:a16="http://schemas.microsoft.com/office/drawing/2014/main" id="{A8494DE6-7132-4BBB-959A-34B3F3866364}"/>
              </a:ext>
            </a:extLst>
          </p:cNvPr>
          <p:cNvSpPr>
            <a:spLocks noGrp="1"/>
          </p:cNvSpPr>
          <p:nvPr/>
        </p:nvSpPr>
        <p:spPr>
          <a:xfrm>
            <a:off x="6248400" y="2000250"/>
            <a:ext cx="2667000" cy="638175"/>
          </a:xfrm>
          <a:prstGeom prst="rect">
            <a:avLst/>
          </a:prstGeom>
          <a:noFill/>
          <a:ln w="0">
            <a:noFill/>
            <a:prstDash val="solid"/>
          </a:ln>
        </p:spPr>
        <p:txBody>
          <a:bodyPr wrap="square" lIns="0" tIns="0" rIns="0" bIns="0" anchor="t">
            <a:noAutofit/>
          </a:bodyPr>
          <a:lstStyle>
            <a:defPPr algn="l">
              <a:defRPr sz="3525" b="1">
                <a:solidFill>
                  <a:srgbClr val="B57906"/>
                </a:solidFill>
                <a:latin typeface="Arial"/>
                <a:ea typeface="Arial"/>
                <a:cs typeface="Arial"/>
              </a:defRPr>
            </a:defPPr>
            <a:lvl1pPr algn="l">
              <a:defRPr sz="3525" b="1">
                <a:solidFill>
                  <a:srgbClr val="B57906"/>
                </a:solidFill>
                <a:latin typeface="Arial"/>
                <a:ea typeface="Arial"/>
                <a:cs typeface="Arial"/>
              </a:defRPr>
            </a:lvl1pPr>
            <a:lvl2pPr algn="l">
              <a:defRPr sz="3525" b="1">
                <a:solidFill>
                  <a:srgbClr val="B57906"/>
                </a:solidFill>
                <a:latin typeface="Arial"/>
                <a:ea typeface="Arial"/>
                <a:cs typeface="Arial"/>
              </a:defRPr>
            </a:lvl2pPr>
            <a:lvl3pPr algn="l">
              <a:defRPr sz="3525" b="1">
                <a:solidFill>
                  <a:srgbClr val="B57906"/>
                </a:solidFill>
                <a:latin typeface="Arial"/>
                <a:ea typeface="Arial"/>
                <a:cs typeface="Arial"/>
              </a:defRPr>
            </a:lvl3pPr>
            <a:lvl4pPr algn="l">
              <a:defRPr sz="3525" b="1">
                <a:solidFill>
                  <a:srgbClr val="B57906"/>
                </a:solidFill>
                <a:latin typeface="Arial"/>
                <a:ea typeface="Arial"/>
                <a:cs typeface="Arial"/>
              </a:defRPr>
            </a:lvl4pPr>
            <a:lvl5pPr algn="l">
              <a:defRPr sz="3525" b="1">
                <a:solidFill>
                  <a:srgbClr val="B57906"/>
                </a:solidFill>
                <a:latin typeface="Arial"/>
                <a:ea typeface="Arial"/>
                <a:cs typeface="Arial"/>
              </a:defRPr>
            </a:lvl5pPr>
            <a:lvl6pPr algn="l">
              <a:defRPr sz="3525" b="1">
                <a:solidFill>
                  <a:srgbClr val="B57906"/>
                </a:solidFill>
                <a:latin typeface="Arial"/>
                <a:ea typeface="Arial"/>
                <a:cs typeface="Arial"/>
              </a:defRPr>
            </a:lvl6pPr>
            <a:lvl7pPr algn="l">
              <a:defRPr sz="3525" b="1">
                <a:solidFill>
                  <a:srgbClr val="B57906"/>
                </a:solidFill>
                <a:latin typeface="Arial"/>
                <a:ea typeface="Arial"/>
                <a:cs typeface="Arial"/>
              </a:defRPr>
            </a:lvl7pPr>
            <a:lvl8pPr algn="l">
              <a:defRPr sz="3525" b="1">
                <a:solidFill>
                  <a:srgbClr val="B57906"/>
                </a:solidFill>
                <a:latin typeface="Arial"/>
                <a:ea typeface="Arial"/>
                <a:cs typeface="Arial"/>
              </a:defRPr>
            </a:lvl8pPr>
            <a:lvl9pPr algn="l">
              <a:defRPr sz="3525" b="1">
                <a:solidFill>
                  <a:srgbClr val="B57906"/>
                </a:solidFill>
                <a:latin typeface="Arial"/>
                <a:ea typeface="Arial"/>
                <a:cs typeface="Arial"/>
              </a:defRPr>
            </a:lvl9pPr>
          </a:lstStyle>
          <a:p>
            <a:pPr algn="l">
              <a:defRPr sz="3525" b="1">
                <a:solidFill>
                  <a:srgbClr val="B57906"/>
                </a:solidFill>
                <a:latin typeface="Arial"/>
                <a:ea typeface="Arial"/>
                <a:cs typeface="Arial"/>
              </a:defRPr>
            </a:pPr>
            <a:r>
              <a:rPr sz="3525" b="1">
                <a:solidFill>
                  <a:srgbClr val="B57906"/>
                </a:solidFill>
                <a:latin typeface="Arial"/>
                <a:ea typeface="Arial"/>
                <a:cs typeface="Arial"/>
              </a:rPr>
              <a:t>03</a:t>
            </a:r>
          </a:p>
        </p:txBody>
      </p:sp>
      <p:sp>
        <p:nvSpPr>
          <p:cNvPr id="16" name="矩形 15">
            <a:extLst>
              <a:ext uri="{FF2B5EF4-FFF2-40B4-BE49-F238E27FC236}">
                <a16:creationId xmlns:a16="http://schemas.microsoft.com/office/drawing/2014/main" id="{5EB8EEE9-575C-4C33-B32E-27C072E21277}"/>
              </a:ext>
            </a:extLst>
          </p:cNvPr>
          <p:cNvSpPr>
            <a:spLocks noGrp="1"/>
          </p:cNvSpPr>
          <p:nvPr/>
        </p:nvSpPr>
        <p:spPr>
          <a:xfrm>
            <a:off x="6248400" y="3067050"/>
            <a:ext cx="2667000" cy="523875"/>
          </a:xfrm>
          <a:prstGeom prst="rect">
            <a:avLst/>
          </a:prstGeom>
          <a:noFill/>
          <a:ln w="0">
            <a:noFill/>
            <a:prstDash val="solid"/>
          </a:ln>
        </p:spPr>
        <p:txBody>
          <a:bodyPr wrap="square" lIns="0" tIns="0" rIns="0" bIns="0" anchor="t">
            <a:noAutofit/>
          </a:bodyPr>
          <a:lstStyle>
            <a:defPPr algn="l">
              <a:defRPr sz="2175" b="1">
                <a:solidFill>
                  <a:srgbClr val="163B2A"/>
                </a:solidFill>
                <a:latin typeface="Arial"/>
                <a:ea typeface="Arial"/>
                <a:cs typeface="Arial"/>
              </a:defRPr>
            </a:defPPr>
            <a:lvl1pPr algn="l">
              <a:defRPr sz="2175" b="1">
                <a:solidFill>
                  <a:srgbClr val="163B2A"/>
                </a:solidFill>
                <a:latin typeface="Arial"/>
                <a:ea typeface="Arial"/>
                <a:cs typeface="Arial"/>
              </a:defRPr>
            </a:lvl1pPr>
            <a:lvl2pPr algn="l">
              <a:defRPr sz="2175" b="1">
                <a:solidFill>
                  <a:srgbClr val="163B2A"/>
                </a:solidFill>
                <a:latin typeface="Arial"/>
                <a:ea typeface="Arial"/>
                <a:cs typeface="Arial"/>
              </a:defRPr>
            </a:lvl2pPr>
            <a:lvl3pPr algn="l">
              <a:defRPr sz="2175" b="1">
                <a:solidFill>
                  <a:srgbClr val="163B2A"/>
                </a:solidFill>
                <a:latin typeface="Arial"/>
                <a:ea typeface="Arial"/>
                <a:cs typeface="Arial"/>
              </a:defRPr>
            </a:lvl3pPr>
            <a:lvl4pPr algn="l">
              <a:defRPr sz="2175" b="1">
                <a:solidFill>
                  <a:srgbClr val="163B2A"/>
                </a:solidFill>
                <a:latin typeface="Arial"/>
                <a:ea typeface="Arial"/>
                <a:cs typeface="Arial"/>
              </a:defRPr>
            </a:lvl4pPr>
            <a:lvl5pPr algn="l">
              <a:defRPr sz="2175" b="1">
                <a:solidFill>
                  <a:srgbClr val="163B2A"/>
                </a:solidFill>
                <a:latin typeface="Arial"/>
                <a:ea typeface="Arial"/>
                <a:cs typeface="Arial"/>
              </a:defRPr>
            </a:lvl5pPr>
            <a:lvl6pPr algn="l">
              <a:defRPr sz="2175" b="1">
                <a:solidFill>
                  <a:srgbClr val="163B2A"/>
                </a:solidFill>
                <a:latin typeface="Arial"/>
                <a:ea typeface="Arial"/>
                <a:cs typeface="Arial"/>
              </a:defRPr>
            </a:lvl6pPr>
            <a:lvl7pPr algn="l">
              <a:defRPr sz="2175" b="1">
                <a:solidFill>
                  <a:srgbClr val="163B2A"/>
                </a:solidFill>
                <a:latin typeface="Arial"/>
                <a:ea typeface="Arial"/>
                <a:cs typeface="Arial"/>
              </a:defRPr>
            </a:lvl7pPr>
            <a:lvl8pPr algn="l">
              <a:defRPr sz="2175" b="1">
                <a:solidFill>
                  <a:srgbClr val="163B2A"/>
                </a:solidFill>
                <a:latin typeface="Arial"/>
                <a:ea typeface="Arial"/>
                <a:cs typeface="Arial"/>
              </a:defRPr>
            </a:lvl8pPr>
            <a:lvl9pPr algn="l">
              <a:defRPr sz="2175" b="1">
                <a:solidFill>
                  <a:srgbClr val="163B2A"/>
                </a:solidFill>
                <a:latin typeface="Arial"/>
                <a:ea typeface="Arial"/>
                <a:cs typeface="Arial"/>
              </a:defRPr>
            </a:lvl9pPr>
          </a:lstStyle>
          <a:p>
            <a:pPr algn="l">
              <a:defRPr sz="2175" b="1">
                <a:solidFill>
                  <a:srgbClr val="163B2A"/>
                </a:solidFill>
                <a:latin typeface="Arial"/>
                <a:ea typeface="Arial"/>
                <a:cs typeface="Arial"/>
              </a:defRPr>
            </a:pPr>
            <a:r>
              <a:rPr sz="2175" b="1">
                <a:solidFill>
                  <a:srgbClr val="163B2A"/>
                </a:solidFill>
                <a:latin typeface="Arial"/>
                <a:ea typeface="Arial"/>
                <a:cs typeface="Arial"/>
              </a:rPr>
              <a:t>Owner review</a:t>
            </a:r>
          </a:p>
        </p:txBody>
      </p:sp>
      <p:sp>
        <p:nvSpPr>
          <p:cNvPr id="17" name="矩形 16">
            <a:extLst>
              <a:ext uri="{FF2B5EF4-FFF2-40B4-BE49-F238E27FC236}">
                <a16:creationId xmlns:a16="http://schemas.microsoft.com/office/drawing/2014/main" id="{FBC77B9D-F025-4048-B57C-7504D279632B}"/>
              </a:ext>
            </a:extLst>
          </p:cNvPr>
          <p:cNvSpPr>
            <a:spLocks noGrp="1"/>
          </p:cNvSpPr>
          <p:nvPr/>
        </p:nvSpPr>
        <p:spPr>
          <a:xfrm>
            <a:off x="6248400" y="3905250"/>
            <a:ext cx="2667000" cy="971550"/>
          </a:xfrm>
          <a:prstGeom prst="rect">
            <a:avLst/>
          </a:prstGeom>
          <a:noFill/>
          <a:ln w="0">
            <a:noFill/>
            <a:prstDash val="solid"/>
          </a:ln>
        </p:spPr>
        <p:txBody>
          <a:bodyPr wrap="square" lIns="0" tIns="0" rIns="0" bIns="0" anchor="t">
            <a:noAutofit/>
          </a:bodyPr>
          <a:lstStyle>
            <a:defPPr algn="l">
              <a:defRPr sz="1875" b="0">
                <a:solidFill>
                  <a:srgbClr val="586958"/>
                </a:solidFill>
                <a:latin typeface="Arial"/>
                <a:ea typeface="Arial"/>
                <a:cs typeface="Arial"/>
              </a:defRPr>
            </a:defPPr>
            <a:lvl1pPr algn="l">
              <a:defRPr sz="1875" b="0">
                <a:solidFill>
                  <a:srgbClr val="586958"/>
                </a:solidFill>
                <a:latin typeface="Arial"/>
                <a:ea typeface="Arial"/>
                <a:cs typeface="Arial"/>
              </a:defRPr>
            </a:lvl1pPr>
            <a:lvl2pPr algn="l">
              <a:defRPr sz="1875" b="0">
                <a:solidFill>
                  <a:srgbClr val="586958"/>
                </a:solidFill>
                <a:latin typeface="Arial"/>
                <a:ea typeface="Arial"/>
                <a:cs typeface="Arial"/>
              </a:defRPr>
            </a:lvl2pPr>
            <a:lvl3pPr algn="l">
              <a:defRPr sz="1875" b="0">
                <a:solidFill>
                  <a:srgbClr val="586958"/>
                </a:solidFill>
                <a:latin typeface="Arial"/>
                <a:ea typeface="Arial"/>
                <a:cs typeface="Arial"/>
              </a:defRPr>
            </a:lvl3pPr>
            <a:lvl4pPr algn="l">
              <a:defRPr sz="1875" b="0">
                <a:solidFill>
                  <a:srgbClr val="586958"/>
                </a:solidFill>
                <a:latin typeface="Arial"/>
                <a:ea typeface="Arial"/>
                <a:cs typeface="Arial"/>
              </a:defRPr>
            </a:lvl4pPr>
            <a:lvl5pPr algn="l">
              <a:defRPr sz="1875" b="0">
                <a:solidFill>
                  <a:srgbClr val="586958"/>
                </a:solidFill>
                <a:latin typeface="Arial"/>
                <a:ea typeface="Arial"/>
                <a:cs typeface="Arial"/>
              </a:defRPr>
            </a:lvl5pPr>
            <a:lvl6pPr algn="l">
              <a:defRPr sz="1875" b="0">
                <a:solidFill>
                  <a:srgbClr val="586958"/>
                </a:solidFill>
                <a:latin typeface="Arial"/>
                <a:ea typeface="Arial"/>
                <a:cs typeface="Arial"/>
              </a:defRPr>
            </a:lvl6pPr>
            <a:lvl7pPr algn="l">
              <a:defRPr sz="1875" b="0">
                <a:solidFill>
                  <a:srgbClr val="586958"/>
                </a:solidFill>
                <a:latin typeface="Arial"/>
                <a:ea typeface="Arial"/>
                <a:cs typeface="Arial"/>
              </a:defRPr>
            </a:lvl7pPr>
            <a:lvl8pPr algn="l">
              <a:defRPr sz="1875" b="0">
                <a:solidFill>
                  <a:srgbClr val="586958"/>
                </a:solidFill>
                <a:latin typeface="Arial"/>
                <a:ea typeface="Arial"/>
                <a:cs typeface="Arial"/>
              </a:defRPr>
            </a:lvl8pPr>
            <a:lvl9pPr algn="l">
              <a:defRPr sz="1875" b="0">
                <a:solidFill>
                  <a:srgbClr val="586958"/>
                </a:solidFill>
                <a:latin typeface="Arial"/>
                <a:ea typeface="Arial"/>
                <a:cs typeface="Arial"/>
              </a:defRPr>
            </a:lvl9pPr>
          </a:lstStyle>
          <a:p>
            <a:pPr algn="l">
              <a:defRPr sz="1875" b="0">
                <a:solidFill>
                  <a:srgbClr val="586958"/>
                </a:solidFill>
                <a:latin typeface="Arial"/>
                <a:ea typeface="Arial"/>
                <a:cs typeface="Arial"/>
              </a:defRPr>
            </a:pPr>
            <a:r>
              <a:rPr sz="1875" b="0">
                <a:solidFill>
                  <a:srgbClr val="586958"/>
                </a:solidFill>
                <a:latin typeface="Arial"/>
                <a:ea typeface="Arial"/>
                <a:cs typeface="Arial"/>
              </a:rPr>
              <a:t>Check facts and wording</a:t>
            </a:r>
          </a:p>
        </p:txBody>
      </p:sp>
      <p:sp>
        <p:nvSpPr>
          <p:cNvPr id="18" name="矩形 17">
            <a:extLst>
              <a:ext uri="{FF2B5EF4-FFF2-40B4-BE49-F238E27FC236}">
                <a16:creationId xmlns:a16="http://schemas.microsoft.com/office/drawing/2014/main" id="{DC24095D-C8FF-4C2F-8635-80BBFD3C7CB5}"/>
              </a:ext>
            </a:extLst>
          </p:cNvPr>
          <p:cNvSpPr>
            <a:spLocks noGrp="1"/>
          </p:cNvSpPr>
          <p:nvPr/>
        </p:nvSpPr>
        <p:spPr>
          <a:xfrm>
            <a:off x="9144000" y="2000250"/>
            <a:ext cx="2667000" cy="638175"/>
          </a:xfrm>
          <a:prstGeom prst="rect">
            <a:avLst/>
          </a:prstGeom>
          <a:noFill/>
          <a:ln w="0">
            <a:noFill/>
            <a:prstDash val="solid"/>
          </a:ln>
        </p:spPr>
        <p:txBody>
          <a:bodyPr wrap="square" lIns="0" tIns="0" rIns="0" bIns="0" anchor="t">
            <a:noAutofit/>
          </a:bodyPr>
          <a:lstStyle>
            <a:defPPr algn="l">
              <a:defRPr sz="3525" b="1">
                <a:solidFill>
                  <a:srgbClr val="B57906"/>
                </a:solidFill>
                <a:latin typeface="Arial"/>
                <a:ea typeface="Arial"/>
                <a:cs typeface="Arial"/>
              </a:defRPr>
            </a:defPPr>
            <a:lvl1pPr algn="l">
              <a:defRPr sz="3525" b="1">
                <a:solidFill>
                  <a:srgbClr val="B57906"/>
                </a:solidFill>
                <a:latin typeface="Arial"/>
                <a:ea typeface="Arial"/>
                <a:cs typeface="Arial"/>
              </a:defRPr>
            </a:lvl1pPr>
            <a:lvl2pPr algn="l">
              <a:defRPr sz="3525" b="1">
                <a:solidFill>
                  <a:srgbClr val="B57906"/>
                </a:solidFill>
                <a:latin typeface="Arial"/>
                <a:ea typeface="Arial"/>
                <a:cs typeface="Arial"/>
              </a:defRPr>
            </a:lvl2pPr>
            <a:lvl3pPr algn="l">
              <a:defRPr sz="3525" b="1">
                <a:solidFill>
                  <a:srgbClr val="B57906"/>
                </a:solidFill>
                <a:latin typeface="Arial"/>
                <a:ea typeface="Arial"/>
                <a:cs typeface="Arial"/>
              </a:defRPr>
            </a:lvl3pPr>
            <a:lvl4pPr algn="l">
              <a:defRPr sz="3525" b="1">
                <a:solidFill>
                  <a:srgbClr val="B57906"/>
                </a:solidFill>
                <a:latin typeface="Arial"/>
                <a:ea typeface="Arial"/>
                <a:cs typeface="Arial"/>
              </a:defRPr>
            </a:lvl4pPr>
            <a:lvl5pPr algn="l">
              <a:defRPr sz="3525" b="1">
                <a:solidFill>
                  <a:srgbClr val="B57906"/>
                </a:solidFill>
                <a:latin typeface="Arial"/>
                <a:ea typeface="Arial"/>
                <a:cs typeface="Arial"/>
              </a:defRPr>
            </a:lvl5pPr>
            <a:lvl6pPr algn="l">
              <a:defRPr sz="3525" b="1">
                <a:solidFill>
                  <a:srgbClr val="B57906"/>
                </a:solidFill>
                <a:latin typeface="Arial"/>
                <a:ea typeface="Arial"/>
                <a:cs typeface="Arial"/>
              </a:defRPr>
            </a:lvl6pPr>
            <a:lvl7pPr algn="l">
              <a:defRPr sz="3525" b="1">
                <a:solidFill>
                  <a:srgbClr val="B57906"/>
                </a:solidFill>
                <a:latin typeface="Arial"/>
                <a:ea typeface="Arial"/>
                <a:cs typeface="Arial"/>
              </a:defRPr>
            </a:lvl7pPr>
            <a:lvl8pPr algn="l">
              <a:defRPr sz="3525" b="1">
                <a:solidFill>
                  <a:srgbClr val="B57906"/>
                </a:solidFill>
                <a:latin typeface="Arial"/>
                <a:ea typeface="Arial"/>
                <a:cs typeface="Arial"/>
              </a:defRPr>
            </a:lvl8pPr>
            <a:lvl9pPr algn="l">
              <a:defRPr sz="3525" b="1">
                <a:solidFill>
                  <a:srgbClr val="B57906"/>
                </a:solidFill>
                <a:latin typeface="Arial"/>
                <a:ea typeface="Arial"/>
                <a:cs typeface="Arial"/>
              </a:defRPr>
            </a:lvl9pPr>
          </a:lstStyle>
          <a:p>
            <a:pPr algn="l">
              <a:defRPr sz="3525" b="1">
                <a:solidFill>
                  <a:srgbClr val="B57906"/>
                </a:solidFill>
                <a:latin typeface="Arial"/>
                <a:ea typeface="Arial"/>
                <a:cs typeface="Arial"/>
              </a:defRPr>
            </a:pPr>
            <a:r>
              <a:rPr sz="3525" b="1">
                <a:solidFill>
                  <a:srgbClr val="B57906"/>
                </a:solidFill>
                <a:latin typeface="Arial"/>
                <a:ea typeface="Arial"/>
                <a:cs typeface="Arial"/>
              </a:rPr>
              <a:t>04</a:t>
            </a:r>
          </a:p>
        </p:txBody>
      </p:sp>
      <p:sp>
        <p:nvSpPr>
          <p:cNvPr id="19" name="矩形 18">
            <a:extLst>
              <a:ext uri="{FF2B5EF4-FFF2-40B4-BE49-F238E27FC236}">
                <a16:creationId xmlns:a16="http://schemas.microsoft.com/office/drawing/2014/main" id="{5CB56F50-7EDA-4C27-B7C4-383DEB2A9F78}"/>
              </a:ext>
            </a:extLst>
          </p:cNvPr>
          <p:cNvSpPr>
            <a:spLocks noGrp="1"/>
          </p:cNvSpPr>
          <p:nvPr/>
        </p:nvSpPr>
        <p:spPr>
          <a:xfrm>
            <a:off x="9144000" y="3067050"/>
            <a:ext cx="2667000" cy="523875"/>
          </a:xfrm>
          <a:prstGeom prst="rect">
            <a:avLst/>
          </a:prstGeom>
          <a:noFill/>
          <a:ln w="0">
            <a:noFill/>
            <a:prstDash val="solid"/>
          </a:ln>
        </p:spPr>
        <p:txBody>
          <a:bodyPr wrap="square" lIns="0" tIns="0" rIns="0" bIns="0" anchor="t">
            <a:noAutofit/>
          </a:bodyPr>
          <a:lstStyle>
            <a:defPPr algn="l">
              <a:defRPr sz="2175" b="1">
                <a:solidFill>
                  <a:srgbClr val="163B2A"/>
                </a:solidFill>
                <a:latin typeface="Arial"/>
                <a:ea typeface="Arial"/>
                <a:cs typeface="Arial"/>
              </a:defRPr>
            </a:defPPr>
            <a:lvl1pPr algn="l">
              <a:defRPr sz="2175" b="1">
                <a:solidFill>
                  <a:srgbClr val="163B2A"/>
                </a:solidFill>
                <a:latin typeface="Arial"/>
                <a:ea typeface="Arial"/>
                <a:cs typeface="Arial"/>
              </a:defRPr>
            </a:lvl1pPr>
            <a:lvl2pPr algn="l">
              <a:defRPr sz="2175" b="1">
                <a:solidFill>
                  <a:srgbClr val="163B2A"/>
                </a:solidFill>
                <a:latin typeface="Arial"/>
                <a:ea typeface="Arial"/>
                <a:cs typeface="Arial"/>
              </a:defRPr>
            </a:lvl2pPr>
            <a:lvl3pPr algn="l">
              <a:defRPr sz="2175" b="1">
                <a:solidFill>
                  <a:srgbClr val="163B2A"/>
                </a:solidFill>
                <a:latin typeface="Arial"/>
                <a:ea typeface="Arial"/>
                <a:cs typeface="Arial"/>
              </a:defRPr>
            </a:lvl3pPr>
            <a:lvl4pPr algn="l">
              <a:defRPr sz="2175" b="1">
                <a:solidFill>
                  <a:srgbClr val="163B2A"/>
                </a:solidFill>
                <a:latin typeface="Arial"/>
                <a:ea typeface="Arial"/>
                <a:cs typeface="Arial"/>
              </a:defRPr>
            </a:lvl4pPr>
            <a:lvl5pPr algn="l">
              <a:defRPr sz="2175" b="1">
                <a:solidFill>
                  <a:srgbClr val="163B2A"/>
                </a:solidFill>
                <a:latin typeface="Arial"/>
                <a:ea typeface="Arial"/>
                <a:cs typeface="Arial"/>
              </a:defRPr>
            </a:lvl5pPr>
            <a:lvl6pPr algn="l">
              <a:defRPr sz="2175" b="1">
                <a:solidFill>
                  <a:srgbClr val="163B2A"/>
                </a:solidFill>
                <a:latin typeface="Arial"/>
                <a:ea typeface="Arial"/>
                <a:cs typeface="Arial"/>
              </a:defRPr>
            </a:lvl6pPr>
            <a:lvl7pPr algn="l">
              <a:defRPr sz="2175" b="1">
                <a:solidFill>
                  <a:srgbClr val="163B2A"/>
                </a:solidFill>
                <a:latin typeface="Arial"/>
                <a:ea typeface="Arial"/>
                <a:cs typeface="Arial"/>
              </a:defRPr>
            </a:lvl7pPr>
            <a:lvl8pPr algn="l">
              <a:defRPr sz="2175" b="1">
                <a:solidFill>
                  <a:srgbClr val="163B2A"/>
                </a:solidFill>
                <a:latin typeface="Arial"/>
                <a:ea typeface="Arial"/>
                <a:cs typeface="Arial"/>
              </a:defRPr>
            </a:lvl8pPr>
            <a:lvl9pPr algn="l">
              <a:defRPr sz="2175" b="1">
                <a:solidFill>
                  <a:srgbClr val="163B2A"/>
                </a:solidFill>
                <a:latin typeface="Arial"/>
                <a:ea typeface="Arial"/>
                <a:cs typeface="Arial"/>
              </a:defRPr>
            </a:lvl9pPr>
          </a:lstStyle>
          <a:p>
            <a:pPr algn="l">
              <a:defRPr sz="2175" b="1">
                <a:solidFill>
                  <a:srgbClr val="163B2A"/>
                </a:solidFill>
                <a:latin typeface="Arial"/>
                <a:ea typeface="Arial"/>
                <a:cs typeface="Arial"/>
              </a:defRPr>
            </a:pPr>
            <a:r>
              <a:rPr sz="2175" b="1">
                <a:solidFill>
                  <a:srgbClr val="163B2A"/>
                </a:solidFill>
                <a:latin typeface="Arial"/>
                <a:ea typeface="Arial"/>
                <a:cs typeface="Arial"/>
              </a:rPr>
              <a:t>Page broadcast</a:t>
            </a:r>
          </a:p>
        </p:txBody>
      </p:sp>
      <p:sp>
        <p:nvSpPr>
          <p:cNvPr id="20" name="矩形 19">
            <a:extLst>
              <a:ext uri="{FF2B5EF4-FFF2-40B4-BE49-F238E27FC236}">
                <a16:creationId xmlns:a16="http://schemas.microsoft.com/office/drawing/2014/main" id="{166C384C-4260-4072-A765-57B3FEDB89EF}"/>
              </a:ext>
            </a:extLst>
          </p:cNvPr>
          <p:cNvSpPr>
            <a:spLocks noGrp="1"/>
          </p:cNvSpPr>
          <p:nvPr/>
        </p:nvSpPr>
        <p:spPr>
          <a:xfrm>
            <a:off x="9144000" y="3905250"/>
            <a:ext cx="2667000" cy="971550"/>
          </a:xfrm>
          <a:prstGeom prst="rect">
            <a:avLst/>
          </a:prstGeom>
          <a:noFill/>
          <a:ln w="0">
            <a:noFill/>
            <a:prstDash val="solid"/>
          </a:ln>
        </p:spPr>
        <p:txBody>
          <a:bodyPr wrap="square" lIns="0" tIns="0" rIns="0" bIns="0" anchor="t">
            <a:noAutofit/>
          </a:bodyPr>
          <a:lstStyle>
            <a:defPPr algn="l">
              <a:defRPr sz="1875" b="0">
                <a:solidFill>
                  <a:srgbClr val="586958"/>
                </a:solidFill>
                <a:latin typeface="Arial"/>
                <a:ea typeface="Arial"/>
                <a:cs typeface="Arial"/>
              </a:defRPr>
            </a:defPPr>
            <a:lvl1pPr algn="l">
              <a:defRPr sz="1875" b="0">
                <a:solidFill>
                  <a:srgbClr val="586958"/>
                </a:solidFill>
                <a:latin typeface="Arial"/>
                <a:ea typeface="Arial"/>
                <a:cs typeface="Arial"/>
              </a:defRPr>
            </a:lvl1pPr>
            <a:lvl2pPr algn="l">
              <a:defRPr sz="1875" b="0">
                <a:solidFill>
                  <a:srgbClr val="586958"/>
                </a:solidFill>
                <a:latin typeface="Arial"/>
                <a:ea typeface="Arial"/>
                <a:cs typeface="Arial"/>
              </a:defRPr>
            </a:lvl2pPr>
            <a:lvl3pPr algn="l">
              <a:defRPr sz="1875" b="0">
                <a:solidFill>
                  <a:srgbClr val="586958"/>
                </a:solidFill>
                <a:latin typeface="Arial"/>
                <a:ea typeface="Arial"/>
                <a:cs typeface="Arial"/>
              </a:defRPr>
            </a:lvl3pPr>
            <a:lvl4pPr algn="l">
              <a:defRPr sz="1875" b="0">
                <a:solidFill>
                  <a:srgbClr val="586958"/>
                </a:solidFill>
                <a:latin typeface="Arial"/>
                <a:ea typeface="Arial"/>
                <a:cs typeface="Arial"/>
              </a:defRPr>
            </a:lvl4pPr>
            <a:lvl5pPr algn="l">
              <a:defRPr sz="1875" b="0">
                <a:solidFill>
                  <a:srgbClr val="586958"/>
                </a:solidFill>
                <a:latin typeface="Arial"/>
                <a:ea typeface="Arial"/>
                <a:cs typeface="Arial"/>
              </a:defRPr>
            </a:lvl5pPr>
            <a:lvl6pPr algn="l">
              <a:defRPr sz="1875" b="0">
                <a:solidFill>
                  <a:srgbClr val="586958"/>
                </a:solidFill>
                <a:latin typeface="Arial"/>
                <a:ea typeface="Arial"/>
                <a:cs typeface="Arial"/>
              </a:defRPr>
            </a:lvl6pPr>
            <a:lvl7pPr algn="l">
              <a:defRPr sz="1875" b="0">
                <a:solidFill>
                  <a:srgbClr val="586958"/>
                </a:solidFill>
                <a:latin typeface="Arial"/>
                <a:ea typeface="Arial"/>
                <a:cs typeface="Arial"/>
              </a:defRPr>
            </a:lvl7pPr>
            <a:lvl8pPr algn="l">
              <a:defRPr sz="1875" b="0">
                <a:solidFill>
                  <a:srgbClr val="586958"/>
                </a:solidFill>
                <a:latin typeface="Arial"/>
                <a:ea typeface="Arial"/>
                <a:cs typeface="Arial"/>
              </a:defRPr>
            </a:lvl8pPr>
            <a:lvl9pPr algn="l">
              <a:defRPr sz="1875" b="0">
                <a:solidFill>
                  <a:srgbClr val="586958"/>
                </a:solidFill>
                <a:latin typeface="Arial"/>
                <a:ea typeface="Arial"/>
                <a:cs typeface="Arial"/>
              </a:defRPr>
            </a:lvl9pPr>
          </a:lstStyle>
          <a:p>
            <a:pPr algn="l">
              <a:defRPr sz="1875" b="0">
                <a:solidFill>
                  <a:srgbClr val="586958"/>
                </a:solidFill>
                <a:latin typeface="Arial"/>
                <a:ea typeface="Arial"/>
                <a:cs typeface="Arial"/>
              </a:defRPr>
            </a:pPr>
            <a:r>
              <a:rPr sz="1875" b="0">
                <a:solidFill>
                  <a:srgbClr val="586958"/>
                </a:solidFill>
                <a:latin typeface="Arial"/>
                <a:ea typeface="Arial"/>
                <a:cs typeface="Arial"/>
              </a:rPr>
              <a:t>Simulated feedback only</a:t>
            </a:r>
          </a:p>
        </p:txBody>
      </p:sp>
      <p:sp>
        <p:nvSpPr>
          <p:cNvPr id="21" name="矩形 20">
            <a:extLst>
              <a:ext uri="{FF2B5EF4-FFF2-40B4-BE49-F238E27FC236}">
                <a16:creationId xmlns:a16="http://schemas.microsoft.com/office/drawing/2014/main" id="{74F3E76E-42F4-485E-934A-7F06B87159C7}"/>
              </a:ext>
            </a:extLst>
          </p:cNvPr>
          <p:cNvSpPr>
            <a:spLocks noGrp="1"/>
          </p:cNvSpPr>
          <p:nvPr/>
        </p:nvSpPr>
        <p:spPr>
          <a:xfrm>
            <a:off x="457200" y="5334000"/>
            <a:ext cx="11277600" cy="619125"/>
          </a:xfrm>
          <a:prstGeom prst="rect">
            <a:avLst/>
          </a:prstGeom>
          <a:noFill/>
          <a:ln w="0">
            <a:noFill/>
            <a:prstDash val="solid"/>
          </a:ln>
        </p:spPr>
        <p:txBody>
          <a:bodyPr wrap="square" lIns="0" tIns="0" rIns="0" bIns="0" anchor="t">
            <a:noAutofit/>
          </a:bodyPr>
          <a:lstStyle>
            <a:defPPr algn="l">
              <a:defRPr sz="2250" b="1">
                <a:solidFill>
                  <a:srgbClr val="598C6C"/>
                </a:solidFill>
                <a:latin typeface="Arial"/>
                <a:ea typeface="Arial"/>
                <a:cs typeface="Arial"/>
              </a:defRPr>
            </a:defPPr>
            <a:lvl1pPr algn="l">
              <a:defRPr sz="2250" b="1">
                <a:solidFill>
                  <a:srgbClr val="598C6C"/>
                </a:solidFill>
                <a:latin typeface="Arial"/>
                <a:ea typeface="Arial"/>
                <a:cs typeface="Arial"/>
              </a:defRPr>
            </a:lvl1pPr>
            <a:lvl2pPr algn="l">
              <a:defRPr sz="2250" b="1">
                <a:solidFill>
                  <a:srgbClr val="598C6C"/>
                </a:solidFill>
                <a:latin typeface="Arial"/>
                <a:ea typeface="Arial"/>
                <a:cs typeface="Arial"/>
              </a:defRPr>
            </a:lvl2pPr>
            <a:lvl3pPr algn="l">
              <a:defRPr sz="2250" b="1">
                <a:solidFill>
                  <a:srgbClr val="598C6C"/>
                </a:solidFill>
                <a:latin typeface="Arial"/>
                <a:ea typeface="Arial"/>
                <a:cs typeface="Arial"/>
              </a:defRPr>
            </a:lvl3pPr>
            <a:lvl4pPr algn="l">
              <a:defRPr sz="2250" b="1">
                <a:solidFill>
                  <a:srgbClr val="598C6C"/>
                </a:solidFill>
                <a:latin typeface="Arial"/>
                <a:ea typeface="Arial"/>
                <a:cs typeface="Arial"/>
              </a:defRPr>
            </a:lvl4pPr>
            <a:lvl5pPr algn="l">
              <a:defRPr sz="2250" b="1">
                <a:solidFill>
                  <a:srgbClr val="598C6C"/>
                </a:solidFill>
                <a:latin typeface="Arial"/>
                <a:ea typeface="Arial"/>
                <a:cs typeface="Arial"/>
              </a:defRPr>
            </a:lvl5pPr>
            <a:lvl6pPr algn="l">
              <a:defRPr sz="2250" b="1">
                <a:solidFill>
                  <a:srgbClr val="598C6C"/>
                </a:solidFill>
                <a:latin typeface="Arial"/>
                <a:ea typeface="Arial"/>
                <a:cs typeface="Arial"/>
              </a:defRPr>
            </a:lvl6pPr>
            <a:lvl7pPr algn="l">
              <a:defRPr sz="2250" b="1">
                <a:solidFill>
                  <a:srgbClr val="598C6C"/>
                </a:solidFill>
                <a:latin typeface="Arial"/>
                <a:ea typeface="Arial"/>
                <a:cs typeface="Arial"/>
              </a:defRPr>
            </a:lvl7pPr>
            <a:lvl8pPr algn="l">
              <a:defRPr sz="2250" b="1">
                <a:solidFill>
                  <a:srgbClr val="598C6C"/>
                </a:solidFill>
                <a:latin typeface="Arial"/>
                <a:ea typeface="Arial"/>
                <a:cs typeface="Arial"/>
              </a:defRPr>
            </a:lvl8pPr>
            <a:lvl9pPr algn="l">
              <a:defRPr sz="2250" b="1">
                <a:solidFill>
                  <a:srgbClr val="598C6C"/>
                </a:solidFill>
                <a:latin typeface="Arial"/>
                <a:ea typeface="Arial"/>
                <a:cs typeface="Arial"/>
              </a:defRPr>
            </a:lvl9pPr>
          </a:lstStyle>
          <a:p>
            <a:pPr algn="l">
              <a:defRPr sz="2250" b="1">
                <a:solidFill>
                  <a:srgbClr val="598C6C"/>
                </a:solidFill>
                <a:latin typeface="Arial"/>
                <a:ea typeface="Arial"/>
                <a:cs typeface="Arial"/>
              </a:defRPr>
            </a:pPr>
            <a:r>
              <a:rPr sz="2250" b="1">
                <a:solidFill>
                  <a:srgbClr val="598C6C"/>
                </a:solidFill>
                <a:latin typeface="Arial"/>
                <a:ea typeface="Arial"/>
                <a:cs typeface="Arial"/>
              </a:rPr>
              <a:t>Draft example: 10 croissants, retail RM6, clearance RM3 each.</a:t>
            </a:r>
          </a:p>
        </p:txBody>
      </p:sp>
    </p:spTree>
    <p:extLst>
      <p:ext uri="{BB962C8B-B14F-4D97-AF65-F5344CB8AC3E}">
        <p14:creationId xmlns:p14="http://schemas.microsoft.com/office/powerpoint/2010/main" val="1915469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70D3DE8E-B297-4108-AF0F-A53BA84F94AD}"/>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49655D13-1694-4264-9807-5A5403AC38C3}"/>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Stock control: reserve, collect and retry</a:t>
            </a:r>
          </a:p>
        </p:txBody>
      </p:sp>
      <p:sp>
        <p:nvSpPr>
          <p:cNvPr id="3" name="矩形 2">
            <a:extLst>
              <a:ext uri="{FF2B5EF4-FFF2-40B4-BE49-F238E27FC236}">
                <a16:creationId xmlns:a16="http://schemas.microsoft.com/office/drawing/2014/main" id="{41C19D39-8520-4519-BF98-A69BFA02C893}"/>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Connected local ledger / focused checks do not establish production concurrency</a:t>
            </a:r>
          </a:p>
        </p:txBody>
      </p:sp>
      <p:sp>
        <p:nvSpPr>
          <p:cNvPr id="4" name="矩形 3">
            <a:extLst>
              <a:ext uri="{FF2B5EF4-FFF2-40B4-BE49-F238E27FC236}">
                <a16:creationId xmlns:a16="http://schemas.microsoft.com/office/drawing/2014/main" id="{21EA7DBF-E130-4717-9470-59986CF12A93}"/>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4D3BD495-A5F5-4C93-9EAC-021B15773C95}"/>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F98DD75E-561B-4339-8DD2-786363B40582}"/>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23 / 32</a:t>
            </a:r>
          </a:p>
        </p:txBody>
      </p:sp>
      <p:sp>
        <p:nvSpPr>
          <p:cNvPr id="7" name="NAV-BG-8">
            <a:extLst>
              <a:ext uri="{FF2B5EF4-FFF2-40B4-BE49-F238E27FC236}">
                <a16:creationId xmlns:a16="http://schemas.microsoft.com/office/drawing/2014/main" id="{FEE79C64-D847-465D-8494-D5A0CE6D8830}"/>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DF18F70F-5CD9-4DE0-9B5B-F3E3F772C81F}"/>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sp>
        <p:nvSpPr>
          <p:cNvPr id="9" name="A01-number-102">
            <a:extLst>
              <a:ext uri="{FF2B5EF4-FFF2-40B4-BE49-F238E27FC236}">
                <a16:creationId xmlns:a16="http://schemas.microsoft.com/office/drawing/2014/main" id="{437B04E4-11EC-4CD4-8524-5FF9A84141E3}"/>
              </a:ext>
            </a:extLst>
          </p:cNvPr>
          <p:cNvSpPr>
            <a:spLocks noGrp="1"/>
          </p:cNvSpPr>
          <p:nvPr/>
        </p:nvSpPr>
        <p:spPr>
          <a:xfrm>
            <a:off x="457200" y="1933575"/>
            <a:ext cx="590550" cy="457200"/>
          </a:xfrm>
          <a:prstGeom prst="rect">
            <a:avLst/>
          </a:prstGeom>
          <a:noFill/>
          <a:ln w="0">
            <a:noFill/>
            <a:prstDash val="solid"/>
          </a:ln>
        </p:spPr>
        <p:txBody>
          <a:bodyPr wrap="square" lIns="0" tIns="0" rIns="0" bIns="0" anchor="t">
            <a:noAutofit/>
          </a:bodyPr>
          <a:lstStyle>
            <a:defPPr algn="l">
              <a:defRPr sz="2550" b="1">
                <a:solidFill>
                  <a:srgbClr val="B57906"/>
                </a:solidFill>
                <a:latin typeface="Arial"/>
                <a:ea typeface="Arial"/>
                <a:cs typeface="Arial"/>
              </a:defRPr>
            </a:defPPr>
            <a:lvl1pPr algn="l">
              <a:defRPr sz="2550" b="1">
                <a:solidFill>
                  <a:srgbClr val="B57906"/>
                </a:solidFill>
                <a:latin typeface="Arial"/>
                <a:ea typeface="Arial"/>
                <a:cs typeface="Arial"/>
              </a:defRPr>
            </a:lvl1pPr>
            <a:lvl2pPr algn="l">
              <a:defRPr sz="2550" b="1">
                <a:solidFill>
                  <a:srgbClr val="B57906"/>
                </a:solidFill>
                <a:latin typeface="Arial"/>
                <a:ea typeface="Arial"/>
                <a:cs typeface="Arial"/>
              </a:defRPr>
            </a:lvl2pPr>
            <a:lvl3pPr algn="l">
              <a:defRPr sz="2550" b="1">
                <a:solidFill>
                  <a:srgbClr val="B57906"/>
                </a:solidFill>
                <a:latin typeface="Arial"/>
                <a:ea typeface="Arial"/>
                <a:cs typeface="Arial"/>
              </a:defRPr>
            </a:lvl3pPr>
            <a:lvl4pPr algn="l">
              <a:defRPr sz="2550" b="1">
                <a:solidFill>
                  <a:srgbClr val="B57906"/>
                </a:solidFill>
                <a:latin typeface="Arial"/>
                <a:ea typeface="Arial"/>
                <a:cs typeface="Arial"/>
              </a:defRPr>
            </a:lvl4pPr>
            <a:lvl5pPr algn="l">
              <a:defRPr sz="2550" b="1">
                <a:solidFill>
                  <a:srgbClr val="B57906"/>
                </a:solidFill>
                <a:latin typeface="Arial"/>
                <a:ea typeface="Arial"/>
                <a:cs typeface="Arial"/>
              </a:defRPr>
            </a:lvl5pPr>
            <a:lvl6pPr algn="l">
              <a:defRPr sz="2550" b="1">
                <a:solidFill>
                  <a:srgbClr val="B57906"/>
                </a:solidFill>
                <a:latin typeface="Arial"/>
                <a:ea typeface="Arial"/>
                <a:cs typeface="Arial"/>
              </a:defRPr>
            </a:lvl6pPr>
            <a:lvl7pPr algn="l">
              <a:defRPr sz="2550" b="1">
                <a:solidFill>
                  <a:srgbClr val="B57906"/>
                </a:solidFill>
                <a:latin typeface="Arial"/>
                <a:ea typeface="Arial"/>
                <a:cs typeface="Arial"/>
              </a:defRPr>
            </a:lvl7pPr>
            <a:lvl8pPr algn="l">
              <a:defRPr sz="2550" b="1">
                <a:solidFill>
                  <a:srgbClr val="B57906"/>
                </a:solidFill>
                <a:latin typeface="Arial"/>
                <a:ea typeface="Arial"/>
                <a:cs typeface="Arial"/>
              </a:defRPr>
            </a:lvl8pPr>
            <a:lvl9pPr algn="l">
              <a:defRPr sz="2550" b="1">
                <a:solidFill>
                  <a:srgbClr val="B57906"/>
                </a:solidFill>
                <a:latin typeface="Arial"/>
                <a:ea typeface="Arial"/>
                <a:cs typeface="Arial"/>
              </a:defRPr>
            </a:lvl9pPr>
          </a:lstStyle>
          <a:p>
            <a:pPr algn="l">
              <a:defRPr sz="2550" b="1">
                <a:solidFill>
                  <a:srgbClr val="B57906"/>
                </a:solidFill>
                <a:latin typeface="Arial"/>
                <a:ea typeface="Arial"/>
                <a:cs typeface="Arial"/>
              </a:defRPr>
            </a:pPr>
            <a:r>
              <a:rPr sz="2550" b="1">
                <a:solidFill>
                  <a:srgbClr val="B57906"/>
                </a:solidFill>
                <a:latin typeface="Arial"/>
                <a:ea typeface="Arial"/>
                <a:cs typeface="Arial"/>
              </a:rPr>
              <a:t>01</a:t>
            </a:r>
          </a:p>
        </p:txBody>
      </p:sp>
      <p:sp>
        <p:nvSpPr>
          <p:cNvPr id="10" name="A01-title-103">
            <a:extLst>
              <a:ext uri="{FF2B5EF4-FFF2-40B4-BE49-F238E27FC236}">
                <a16:creationId xmlns:a16="http://schemas.microsoft.com/office/drawing/2014/main" id="{A79CBB97-5BB6-480F-8804-8F2AC01D09A0}"/>
              </a:ext>
            </a:extLst>
          </p:cNvPr>
          <p:cNvSpPr>
            <a:spLocks noGrp="1"/>
          </p:cNvSpPr>
          <p:nvPr/>
        </p:nvSpPr>
        <p:spPr>
          <a:xfrm>
            <a:off x="1238250" y="1933575"/>
            <a:ext cx="4591050" cy="44767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Recommend</a:t>
            </a:r>
          </a:p>
        </p:txBody>
      </p:sp>
      <p:sp>
        <p:nvSpPr>
          <p:cNvPr id="11" name="A01-body-104">
            <a:extLst>
              <a:ext uri="{FF2B5EF4-FFF2-40B4-BE49-F238E27FC236}">
                <a16:creationId xmlns:a16="http://schemas.microsoft.com/office/drawing/2014/main" id="{76FA61DA-B094-45FA-A3F1-228DA6F43C2E}"/>
              </a:ext>
            </a:extLst>
          </p:cNvPr>
          <p:cNvSpPr>
            <a:spLocks noGrp="1"/>
          </p:cNvSpPr>
          <p:nvPr/>
        </p:nvSpPr>
        <p:spPr>
          <a:xfrm>
            <a:off x="1238250" y="2476500"/>
            <a:ext cx="4591050" cy="704850"/>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Multiple offers may refer to the same stock.</a:t>
            </a:r>
          </a:p>
        </p:txBody>
      </p:sp>
      <p:sp>
        <p:nvSpPr>
          <p:cNvPr id="12" name="A02-number-105">
            <a:extLst>
              <a:ext uri="{FF2B5EF4-FFF2-40B4-BE49-F238E27FC236}">
                <a16:creationId xmlns:a16="http://schemas.microsoft.com/office/drawing/2014/main" id="{7FC097EE-316E-4C52-96C9-2FF9A4ECFC60}"/>
              </a:ext>
            </a:extLst>
          </p:cNvPr>
          <p:cNvSpPr>
            <a:spLocks noGrp="1"/>
          </p:cNvSpPr>
          <p:nvPr/>
        </p:nvSpPr>
        <p:spPr>
          <a:xfrm>
            <a:off x="6362700" y="1933575"/>
            <a:ext cx="590550" cy="457200"/>
          </a:xfrm>
          <a:prstGeom prst="rect">
            <a:avLst/>
          </a:prstGeom>
          <a:noFill/>
          <a:ln w="0">
            <a:noFill/>
            <a:prstDash val="solid"/>
          </a:ln>
        </p:spPr>
        <p:txBody>
          <a:bodyPr wrap="square" lIns="0" tIns="0" rIns="0" bIns="0" anchor="t">
            <a:noAutofit/>
          </a:bodyPr>
          <a:lstStyle>
            <a:defPPr algn="l">
              <a:defRPr sz="2550" b="1">
                <a:solidFill>
                  <a:srgbClr val="B57906"/>
                </a:solidFill>
                <a:latin typeface="Arial"/>
                <a:ea typeface="Arial"/>
                <a:cs typeface="Arial"/>
              </a:defRPr>
            </a:defPPr>
            <a:lvl1pPr algn="l">
              <a:defRPr sz="2550" b="1">
                <a:solidFill>
                  <a:srgbClr val="B57906"/>
                </a:solidFill>
                <a:latin typeface="Arial"/>
                <a:ea typeface="Arial"/>
                <a:cs typeface="Arial"/>
              </a:defRPr>
            </a:lvl1pPr>
            <a:lvl2pPr algn="l">
              <a:defRPr sz="2550" b="1">
                <a:solidFill>
                  <a:srgbClr val="B57906"/>
                </a:solidFill>
                <a:latin typeface="Arial"/>
                <a:ea typeface="Arial"/>
                <a:cs typeface="Arial"/>
              </a:defRPr>
            </a:lvl2pPr>
            <a:lvl3pPr algn="l">
              <a:defRPr sz="2550" b="1">
                <a:solidFill>
                  <a:srgbClr val="B57906"/>
                </a:solidFill>
                <a:latin typeface="Arial"/>
                <a:ea typeface="Arial"/>
                <a:cs typeface="Arial"/>
              </a:defRPr>
            </a:lvl3pPr>
            <a:lvl4pPr algn="l">
              <a:defRPr sz="2550" b="1">
                <a:solidFill>
                  <a:srgbClr val="B57906"/>
                </a:solidFill>
                <a:latin typeface="Arial"/>
                <a:ea typeface="Arial"/>
                <a:cs typeface="Arial"/>
              </a:defRPr>
            </a:lvl4pPr>
            <a:lvl5pPr algn="l">
              <a:defRPr sz="2550" b="1">
                <a:solidFill>
                  <a:srgbClr val="B57906"/>
                </a:solidFill>
                <a:latin typeface="Arial"/>
                <a:ea typeface="Arial"/>
                <a:cs typeface="Arial"/>
              </a:defRPr>
            </a:lvl5pPr>
            <a:lvl6pPr algn="l">
              <a:defRPr sz="2550" b="1">
                <a:solidFill>
                  <a:srgbClr val="B57906"/>
                </a:solidFill>
                <a:latin typeface="Arial"/>
                <a:ea typeface="Arial"/>
                <a:cs typeface="Arial"/>
              </a:defRPr>
            </a:lvl6pPr>
            <a:lvl7pPr algn="l">
              <a:defRPr sz="2550" b="1">
                <a:solidFill>
                  <a:srgbClr val="B57906"/>
                </a:solidFill>
                <a:latin typeface="Arial"/>
                <a:ea typeface="Arial"/>
                <a:cs typeface="Arial"/>
              </a:defRPr>
            </a:lvl7pPr>
            <a:lvl8pPr algn="l">
              <a:defRPr sz="2550" b="1">
                <a:solidFill>
                  <a:srgbClr val="B57906"/>
                </a:solidFill>
                <a:latin typeface="Arial"/>
                <a:ea typeface="Arial"/>
                <a:cs typeface="Arial"/>
              </a:defRPr>
            </a:lvl8pPr>
            <a:lvl9pPr algn="l">
              <a:defRPr sz="2550" b="1">
                <a:solidFill>
                  <a:srgbClr val="B57906"/>
                </a:solidFill>
                <a:latin typeface="Arial"/>
                <a:ea typeface="Arial"/>
                <a:cs typeface="Arial"/>
              </a:defRPr>
            </a:lvl9pPr>
          </a:lstStyle>
          <a:p>
            <a:pPr algn="l">
              <a:defRPr sz="2550" b="1">
                <a:solidFill>
                  <a:srgbClr val="B57906"/>
                </a:solidFill>
                <a:latin typeface="Arial"/>
                <a:ea typeface="Arial"/>
                <a:cs typeface="Arial"/>
              </a:defRPr>
            </a:pPr>
            <a:r>
              <a:rPr sz="2550" b="1">
                <a:solidFill>
                  <a:srgbClr val="B57906"/>
                </a:solidFill>
                <a:latin typeface="Arial"/>
                <a:ea typeface="Arial"/>
                <a:cs typeface="Arial"/>
              </a:rPr>
              <a:t>02</a:t>
            </a:r>
          </a:p>
        </p:txBody>
      </p:sp>
      <p:sp>
        <p:nvSpPr>
          <p:cNvPr id="13" name="A02-title-106">
            <a:extLst>
              <a:ext uri="{FF2B5EF4-FFF2-40B4-BE49-F238E27FC236}">
                <a16:creationId xmlns:a16="http://schemas.microsoft.com/office/drawing/2014/main" id="{6C376A53-6E86-4FA1-A482-F37D54DC4126}"/>
              </a:ext>
            </a:extLst>
          </p:cNvPr>
          <p:cNvSpPr>
            <a:spLocks noGrp="1"/>
          </p:cNvSpPr>
          <p:nvPr/>
        </p:nvSpPr>
        <p:spPr>
          <a:xfrm>
            <a:off x="7143750" y="1933575"/>
            <a:ext cx="4591050" cy="44767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Confirm order</a:t>
            </a:r>
          </a:p>
        </p:txBody>
      </p:sp>
      <p:sp>
        <p:nvSpPr>
          <p:cNvPr id="14" name="A02-body-107">
            <a:extLst>
              <a:ext uri="{FF2B5EF4-FFF2-40B4-BE49-F238E27FC236}">
                <a16:creationId xmlns:a16="http://schemas.microsoft.com/office/drawing/2014/main" id="{7437921C-F532-4958-A61C-0F6046DC6A49}"/>
              </a:ext>
            </a:extLst>
          </p:cNvPr>
          <p:cNvSpPr>
            <a:spLocks noGrp="1"/>
          </p:cNvSpPr>
          <p:nvPr/>
        </p:nvSpPr>
        <p:spPr>
          <a:xfrm>
            <a:off x="7143750" y="2476500"/>
            <a:ext cx="4591050" cy="704850"/>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Recheck conditions and reserve in a transaction.</a:t>
            </a:r>
          </a:p>
        </p:txBody>
      </p:sp>
      <p:sp>
        <p:nvSpPr>
          <p:cNvPr id="15" name="A03-number-108">
            <a:extLst>
              <a:ext uri="{FF2B5EF4-FFF2-40B4-BE49-F238E27FC236}">
                <a16:creationId xmlns:a16="http://schemas.microsoft.com/office/drawing/2014/main" id="{3C3B9B25-2E5B-4D19-9442-A8DCD4332C10}"/>
              </a:ext>
            </a:extLst>
          </p:cNvPr>
          <p:cNvSpPr>
            <a:spLocks noGrp="1"/>
          </p:cNvSpPr>
          <p:nvPr/>
        </p:nvSpPr>
        <p:spPr>
          <a:xfrm>
            <a:off x="457200" y="4010025"/>
            <a:ext cx="590550" cy="457200"/>
          </a:xfrm>
          <a:prstGeom prst="rect">
            <a:avLst/>
          </a:prstGeom>
          <a:noFill/>
          <a:ln w="0">
            <a:noFill/>
            <a:prstDash val="solid"/>
          </a:ln>
        </p:spPr>
        <p:txBody>
          <a:bodyPr wrap="square" lIns="0" tIns="0" rIns="0" bIns="0" anchor="t">
            <a:noAutofit/>
          </a:bodyPr>
          <a:lstStyle>
            <a:defPPr algn="l">
              <a:defRPr sz="2550" b="1">
                <a:solidFill>
                  <a:srgbClr val="B57906"/>
                </a:solidFill>
                <a:latin typeface="Arial"/>
                <a:ea typeface="Arial"/>
                <a:cs typeface="Arial"/>
              </a:defRPr>
            </a:defPPr>
            <a:lvl1pPr algn="l">
              <a:defRPr sz="2550" b="1">
                <a:solidFill>
                  <a:srgbClr val="B57906"/>
                </a:solidFill>
                <a:latin typeface="Arial"/>
                <a:ea typeface="Arial"/>
                <a:cs typeface="Arial"/>
              </a:defRPr>
            </a:lvl1pPr>
            <a:lvl2pPr algn="l">
              <a:defRPr sz="2550" b="1">
                <a:solidFill>
                  <a:srgbClr val="B57906"/>
                </a:solidFill>
                <a:latin typeface="Arial"/>
                <a:ea typeface="Arial"/>
                <a:cs typeface="Arial"/>
              </a:defRPr>
            </a:lvl2pPr>
            <a:lvl3pPr algn="l">
              <a:defRPr sz="2550" b="1">
                <a:solidFill>
                  <a:srgbClr val="B57906"/>
                </a:solidFill>
                <a:latin typeface="Arial"/>
                <a:ea typeface="Arial"/>
                <a:cs typeface="Arial"/>
              </a:defRPr>
            </a:lvl3pPr>
            <a:lvl4pPr algn="l">
              <a:defRPr sz="2550" b="1">
                <a:solidFill>
                  <a:srgbClr val="B57906"/>
                </a:solidFill>
                <a:latin typeface="Arial"/>
                <a:ea typeface="Arial"/>
                <a:cs typeface="Arial"/>
              </a:defRPr>
            </a:lvl4pPr>
            <a:lvl5pPr algn="l">
              <a:defRPr sz="2550" b="1">
                <a:solidFill>
                  <a:srgbClr val="B57906"/>
                </a:solidFill>
                <a:latin typeface="Arial"/>
                <a:ea typeface="Arial"/>
                <a:cs typeface="Arial"/>
              </a:defRPr>
            </a:lvl5pPr>
            <a:lvl6pPr algn="l">
              <a:defRPr sz="2550" b="1">
                <a:solidFill>
                  <a:srgbClr val="B57906"/>
                </a:solidFill>
                <a:latin typeface="Arial"/>
                <a:ea typeface="Arial"/>
                <a:cs typeface="Arial"/>
              </a:defRPr>
            </a:lvl6pPr>
            <a:lvl7pPr algn="l">
              <a:defRPr sz="2550" b="1">
                <a:solidFill>
                  <a:srgbClr val="B57906"/>
                </a:solidFill>
                <a:latin typeface="Arial"/>
                <a:ea typeface="Arial"/>
                <a:cs typeface="Arial"/>
              </a:defRPr>
            </a:lvl7pPr>
            <a:lvl8pPr algn="l">
              <a:defRPr sz="2550" b="1">
                <a:solidFill>
                  <a:srgbClr val="B57906"/>
                </a:solidFill>
                <a:latin typeface="Arial"/>
                <a:ea typeface="Arial"/>
                <a:cs typeface="Arial"/>
              </a:defRPr>
            </a:lvl8pPr>
            <a:lvl9pPr algn="l">
              <a:defRPr sz="2550" b="1">
                <a:solidFill>
                  <a:srgbClr val="B57906"/>
                </a:solidFill>
                <a:latin typeface="Arial"/>
                <a:ea typeface="Arial"/>
                <a:cs typeface="Arial"/>
              </a:defRPr>
            </a:lvl9pPr>
          </a:lstStyle>
          <a:p>
            <a:pPr algn="l">
              <a:defRPr sz="2550" b="1">
                <a:solidFill>
                  <a:srgbClr val="B57906"/>
                </a:solidFill>
                <a:latin typeface="Arial"/>
                <a:ea typeface="Arial"/>
                <a:cs typeface="Arial"/>
              </a:defRPr>
            </a:pPr>
            <a:r>
              <a:rPr sz="2550" b="1">
                <a:solidFill>
                  <a:srgbClr val="B57906"/>
                </a:solidFill>
                <a:latin typeface="Arial"/>
                <a:ea typeface="Arial"/>
                <a:cs typeface="Arial"/>
              </a:rPr>
              <a:t>03</a:t>
            </a:r>
          </a:p>
        </p:txBody>
      </p:sp>
      <p:sp>
        <p:nvSpPr>
          <p:cNvPr id="16" name="A03-title-109">
            <a:extLst>
              <a:ext uri="{FF2B5EF4-FFF2-40B4-BE49-F238E27FC236}">
                <a16:creationId xmlns:a16="http://schemas.microsoft.com/office/drawing/2014/main" id="{D7282F3E-25EB-42F6-918C-D399F3DB9DBA}"/>
              </a:ext>
            </a:extLst>
          </p:cNvPr>
          <p:cNvSpPr>
            <a:spLocks noGrp="1"/>
          </p:cNvSpPr>
          <p:nvPr/>
        </p:nvSpPr>
        <p:spPr>
          <a:xfrm>
            <a:off x="1238250" y="4010025"/>
            <a:ext cx="4591050" cy="44767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Validate pickup</a:t>
            </a:r>
          </a:p>
        </p:txBody>
      </p:sp>
      <p:sp>
        <p:nvSpPr>
          <p:cNvPr id="17" name="A03-body-110">
            <a:extLst>
              <a:ext uri="{FF2B5EF4-FFF2-40B4-BE49-F238E27FC236}">
                <a16:creationId xmlns:a16="http://schemas.microsoft.com/office/drawing/2014/main" id="{129B7841-0144-412B-914F-D36D6CF89786}"/>
              </a:ext>
            </a:extLst>
          </p:cNvPr>
          <p:cNvSpPr>
            <a:spLocks noGrp="1"/>
          </p:cNvSpPr>
          <p:nvPr/>
        </p:nvSpPr>
        <p:spPr>
          <a:xfrm>
            <a:off x="1238250" y="4552950"/>
            <a:ext cx="4591050" cy="704850"/>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Check ownership, time and order state.</a:t>
            </a:r>
          </a:p>
        </p:txBody>
      </p:sp>
      <p:sp>
        <p:nvSpPr>
          <p:cNvPr id="18" name="A04-number-111">
            <a:extLst>
              <a:ext uri="{FF2B5EF4-FFF2-40B4-BE49-F238E27FC236}">
                <a16:creationId xmlns:a16="http://schemas.microsoft.com/office/drawing/2014/main" id="{750344B9-0022-4EB3-A033-73B4BE720C6F}"/>
              </a:ext>
            </a:extLst>
          </p:cNvPr>
          <p:cNvSpPr>
            <a:spLocks noGrp="1"/>
          </p:cNvSpPr>
          <p:nvPr/>
        </p:nvSpPr>
        <p:spPr>
          <a:xfrm>
            <a:off x="6362700" y="4010025"/>
            <a:ext cx="590550" cy="457200"/>
          </a:xfrm>
          <a:prstGeom prst="rect">
            <a:avLst/>
          </a:prstGeom>
          <a:noFill/>
          <a:ln w="0">
            <a:noFill/>
            <a:prstDash val="solid"/>
          </a:ln>
        </p:spPr>
        <p:txBody>
          <a:bodyPr wrap="square" lIns="0" tIns="0" rIns="0" bIns="0" anchor="t">
            <a:noAutofit/>
          </a:bodyPr>
          <a:lstStyle>
            <a:defPPr algn="l">
              <a:defRPr sz="2550" b="1">
                <a:solidFill>
                  <a:srgbClr val="B57906"/>
                </a:solidFill>
                <a:latin typeface="Arial"/>
                <a:ea typeface="Arial"/>
                <a:cs typeface="Arial"/>
              </a:defRPr>
            </a:defPPr>
            <a:lvl1pPr algn="l">
              <a:defRPr sz="2550" b="1">
                <a:solidFill>
                  <a:srgbClr val="B57906"/>
                </a:solidFill>
                <a:latin typeface="Arial"/>
                <a:ea typeface="Arial"/>
                <a:cs typeface="Arial"/>
              </a:defRPr>
            </a:lvl1pPr>
            <a:lvl2pPr algn="l">
              <a:defRPr sz="2550" b="1">
                <a:solidFill>
                  <a:srgbClr val="B57906"/>
                </a:solidFill>
                <a:latin typeface="Arial"/>
                <a:ea typeface="Arial"/>
                <a:cs typeface="Arial"/>
              </a:defRPr>
            </a:lvl2pPr>
            <a:lvl3pPr algn="l">
              <a:defRPr sz="2550" b="1">
                <a:solidFill>
                  <a:srgbClr val="B57906"/>
                </a:solidFill>
                <a:latin typeface="Arial"/>
                <a:ea typeface="Arial"/>
                <a:cs typeface="Arial"/>
              </a:defRPr>
            </a:lvl3pPr>
            <a:lvl4pPr algn="l">
              <a:defRPr sz="2550" b="1">
                <a:solidFill>
                  <a:srgbClr val="B57906"/>
                </a:solidFill>
                <a:latin typeface="Arial"/>
                <a:ea typeface="Arial"/>
                <a:cs typeface="Arial"/>
              </a:defRPr>
            </a:lvl4pPr>
            <a:lvl5pPr algn="l">
              <a:defRPr sz="2550" b="1">
                <a:solidFill>
                  <a:srgbClr val="B57906"/>
                </a:solidFill>
                <a:latin typeface="Arial"/>
                <a:ea typeface="Arial"/>
                <a:cs typeface="Arial"/>
              </a:defRPr>
            </a:lvl5pPr>
            <a:lvl6pPr algn="l">
              <a:defRPr sz="2550" b="1">
                <a:solidFill>
                  <a:srgbClr val="B57906"/>
                </a:solidFill>
                <a:latin typeface="Arial"/>
                <a:ea typeface="Arial"/>
                <a:cs typeface="Arial"/>
              </a:defRPr>
            </a:lvl6pPr>
            <a:lvl7pPr algn="l">
              <a:defRPr sz="2550" b="1">
                <a:solidFill>
                  <a:srgbClr val="B57906"/>
                </a:solidFill>
                <a:latin typeface="Arial"/>
                <a:ea typeface="Arial"/>
                <a:cs typeface="Arial"/>
              </a:defRPr>
            </a:lvl7pPr>
            <a:lvl8pPr algn="l">
              <a:defRPr sz="2550" b="1">
                <a:solidFill>
                  <a:srgbClr val="B57906"/>
                </a:solidFill>
                <a:latin typeface="Arial"/>
                <a:ea typeface="Arial"/>
                <a:cs typeface="Arial"/>
              </a:defRPr>
            </a:lvl8pPr>
            <a:lvl9pPr algn="l">
              <a:defRPr sz="2550" b="1">
                <a:solidFill>
                  <a:srgbClr val="B57906"/>
                </a:solidFill>
                <a:latin typeface="Arial"/>
                <a:ea typeface="Arial"/>
                <a:cs typeface="Arial"/>
              </a:defRPr>
            </a:lvl9pPr>
          </a:lstStyle>
          <a:p>
            <a:pPr algn="l">
              <a:defRPr sz="2550" b="1">
                <a:solidFill>
                  <a:srgbClr val="B57906"/>
                </a:solidFill>
                <a:latin typeface="Arial"/>
                <a:ea typeface="Arial"/>
                <a:cs typeface="Arial"/>
              </a:defRPr>
            </a:pPr>
            <a:r>
              <a:rPr sz="2550" b="1">
                <a:solidFill>
                  <a:srgbClr val="B57906"/>
                </a:solidFill>
                <a:latin typeface="Arial"/>
                <a:ea typeface="Arial"/>
                <a:cs typeface="Arial"/>
              </a:rPr>
              <a:t>04</a:t>
            </a:r>
          </a:p>
        </p:txBody>
      </p:sp>
      <p:sp>
        <p:nvSpPr>
          <p:cNvPr id="19" name="A04-title-112">
            <a:extLst>
              <a:ext uri="{FF2B5EF4-FFF2-40B4-BE49-F238E27FC236}">
                <a16:creationId xmlns:a16="http://schemas.microsoft.com/office/drawing/2014/main" id="{53D07149-1A8E-4DF7-AF6B-6323E1E8B2D1}"/>
              </a:ext>
            </a:extLst>
          </p:cNvPr>
          <p:cNvSpPr>
            <a:spLocks noGrp="1"/>
          </p:cNvSpPr>
          <p:nvPr/>
        </p:nvSpPr>
        <p:spPr>
          <a:xfrm>
            <a:off x="7143750" y="4010025"/>
            <a:ext cx="4591050" cy="44767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Update once</a:t>
            </a:r>
          </a:p>
        </p:txBody>
      </p:sp>
      <p:sp>
        <p:nvSpPr>
          <p:cNvPr id="20" name="A04-body-113">
            <a:extLst>
              <a:ext uri="{FF2B5EF4-FFF2-40B4-BE49-F238E27FC236}">
                <a16:creationId xmlns:a16="http://schemas.microsoft.com/office/drawing/2014/main" id="{26C211DB-84B3-48DB-AA05-B11B02BDBED0}"/>
              </a:ext>
            </a:extLst>
          </p:cNvPr>
          <p:cNvSpPr>
            <a:spLocks noGrp="1"/>
          </p:cNvSpPr>
          <p:nvPr/>
        </p:nvSpPr>
        <p:spPr>
          <a:xfrm>
            <a:off x="7143750" y="4552950"/>
            <a:ext cx="4591050" cy="704850"/>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Deduct stock and prevent retry double-counting.</a:t>
            </a:r>
          </a:p>
        </p:txBody>
      </p:sp>
    </p:spTree>
    <p:extLst>
      <p:ext uri="{BB962C8B-B14F-4D97-AF65-F5344CB8AC3E}">
        <p14:creationId xmlns:p14="http://schemas.microsoft.com/office/powerpoint/2010/main" val="1641014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3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3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3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3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3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3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3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3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3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3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3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4E9F9019-1D60-445D-9974-388EAA35909C}"/>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E7370B05-53C2-4228-B50E-2F3A4EF3AD0D}"/>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Food handover: records and safety conditions</a:t>
            </a:r>
          </a:p>
        </p:txBody>
      </p:sp>
      <p:sp>
        <p:nvSpPr>
          <p:cNvPr id="3" name="矩形 2">
            <a:extLst>
              <a:ext uri="{FF2B5EF4-FFF2-40B4-BE49-F238E27FC236}">
                <a16:creationId xmlns:a16="http://schemas.microsoft.com/office/drawing/2014/main" id="{E40E084B-DE59-4C7B-B942-B30B052C2CA2}"/>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Recorded local states / proposed safety SOP is not yet fully implemented</a:t>
            </a:r>
          </a:p>
        </p:txBody>
      </p:sp>
      <p:sp>
        <p:nvSpPr>
          <p:cNvPr id="4" name="矩形 3">
            <a:extLst>
              <a:ext uri="{FF2B5EF4-FFF2-40B4-BE49-F238E27FC236}">
                <a16:creationId xmlns:a16="http://schemas.microsoft.com/office/drawing/2014/main" id="{A69EF9BF-E82D-4084-8CD3-3BCDA1ACC1C6}"/>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387F5923-98FF-4E48-8A56-6ACEB5047575}"/>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9C4A0647-7746-4ECD-8B1B-312210638C73}"/>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24 / 32</a:t>
            </a:r>
          </a:p>
        </p:txBody>
      </p:sp>
      <p:sp>
        <p:nvSpPr>
          <p:cNvPr id="7" name="NAV-BG-8">
            <a:extLst>
              <a:ext uri="{FF2B5EF4-FFF2-40B4-BE49-F238E27FC236}">
                <a16:creationId xmlns:a16="http://schemas.microsoft.com/office/drawing/2014/main" id="{E0651BD6-2C29-4F7F-A79C-4074038615E8}"/>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A9EE23F1-28E1-48DD-BDB3-AD567EDB644F}"/>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graphicFrame>
        <p:nvGraphicFramePr>
          <p:cNvPr id="9" name="表格 8">
            <a:extLst>
              <a:ext uri="{FF2B5EF4-FFF2-40B4-BE49-F238E27FC236}">
                <a16:creationId xmlns:a16="http://schemas.microsoft.com/office/drawing/2014/main" id="{75E9B43B-E7CB-4B49-A639-1C1F4D1EE16B}"/>
              </a:ext>
            </a:extLst>
          </p:cNvPr>
          <p:cNvGraphicFramePr/>
          <p:nvPr/>
        </p:nvGraphicFramePr>
        <p:xfrm>
          <a:off x="457200" y="1809750"/>
          <a:ext cx="5410200" cy="1676400"/>
        </p:xfrm>
        <a:graphic>
          <a:graphicData uri="http://schemas.openxmlformats.org/drawingml/2006/table">
            <a:tbl>
              <a:tblPr/>
              <a:tblGrid>
                <a:gridCol w="2286000">
                  <a:extLst>
                    <a:ext uri="{9D8B030D-6E8A-4147-A177-3AD203B41FA5}">
                      <a16:colId xmlns:a16="http://schemas.microsoft.com/office/drawing/2014/main" val="20000"/>
                    </a:ext>
                  </a:extLst>
                </a:gridCol>
                <a:gridCol w="3124200">
                  <a:extLst>
                    <a:ext uri="{9D8B030D-6E8A-4147-A177-3AD203B41FA5}">
                      <a16:colId xmlns:a16="http://schemas.microsoft.com/office/drawing/2014/main" val="20001"/>
                    </a:ext>
                  </a:extLst>
                </a:gridCol>
              </a:tblGrid>
              <a:tr h="419100">
                <a:tc>
                  <a:txBody>
                    <a:bodyPr/>
                    <a:lstStyle/>
                    <a:p>
                      <a:pPr algn="l"/>
                      <a:r>
                        <a:rPr sz="1650" b="1">
                          <a:solidFill>
                            <a:srgbClr val="163B2A"/>
                          </a:solidFill>
                          <a:latin typeface="Arial"/>
                          <a:ea typeface="Arial"/>
                          <a:cs typeface="Arial"/>
                        </a:rPr>
                        <a:t>Pending record</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650" b="1">
                          <a:solidFill>
                            <a:srgbClr val="163B2A"/>
                          </a:solidFill>
                          <a:latin typeface="Arial"/>
                          <a:ea typeface="Arial"/>
                          <a:cs typeface="Arial"/>
                        </a:rPr>
                        <a:t>Value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419100">
                <a:tc>
                  <a:txBody>
                    <a:bodyPr/>
                    <a:lstStyle/>
                    <a:p>
                      <a:pPr algn="l"/>
                      <a:r>
                        <a:rPr sz="1725" b="0">
                          <a:solidFill>
                            <a:srgbClr val="163B2A"/>
                          </a:solidFill>
                          <a:latin typeface="Arial"/>
                          <a:ea typeface="Arial"/>
                          <a:cs typeface="Arial"/>
                        </a:rPr>
                        <a:t>Items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725" b="0">
                          <a:solidFill>
                            <a:srgbClr val="163B2A"/>
                          </a:solidFill>
                          <a:latin typeface="Arial"/>
                          <a:ea typeface="Arial"/>
                          <a:cs typeface="Arial"/>
                        </a:rPr>
                        <a:t>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419100">
                <a:tc>
                  <a:txBody>
                    <a:bodyPr/>
                    <a:lstStyle/>
                    <a:p>
                      <a:pPr algn="l"/>
                      <a:r>
                        <a:rPr sz="1725" b="0">
                          <a:solidFill>
                            <a:srgbClr val="163B2A"/>
                          </a:solidFill>
                          <a:latin typeface="Arial"/>
                          <a:ea typeface="Arial"/>
                          <a:cs typeface="Arial"/>
                        </a:rPr>
                        <a:t>Status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725" b="0">
                          <a:solidFill>
                            <a:srgbClr val="163B2A"/>
                          </a:solidFill>
                          <a:latin typeface="Arial"/>
                          <a:ea typeface="Arial"/>
                          <a:cs typeface="Arial"/>
                        </a:rPr>
                        <a:t>Pending handover</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419100">
                <a:tc>
                  <a:txBody>
                    <a:bodyPr/>
                    <a:lstStyle/>
                    <a:p>
                      <a:pPr algn="l"/>
                      <a:r>
                        <a:rPr sz="1725" b="0">
                          <a:solidFill>
                            <a:srgbClr val="163B2A"/>
                          </a:solidFill>
                          <a:latin typeface="Arial"/>
                          <a:ea typeface="Arial"/>
                          <a:cs typeface="Arial"/>
                        </a:rPr>
                        <a:t>Recipient</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725" b="0">
                          <a:solidFill>
                            <a:srgbClr val="163B2A"/>
                          </a:solidFill>
                          <a:latin typeface="Arial"/>
                          <a:ea typeface="Arial"/>
                          <a:cs typeface="Arial"/>
                        </a:rPr>
                        <a:t>Not yet confirmed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bl>
          </a:graphicData>
        </a:graphic>
      </p:graphicFrame>
      <p:graphicFrame>
        <p:nvGraphicFramePr>
          <p:cNvPr id="10" name="表格 9">
            <a:extLst>
              <a:ext uri="{FF2B5EF4-FFF2-40B4-BE49-F238E27FC236}">
                <a16:creationId xmlns:a16="http://schemas.microsoft.com/office/drawing/2014/main" id="{EA8CE325-1C6D-488E-8A36-8EEFD8A1F107}"/>
              </a:ext>
            </a:extLst>
          </p:cNvPr>
          <p:cNvGraphicFramePr/>
          <p:nvPr/>
        </p:nvGraphicFramePr>
        <p:xfrm>
          <a:off x="6324600" y="1809750"/>
          <a:ext cx="5410200" cy="1676400"/>
        </p:xfrm>
        <a:graphic>
          <a:graphicData uri="http://schemas.openxmlformats.org/drawingml/2006/table">
            <a:tbl>
              <a:tblPr/>
              <a:tblGrid>
                <a:gridCol w="2476500">
                  <a:extLst>
                    <a:ext uri="{9D8B030D-6E8A-4147-A177-3AD203B41FA5}">
                      <a16:colId xmlns:a16="http://schemas.microsoft.com/office/drawing/2014/main" val="20000"/>
                    </a:ext>
                  </a:extLst>
                </a:gridCol>
                <a:gridCol w="2933700">
                  <a:extLst>
                    <a:ext uri="{9D8B030D-6E8A-4147-A177-3AD203B41FA5}">
                      <a16:colId xmlns:a16="http://schemas.microsoft.com/office/drawing/2014/main" val="20001"/>
                    </a:ext>
                  </a:extLst>
                </a:gridCol>
              </a:tblGrid>
              <a:tr h="419100">
                <a:tc>
                  <a:txBody>
                    <a:bodyPr/>
                    <a:lstStyle/>
                    <a:p>
                      <a:pPr algn="l"/>
                      <a:r>
                        <a:rPr sz="1650" b="1">
                          <a:solidFill>
                            <a:srgbClr val="163B2A"/>
                          </a:solidFill>
                          <a:latin typeface="Arial"/>
                          <a:ea typeface="Arial"/>
                          <a:cs typeface="Arial"/>
                        </a:rPr>
                        <a:t>Confirmed record</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650" b="1">
                          <a:solidFill>
                            <a:srgbClr val="163B2A"/>
                          </a:solidFill>
                          <a:latin typeface="Arial"/>
                          <a:ea typeface="Arial"/>
                          <a:cs typeface="Arial"/>
                        </a:rPr>
                        <a:t>Value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419100">
                <a:tc>
                  <a:txBody>
                    <a:bodyPr/>
                    <a:lstStyle/>
                    <a:p>
                      <a:pPr algn="l"/>
                      <a:r>
                        <a:rPr sz="1725" b="0">
                          <a:solidFill>
                            <a:srgbClr val="163B2A"/>
                          </a:solidFill>
                          <a:latin typeface="Arial"/>
                          <a:ea typeface="Arial"/>
                          <a:cs typeface="Arial"/>
                        </a:rPr>
                        <a:t>Items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725" b="0">
                          <a:solidFill>
                            <a:srgbClr val="163B2A"/>
                          </a:solidFill>
                          <a:latin typeface="Arial"/>
                          <a:ea typeface="Arial"/>
                          <a:cs typeface="Arial"/>
                        </a:rPr>
                        <a:t>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419100">
                <a:tc>
                  <a:txBody>
                    <a:bodyPr/>
                    <a:lstStyle/>
                    <a:p>
                      <a:pPr algn="l"/>
                      <a:r>
                        <a:rPr sz="1725" b="0">
                          <a:solidFill>
                            <a:srgbClr val="163B2A"/>
                          </a:solidFill>
                          <a:latin typeface="Arial"/>
                          <a:ea typeface="Arial"/>
                          <a:cs typeface="Arial"/>
                        </a:rPr>
                        <a:t>Status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725" b="0">
                          <a:solidFill>
                            <a:srgbClr val="163B2A"/>
                          </a:solidFill>
                          <a:latin typeface="Arial"/>
                          <a:ea typeface="Arial"/>
                          <a:cs typeface="Arial"/>
                        </a:rPr>
                        <a:t>Simulated handover</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419100">
                <a:tc>
                  <a:txBody>
                    <a:bodyPr/>
                    <a:lstStyle/>
                    <a:p>
                      <a:pPr algn="l"/>
                      <a:r>
                        <a:rPr sz="1725" b="0">
                          <a:solidFill>
                            <a:srgbClr val="163B2A"/>
                          </a:solidFill>
                          <a:latin typeface="Arial"/>
                          <a:ea typeface="Arial"/>
                          <a:cs typeface="Arial"/>
                        </a:rPr>
                        <a:t>Recipient</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725" b="0">
                          <a:solidFill>
                            <a:srgbClr val="163B2A"/>
                          </a:solidFill>
                          <a:latin typeface="Arial"/>
                          <a:ea typeface="Arial"/>
                          <a:cs typeface="Arial"/>
                        </a:rPr>
                        <a:t>Demo placeholder</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bl>
          </a:graphicData>
        </a:graphic>
      </p:graphicFrame>
      <p:sp>
        <p:nvSpPr>
          <p:cNvPr id="11" name="A01-stage-114">
            <a:extLst>
              <a:ext uri="{FF2B5EF4-FFF2-40B4-BE49-F238E27FC236}">
                <a16:creationId xmlns:a16="http://schemas.microsoft.com/office/drawing/2014/main" id="{81582590-33F8-426B-BA2A-76E9EA41D4B2}"/>
              </a:ext>
            </a:extLst>
          </p:cNvPr>
          <p:cNvSpPr>
            <a:spLocks noGrp="1"/>
          </p:cNvSpPr>
          <p:nvPr/>
        </p:nvSpPr>
        <p:spPr>
          <a:xfrm>
            <a:off x="457200" y="3857625"/>
            <a:ext cx="2667000" cy="390525"/>
          </a:xfrm>
          <a:prstGeom prst="rect">
            <a:avLst/>
          </a:prstGeom>
          <a:noFill/>
          <a:ln w="0">
            <a:noFill/>
            <a:prstDash val="solid"/>
          </a:ln>
        </p:spPr>
        <p:txBody>
          <a:bodyPr wrap="square" lIns="0" tIns="0" rIns="0" bIns="0" anchor="t">
            <a:noAutofit/>
          </a:bodyPr>
          <a:lstStyle>
            <a:defPPr algn="l">
              <a:defRPr sz="1875" b="1">
                <a:solidFill>
                  <a:srgbClr val="B57906"/>
                </a:solidFill>
                <a:latin typeface="Arial"/>
                <a:ea typeface="Arial"/>
                <a:cs typeface="Arial"/>
              </a:defRPr>
            </a:defPPr>
            <a:lvl1pPr algn="l">
              <a:defRPr sz="1875" b="1">
                <a:solidFill>
                  <a:srgbClr val="B57906"/>
                </a:solidFill>
                <a:latin typeface="Arial"/>
                <a:ea typeface="Arial"/>
                <a:cs typeface="Arial"/>
              </a:defRPr>
            </a:lvl1pPr>
            <a:lvl2pPr algn="l">
              <a:defRPr sz="1875" b="1">
                <a:solidFill>
                  <a:srgbClr val="B57906"/>
                </a:solidFill>
                <a:latin typeface="Arial"/>
                <a:ea typeface="Arial"/>
                <a:cs typeface="Arial"/>
              </a:defRPr>
            </a:lvl2pPr>
            <a:lvl3pPr algn="l">
              <a:defRPr sz="1875" b="1">
                <a:solidFill>
                  <a:srgbClr val="B57906"/>
                </a:solidFill>
                <a:latin typeface="Arial"/>
                <a:ea typeface="Arial"/>
                <a:cs typeface="Arial"/>
              </a:defRPr>
            </a:lvl3pPr>
            <a:lvl4pPr algn="l">
              <a:defRPr sz="1875" b="1">
                <a:solidFill>
                  <a:srgbClr val="B57906"/>
                </a:solidFill>
                <a:latin typeface="Arial"/>
                <a:ea typeface="Arial"/>
                <a:cs typeface="Arial"/>
              </a:defRPr>
            </a:lvl4pPr>
            <a:lvl5pPr algn="l">
              <a:defRPr sz="1875" b="1">
                <a:solidFill>
                  <a:srgbClr val="B57906"/>
                </a:solidFill>
                <a:latin typeface="Arial"/>
                <a:ea typeface="Arial"/>
                <a:cs typeface="Arial"/>
              </a:defRPr>
            </a:lvl5pPr>
            <a:lvl6pPr algn="l">
              <a:defRPr sz="1875" b="1">
                <a:solidFill>
                  <a:srgbClr val="B57906"/>
                </a:solidFill>
                <a:latin typeface="Arial"/>
                <a:ea typeface="Arial"/>
                <a:cs typeface="Arial"/>
              </a:defRPr>
            </a:lvl6pPr>
            <a:lvl7pPr algn="l">
              <a:defRPr sz="1875" b="1">
                <a:solidFill>
                  <a:srgbClr val="B57906"/>
                </a:solidFill>
                <a:latin typeface="Arial"/>
                <a:ea typeface="Arial"/>
                <a:cs typeface="Arial"/>
              </a:defRPr>
            </a:lvl7pPr>
            <a:lvl8pPr algn="l">
              <a:defRPr sz="1875" b="1">
                <a:solidFill>
                  <a:srgbClr val="B57906"/>
                </a:solidFill>
                <a:latin typeface="Arial"/>
                <a:ea typeface="Arial"/>
                <a:cs typeface="Arial"/>
              </a:defRPr>
            </a:lvl8pPr>
            <a:lvl9pPr algn="l">
              <a:defRPr sz="1875" b="1">
                <a:solidFill>
                  <a:srgbClr val="B57906"/>
                </a:solidFill>
                <a:latin typeface="Arial"/>
                <a:ea typeface="Arial"/>
                <a:cs typeface="Arial"/>
              </a:defRPr>
            </a:lvl9pPr>
          </a:lstStyle>
          <a:p>
            <a:pPr algn="l">
              <a:defRPr sz="1875" b="1">
                <a:solidFill>
                  <a:srgbClr val="B57906"/>
                </a:solidFill>
                <a:latin typeface="Arial"/>
                <a:ea typeface="Arial"/>
                <a:cs typeface="Arial"/>
              </a:defRPr>
            </a:pPr>
            <a:r>
              <a:rPr sz="1875" b="1">
                <a:solidFill>
                  <a:srgbClr val="B57906"/>
                </a:solidFill>
                <a:latin typeface="Arial"/>
                <a:ea typeface="Arial"/>
                <a:cs typeface="Arial"/>
              </a:rPr>
              <a:t>01 Check information</a:t>
            </a:r>
          </a:p>
        </p:txBody>
      </p:sp>
      <p:sp>
        <p:nvSpPr>
          <p:cNvPr id="12" name="A01-detail-115">
            <a:extLst>
              <a:ext uri="{FF2B5EF4-FFF2-40B4-BE49-F238E27FC236}">
                <a16:creationId xmlns:a16="http://schemas.microsoft.com/office/drawing/2014/main" id="{6E9D5A45-D121-420A-995B-AC462153AA45}"/>
              </a:ext>
            </a:extLst>
          </p:cNvPr>
          <p:cNvSpPr>
            <a:spLocks noGrp="1"/>
          </p:cNvSpPr>
          <p:nvPr/>
        </p:nvSpPr>
        <p:spPr>
          <a:xfrm>
            <a:off x="457200" y="4410075"/>
            <a:ext cx="2667000" cy="1009650"/>
          </a:xfrm>
          <a:prstGeom prst="rect">
            <a:avLst/>
          </a:prstGeom>
          <a:noFill/>
          <a:ln w="0">
            <a:noFill/>
            <a:prstDash val="solid"/>
          </a:ln>
        </p:spPr>
        <p:txBody>
          <a:bodyPr wrap="square" lIns="0" tIns="0" rIns="0" bIns="0" anchor="t">
            <a:noAutofit/>
          </a:bodyPr>
          <a:lstStyle>
            <a:defPPr algn="l">
              <a:defRPr sz="1650" b="0">
                <a:solidFill>
                  <a:srgbClr val="586958"/>
                </a:solidFill>
                <a:latin typeface="Arial"/>
                <a:ea typeface="Arial"/>
                <a:cs typeface="Arial"/>
              </a:defRPr>
            </a:defPPr>
            <a:lvl1pPr algn="l">
              <a:defRPr sz="1650" b="0">
                <a:solidFill>
                  <a:srgbClr val="586958"/>
                </a:solidFill>
                <a:latin typeface="Arial"/>
                <a:ea typeface="Arial"/>
                <a:cs typeface="Arial"/>
              </a:defRPr>
            </a:lvl1pPr>
            <a:lvl2pPr algn="l">
              <a:defRPr sz="1650" b="0">
                <a:solidFill>
                  <a:srgbClr val="586958"/>
                </a:solidFill>
                <a:latin typeface="Arial"/>
                <a:ea typeface="Arial"/>
                <a:cs typeface="Arial"/>
              </a:defRPr>
            </a:lvl2pPr>
            <a:lvl3pPr algn="l">
              <a:defRPr sz="1650" b="0">
                <a:solidFill>
                  <a:srgbClr val="586958"/>
                </a:solidFill>
                <a:latin typeface="Arial"/>
                <a:ea typeface="Arial"/>
                <a:cs typeface="Arial"/>
              </a:defRPr>
            </a:lvl3pPr>
            <a:lvl4pPr algn="l">
              <a:defRPr sz="1650" b="0">
                <a:solidFill>
                  <a:srgbClr val="586958"/>
                </a:solidFill>
                <a:latin typeface="Arial"/>
                <a:ea typeface="Arial"/>
                <a:cs typeface="Arial"/>
              </a:defRPr>
            </a:lvl4pPr>
            <a:lvl5pPr algn="l">
              <a:defRPr sz="1650" b="0">
                <a:solidFill>
                  <a:srgbClr val="586958"/>
                </a:solidFill>
                <a:latin typeface="Arial"/>
                <a:ea typeface="Arial"/>
                <a:cs typeface="Arial"/>
              </a:defRPr>
            </a:lvl5pPr>
            <a:lvl6pPr algn="l">
              <a:defRPr sz="1650" b="0">
                <a:solidFill>
                  <a:srgbClr val="586958"/>
                </a:solidFill>
                <a:latin typeface="Arial"/>
                <a:ea typeface="Arial"/>
                <a:cs typeface="Arial"/>
              </a:defRPr>
            </a:lvl6pPr>
            <a:lvl7pPr algn="l">
              <a:defRPr sz="1650" b="0">
                <a:solidFill>
                  <a:srgbClr val="586958"/>
                </a:solidFill>
                <a:latin typeface="Arial"/>
                <a:ea typeface="Arial"/>
                <a:cs typeface="Arial"/>
              </a:defRPr>
            </a:lvl7pPr>
            <a:lvl8pPr algn="l">
              <a:defRPr sz="1650" b="0">
                <a:solidFill>
                  <a:srgbClr val="586958"/>
                </a:solidFill>
                <a:latin typeface="Arial"/>
                <a:ea typeface="Arial"/>
                <a:cs typeface="Arial"/>
              </a:defRPr>
            </a:lvl8pPr>
            <a:lvl9pPr algn="l">
              <a:defRPr sz="1650" b="0">
                <a:solidFill>
                  <a:srgbClr val="586958"/>
                </a:solidFill>
                <a:latin typeface="Arial"/>
                <a:ea typeface="Arial"/>
                <a:cs typeface="Arial"/>
              </a:defRPr>
            </a:lvl9pPr>
          </a:lstStyle>
          <a:p>
            <a:pPr algn="l">
              <a:defRPr sz="1650" b="0">
                <a:solidFill>
                  <a:srgbClr val="586958"/>
                </a:solidFill>
                <a:latin typeface="Arial"/>
                <a:ea typeface="Arial"/>
                <a:cs typeface="Arial"/>
              </a:defRPr>
            </a:pPr>
            <a:r>
              <a:rPr sz="1650" b="0">
                <a:solidFill>
                  <a:srgbClr val="586958"/>
                </a:solidFill>
                <a:latin typeface="Arial"/>
                <a:ea typeface="Arial"/>
                <a:cs typeface="Arial"/>
              </a:rPr>
              <a:t>Product and allergens</a:t>
            </a:r>
          </a:p>
          <a:p>
            <a:pPr algn="l">
              <a:defRPr sz="1650" b="0">
                <a:solidFill>
                  <a:srgbClr val="586958"/>
                </a:solidFill>
                <a:latin typeface="Arial"/>
                <a:ea typeface="Arial"/>
                <a:cs typeface="Arial"/>
              </a:defRPr>
            </a:pPr>
            <a:r>
              <a:rPr sz="1650" b="0">
                <a:solidFill>
                  <a:srgbClr val="586958"/>
                </a:solidFill>
                <a:latin typeface="Arial"/>
                <a:ea typeface="Arial"/>
                <a:cs typeface="Arial"/>
              </a:rPr>
              <a:t>Batch and storage record</a:t>
            </a:r>
          </a:p>
          <a:p>
            <a:pPr algn="l">
              <a:defRPr sz="1650" b="0">
                <a:solidFill>
                  <a:srgbClr val="586958"/>
                </a:solidFill>
                <a:latin typeface="Arial"/>
                <a:ea typeface="Arial"/>
                <a:cs typeface="Arial"/>
              </a:defRPr>
            </a:pPr>
            <a:r>
              <a:rPr sz="1650" b="0">
                <a:solidFill>
                  <a:srgbClr val="586958"/>
                </a:solidFill>
                <a:latin typeface="Arial"/>
                <a:ea typeface="Arial"/>
                <a:cs typeface="Arial"/>
              </a:rPr>
              <a:t>Applicable edible window</a:t>
            </a:r>
          </a:p>
        </p:txBody>
      </p:sp>
      <p:sp>
        <p:nvSpPr>
          <p:cNvPr id="13" name="A02-stage-116">
            <a:extLst>
              <a:ext uri="{FF2B5EF4-FFF2-40B4-BE49-F238E27FC236}">
                <a16:creationId xmlns:a16="http://schemas.microsoft.com/office/drawing/2014/main" id="{F7249B67-B3E9-4B5C-8AC6-F0BFC3EA35FB}"/>
              </a:ext>
            </a:extLst>
          </p:cNvPr>
          <p:cNvSpPr>
            <a:spLocks noGrp="1"/>
          </p:cNvSpPr>
          <p:nvPr/>
        </p:nvSpPr>
        <p:spPr>
          <a:xfrm>
            <a:off x="3352800" y="3857625"/>
            <a:ext cx="2667000" cy="390525"/>
          </a:xfrm>
          <a:prstGeom prst="rect">
            <a:avLst/>
          </a:prstGeom>
          <a:noFill/>
          <a:ln w="0">
            <a:noFill/>
            <a:prstDash val="solid"/>
          </a:ln>
        </p:spPr>
        <p:txBody>
          <a:bodyPr wrap="square" lIns="0" tIns="0" rIns="0" bIns="0" anchor="t">
            <a:noAutofit/>
          </a:bodyPr>
          <a:lstStyle>
            <a:defPPr algn="l">
              <a:defRPr sz="1875" b="1">
                <a:solidFill>
                  <a:srgbClr val="B57906"/>
                </a:solidFill>
                <a:latin typeface="Arial"/>
                <a:ea typeface="Arial"/>
                <a:cs typeface="Arial"/>
              </a:defRPr>
            </a:defPPr>
            <a:lvl1pPr algn="l">
              <a:defRPr sz="1875" b="1">
                <a:solidFill>
                  <a:srgbClr val="B57906"/>
                </a:solidFill>
                <a:latin typeface="Arial"/>
                <a:ea typeface="Arial"/>
                <a:cs typeface="Arial"/>
              </a:defRPr>
            </a:lvl1pPr>
            <a:lvl2pPr algn="l">
              <a:defRPr sz="1875" b="1">
                <a:solidFill>
                  <a:srgbClr val="B57906"/>
                </a:solidFill>
                <a:latin typeface="Arial"/>
                <a:ea typeface="Arial"/>
                <a:cs typeface="Arial"/>
              </a:defRPr>
            </a:lvl2pPr>
            <a:lvl3pPr algn="l">
              <a:defRPr sz="1875" b="1">
                <a:solidFill>
                  <a:srgbClr val="B57906"/>
                </a:solidFill>
                <a:latin typeface="Arial"/>
                <a:ea typeface="Arial"/>
                <a:cs typeface="Arial"/>
              </a:defRPr>
            </a:lvl3pPr>
            <a:lvl4pPr algn="l">
              <a:defRPr sz="1875" b="1">
                <a:solidFill>
                  <a:srgbClr val="B57906"/>
                </a:solidFill>
                <a:latin typeface="Arial"/>
                <a:ea typeface="Arial"/>
                <a:cs typeface="Arial"/>
              </a:defRPr>
            </a:lvl4pPr>
            <a:lvl5pPr algn="l">
              <a:defRPr sz="1875" b="1">
                <a:solidFill>
                  <a:srgbClr val="B57906"/>
                </a:solidFill>
                <a:latin typeface="Arial"/>
                <a:ea typeface="Arial"/>
                <a:cs typeface="Arial"/>
              </a:defRPr>
            </a:lvl5pPr>
            <a:lvl6pPr algn="l">
              <a:defRPr sz="1875" b="1">
                <a:solidFill>
                  <a:srgbClr val="B57906"/>
                </a:solidFill>
                <a:latin typeface="Arial"/>
                <a:ea typeface="Arial"/>
                <a:cs typeface="Arial"/>
              </a:defRPr>
            </a:lvl6pPr>
            <a:lvl7pPr algn="l">
              <a:defRPr sz="1875" b="1">
                <a:solidFill>
                  <a:srgbClr val="B57906"/>
                </a:solidFill>
                <a:latin typeface="Arial"/>
                <a:ea typeface="Arial"/>
                <a:cs typeface="Arial"/>
              </a:defRPr>
            </a:lvl7pPr>
            <a:lvl8pPr algn="l">
              <a:defRPr sz="1875" b="1">
                <a:solidFill>
                  <a:srgbClr val="B57906"/>
                </a:solidFill>
                <a:latin typeface="Arial"/>
                <a:ea typeface="Arial"/>
                <a:cs typeface="Arial"/>
              </a:defRPr>
            </a:lvl8pPr>
            <a:lvl9pPr algn="l">
              <a:defRPr sz="1875" b="1">
                <a:solidFill>
                  <a:srgbClr val="B57906"/>
                </a:solidFill>
                <a:latin typeface="Arial"/>
                <a:ea typeface="Arial"/>
                <a:cs typeface="Arial"/>
              </a:defRPr>
            </a:lvl9pPr>
          </a:lstStyle>
          <a:p>
            <a:pPr algn="l">
              <a:defRPr sz="1875" b="1">
                <a:solidFill>
                  <a:srgbClr val="B57906"/>
                </a:solidFill>
                <a:latin typeface="Arial"/>
                <a:ea typeface="Arial"/>
                <a:cs typeface="Arial"/>
              </a:defRPr>
            </a:pPr>
            <a:r>
              <a:rPr sz="1875" b="1">
                <a:solidFill>
                  <a:srgbClr val="B57906"/>
                </a:solidFill>
                <a:latin typeface="Arial"/>
                <a:ea typeface="Arial"/>
                <a:cs typeface="Arial"/>
              </a:rPr>
              <a:t>02 Human safety check</a:t>
            </a:r>
          </a:p>
        </p:txBody>
      </p:sp>
      <p:sp>
        <p:nvSpPr>
          <p:cNvPr id="14" name="A02-detail-117">
            <a:extLst>
              <a:ext uri="{FF2B5EF4-FFF2-40B4-BE49-F238E27FC236}">
                <a16:creationId xmlns:a16="http://schemas.microsoft.com/office/drawing/2014/main" id="{033F1DA4-0186-476F-BAFF-4DECAD6CCAD1}"/>
              </a:ext>
            </a:extLst>
          </p:cNvPr>
          <p:cNvSpPr>
            <a:spLocks noGrp="1"/>
          </p:cNvSpPr>
          <p:nvPr/>
        </p:nvSpPr>
        <p:spPr>
          <a:xfrm>
            <a:off x="3352800" y="4410075"/>
            <a:ext cx="2667000" cy="1009650"/>
          </a:xfrm>
          <a:prstGeom prst="rect">
            <a:avLst/>
          </a:prstGeom>
          <a:noFill/>
          <a:ln w="0">
            <a:noFill/>
            <a:prstDash val="solid"/>
          </a:ln>
        </p:spPr>
        <p:txBody>
          <a:bodyPr wrap="square" lIns="0" tIns="0" rIns="0" bIns="0" anchor="t">
            <a:noAutofit/>
          </a:bodyPr>
          <a:lstStyle>
            <a:defPPr algn="l">
              <a:defRPr sz="1650" b="0">
                <a:solidFill>
                  <a:srgbClr val="586958"/>
                </a:solidFill>
                <a:latin typeface="Arial"/>
                <a:ea typeface="Arial"/>
                <a:cs typeface="Arial"/>
              </a:defRPr>
            </a:defPPr>
            <a:lvl1pPr algn="l">
              <a:defRPr sz="1650" b="0">
                <a:solidFill>
                  <a:srgbClr val="586958"/>
                </a:solidFill>
                <a:latin typeface="Arial"/>
                <a:ea typeface="Arial"/>
                <a:cs typeface="Arial"/>
              </a:defRPr>
            </a:lvl1pPr>
            <a:lvl2pPr algn="l">
              <a:defRPr sz="1650" b="0">
                <a:solidFill>
                  <a:srgbClr val="586958"/>
                </a:solidFill>
                <a:latin typeface="Arial"/>
                <a:ea typeface="Arial"/>
                <a:cs typeface="Arial"/>
              </a:defRPr>
            </a:lvl2pPr>
            <a:lvl3pPr algn="l">
              <a:defRPr sz="1650" b="0">
                <a:solidFill>
                  <a:srgbClr val="586958"/>
                </a:solidFill>
                <a:latin typeface="Arial"/>
                <a:ea typeface="Arial"/>
                <a:cs typeface="Arial"/>
              </a:defRPr>
            </a:lvl3pPr>
            <a:lvl4pPr algn="l">
              <a:defRPr sz="1650" b="0">
                <a:solidFill>
                  <a:srgbClr val="586958"/>
                </a:solidFill>
                <a:latin typeface="Arial"/>
                <a:ea typeface="Arial"/>
                <a:cs typeface="Arial"/>
              </a:defRPr>
            </a:lvl4pPr>
            <a:lvl5pPr algn="l">
              <a:defRPr sz="1650" b="0">
                <a:solidFill>
                  <a:srgbClr val="586958"/>
                </a:solidFill>
                <a:latin typeface="Arial"/>
                <a:ea typeface="Arial"/>
                <a:cs typeface="Arial"/>
              </a:defRPr>
            </a:lvl5pPr>
            <a:lvl6pPr algn="l">
              <a:defRPr sz="1650" b="0">
                <a:solidFill>
                  <a:srgbClr val="586958"/>
                </a:solidFill>
                <a:latin typeface="Arial"/>
                <a:ea typeface="Arial"/>
                <a:cs typeface="Arial"/>
              </a:defRPr>
            </a:lvl6pPr>
            <a:lvl7pPr algn="l">
              <a:defRPr sz="1650" b="0">
                <a:solidFill>
                  <a:srgbClr val="586958"/>
                </a:solidFill>
                <a:latin typeface="Arial"/>
                <a:ea typeface="Arial"/>
                <a:cs typeface="Arial"/>
              </a:defRPr>
            </a:lvl7pPr>
            <a:lvl8pPr algn="l">
              <a:defRPr sz="1650" b="0">
                <a:solidFill>
                  <a:srgbClr val="586958"/>
                </a:solidFill>
                <a:latin typeface="Arial"/>
                <a:ea typeface="Arial"/>
                <a:cs typeface="Arial"/>
              </a:defRPr>
            </a:lvl8pPr>
            <a:lvl9pPr algn="l">
              <a:defRPr sz="1650" b="0">
                <a:solidFill>
                  <a:srgbClr val="586958"/>
                </a:solidFill>
                <a:latin typeface="Arial"/>
                <a:ea typeface="Arial"/>
                <a:cs typeface="Arial"/>
              </a:defRPr>
            </a:lvl9pPr>
          </a:lstStyle>
          <a:p>
            <a:pPr algn="l">
              <a:defRPr sz="1650" b="0">
                <a:solidFill>
                  <a:srgbClr val="586958"/>
                </a:solidFill>
                <a:latin typeface="Arial"/>
                <a:ea typeface="Arial"/>
                <a:cs typeface="Arial"/>
              </a:defRPr>
            </a:pPr>
            <a:r>
              <a:rPr sz="1650" b="0">
                <a:solidFill>
                  <a:srgbClr val="586958"/>
                </a:solidFill>
                <a:latin typeface="Arial"/>
                <a:ea typeface="Arial"/>
                <a:cs typeface="Arial"/>
              </a:rPr>
              <a:t>Storage and transport</a:t>
            </a:r>
          </a:p>
          <a:p>
            <a:pPr algn="l">
              <a:defRPr sz="1650" b="0">
                <a:solidFill>
                  <a:srgbClr val="586958"/>
                </a:solidFill>
                <a:latin typeface="Arial"/>
                <a:ea typeface="Arial"/>
                <a:cs typeface="Arial"/>
              </a:defRPr>
            </a:pPr>
            <a:r>
              <a:rPr sz="1650" b="0">
                <a:solidFill>
                  <a:srgbClr val="586958"/>
                </a:solidFill>
                <a:latin typeface="Arial"/>
                <a:ea typeface="Arial"/>
                <a:cs typeface="Arial"/>
              </a:rPr>
              <a:t>Packaging and warning signs</a:t>
            </a:r>
          </a:p>
          <a:p>
            <a:pPr algn="l">
              <a:defRPr sz="1650" b="0">
                <a:solidFill>
                  <a:srgbClr val="586958"/>
                </a:solidFill>
                <a:latin typeface="Arial"/>
                <a:ea typeface="Arial"/>
                <a:cs typeface="Arial"/>
              </a:defRPr>
            </a:pPr>
            <a:r>
              <a:rPr sz="1650" b="0">
                <a:solidFill>
                  <a:srgbClr val="586958"/>
                </a:solidFill>
                <a:latin typeface="Arial"/>
                <a:ea typeface="Arial"/>
                <a:cs typeface="Arial"/>
              </a:rPr>
              <a:t>Stop if information is missing</a:t>
            </a:r>
          </a:p>
        </p:txBody>
      </p:sp>
      <p:sp>
        <p:nvSpPr>
          <p:cNvPr id="15" name="A03-stage-118">
            <a:extLst>
              <a:ext uri="{FF2B5EF4-FFF2-40B4-BE49-F238E27FC236}">
                <a16:creationId xmlns:a16="http://schemas.microsoft.com/office/drawing/2014/main" id="{C7657AFB-35E0-445A-B79C-40307918F33B}"/>
              </a:ext>
            </a:extLst>
          </p:cNvPr>
          <p:cNvSpPr>
            <a:spLocks noGrp="1"/>
          </p:cNvSpPr>
          <p:nvPr/>
        </p:nvSpPr>
        <p:spPr>
          <a:xfrm>
            <a:off x="6248400" y="3857625"/>
            <a:ext cx="2667000" cy="390525"/>
          </a:xfrm>
          <a:prstGeom prst="rect">
            <a:avLst/>
          </a:prstGeom>
          <a:noFill/>
          <a:ln w="0">
            <a:noFill/>
            <a:prstDash val="solid"/>
          </a:ln>
        </p:spPr>
        <p:txBody>
          <a:bodyPr wrap="square" lIns="0" tIns="0" rIns="0" bIns="0" anchor="t">
            <a:noAutofit/>
          </a:bodyPr>
          <a:lstStyle>
            <a:defPPr algn="l">
              <a:defRPr sz="1875" b="1">
                <a:solidFill>
                  <a:srgbClr val="B57906"/>
                </a:solidFill>
                <a:latin typeface="Arial"/>
                <a:ea typeface="Arial"/>
                <a:cs typeface="Arial"/>
              </a:defRPr>
            </a:defPPr>
            <a:lvl1pPr algn="l">
              <a:defRPr sz="1875" b="1">
                <a:solidFill>
                  <a:srgbClr val="B57906"/>
                </a:solidFill>
                <a:latin typeface="Arial"/>
                <a:ea typeface="Arial"/>
                <a:cs typeface="Arial"/>
              </a:defRPr>
            </a:lvl1pPr>
            <a:lvl2pPr algn="l">
              <a:defRPr sz="1875" b="1">
                <a:solidFill>
                  <a:srgbClr val="B57906"/>
                </a:solidFill>
                <a:latin typeface="Arial"/>
                <a:ea typeface="Arial"/>
                <a:cs typeface="Arial"/>
              </a:defRPr>
            </a:lvl2pPr>
            <a:lvl3pPr algn="l">
              <a:defRPr sz="1875" b="1">
                <a:solidFill>
                  <a:srgbClr val="B57906"/>
                </a:solidFill>
                <a:latin typeface="Arial"/>
                <a:ea typeface="Arial"/>
                <a:cs typeface="Arial"/>
              </a:defRPr>
            </a:lvl3pPr>
            <a:lvl4pPr algn="l">
              <a:defRPr sz="1875" b="1">
                <a:solidFill>
                  <a:srgbClr val="B57906"/>
                </a:solidFill>
                <a:latin typeface="Arial"/>
                <a:ea typeface="Arial"/>
                <a:cs typeface="Arial"/>
              </a:defRPr>
            </a:lvl4pPr>
            <a:lvl5pPr algn="l">
              <a:defRPr sz="1875" b="1">
                <a:solidFill>
                  <a:srgbClr val="B57906"/>
                </a:solidFill>
                <a:latin typeface="Arial"/>
                <a:ea typeface="Arial"/>
                <a:cs typeface="Arial"/>
              </a:defRPr>
            </a:lvl5pPr>
            <a:lvl6pPr algn="l">
              <a:defRPr sz="1875" b="1">
                <a:solidFill>
                  <a:srgbClr val="B57906"/>
                </a:solidFill>
                <a:latin typeface="Arial"/>
                <a:ea typeface="Arial"/>
                <a:cs typeface="Arial"/>
              </a:defRPr>
            </a:lvl6pPr>
            <a:lvl7pPr algn="l">
              <a:defRPr sz="1875" b="1">
                <a:solidFill>
                  <a:srgbClr val="B57906"/>
                </a:solidFill>
                <a:latin typeface="Arial"/>
                <a:ea typeface="Arial"/>
                <a:cs typeface="Arial"/>
              </a:defRPr>
            </a:lvl7pPr>
            <a:lvl8pPr algn="l">
              <a:defRPr sz="1875" b="1">
                <a:solidFill>
                  <a:srgbClr val="B57906"/>
                </a:solidFill>
                <a:latin typeface="Arial"/>
                <a:ea typeface="Arial"/>
                <a:cs typeface="Arial"/>
              </a:defRPr>
            </a:lvl8pPr>
            <a:lvl9pPr algn="l">
              <a:defRPr sz="1875" b="1">
                <a:solidFill>
                  <a:srgbClr val="B57906"/>
                </a:solidFill>
                <a:latin typeface="Arial"/>
                <a:ea typeface="Arial"/>
                <a:cs typeface="Arial"/>
              </a:defRPr>
            </a:lvl9pPr>
          </a:lstStyle>
          <a:p>
            <a:pPr algn="l">
              <a:defRPr sz="1875" b="1">
                <a:solidFill>
                  <a:srgbClr val="B57906"/>
                </a:solidFill>
                <a:latin typeface="Arial"/>
                <a:ea typeface="Arial"/>
                <a:cs typeface="Arial"/>
              </a:defRPr>
            </a:pPr>
            <a:r>
              <a:rPr sz="1875" b="1">
                <a:solidFill>
                  <a:srgbClr val="B57906"/>
                </a:solidFill>
                <a:latin typeface="Arial"/>
                <a:ea typeface="Arial"/>
                <a:cs typeface="Arial"/>
              </a:rPr>
              <a:t>03 Confirm recipient</a:t>
            </a:r>
          </a:p>
        </p:txBody>
      </p:sp>
      <p:sp>
        <p:nvSpPr>
          <p:cNvPr id="16" name="A03-detail-119">
            <a:extLst>
              <a:ext uri="{FF2B5EF4-FFF2-40B4-BE49-F238E27FC236}">
                <a16:creationId xmlns:a16="http://schemas.microsoft.com/office/drawing/2014/main" id="{BB143D88-90FA-4568-B4AB-B5101CB14C28}"/>
              </a:ext>
            </a:extLst>
          </p:cNvPr>
          <p:cNvSpPr>
            <a:spLocks noGrp="1"/>
          </p:cNvSpPr>
          <p:nvPr/>
        </p:nvSpPr>
        <p:spPr>
          <a:xfrm>
            <a:off x="6248400" y="4410075"/>
            <a:ext cx="2667000" cy="1009650"/>
          </a:xfrm>
          <a:prstGeom prst="rect">
            <a:avLst/>
          </a:prstGeom>
          <a:noFill/>
          <a:ln w="0">
            <a:noFill/>
            <a:prstDash val="solid"/>
          </a:ln>
        </p:spPr>
        <p:txBody>
          <a:bodyPr wrap="square" lIns="0" tIns="0" rIns="0" bIns="0" anchor="t">
            <a:noAutofit/>
          </a:bodyPr>
          <a:lstStyle>
            <a:defPPr algn="l">
              <a:defRPr sz="1650" b="0">
                <a:solidFill>
                  <a:srgbClr val="586958"/>
                </a:solidFill>
                <a:latin typeface="Arial"/>
                <a:ea typeface="Arial"/>
                <a:cs typeface="Arial"/>
              </a:defRPr>
            </a:defPPr>
            <a:lvl1pPr algn="l">
              <a:defRPr sz="1650" b="0">
                <a:solidFill>
                  <a:srgbClr val="586958"/>
                </a:solidFill>
                <a:latin typeface="Arial"/>
                <a:ea typeface="Arial"/>
                <a:cs typeface="Arial"/>
              </a:defRPr>
            </a:lvl1pPr>
            <a:lvl2pPr algn="l">
              <a:defRPr sz="1650" b="0">
                <a:solidFill>
                  <a:srgbClr val="586958"/>
                </a:solidFill>
                <a:latin typeface="Arial"/>
                <a:ea typeface="Arial"/>
                <a:cs typeface="Arial"/>
              </a:defRPr>
            </a:lvl2pPr>
            <a:lvl3pPr algn="l">
              <a:defRPr sz="1650" b="0">
                <a:solidFill>
                  <a:srgbClr val="586958"/>
                </a:solidFill>
                <a:latin typeface="Arial"/>
                <a:ea typeface="Arial"/>
                <a:cs typeface="Arial"/>
              </a:defRPr>
            </a:lvl3pPr>
            <a:lvl4pPr algn="l">
              <a:defRPr sz="1650" b="0">
                <a:solidFill>
                  <a:srgbClr val="586958"/>
                </a:solidFill>
                <a:latin typeface="Arial"/>
                <a:ea typeface="Arial"/>
                <a:cs typeface="Arial"/>
              </a:defRPr>
            </a:lvl4pPr>
            <a:lvl5pPr algn="l">
              <a:defRPr sz="1650" b="0">
                <a:solidFill>
                  <a:srgbClr val="586958"/>
                </a:solidFill>
                <a:latin typeface="Arial"/>
                <a:ea typeface="Arial"/>
                <a:cs typeface="Arial"/>
              </a:defRPr>
            </a:lvl5pPr>
            <a:lvl6pPr algn="l">
              <a:defRPr sz="1650" b="0">
                <a:solidFill>
                  <a:srgbClr val="586958"/>
                </a:solidFill>
                <a:latin typeface="Arial"/>
                <a:ea typeface="Arial"/>
                <a:cs typeface="Arial"/>
              </a:defRPr>
            </a:lvl6pPr>
            <a:lvl7pPr algn="l">
              <a:defRPr sz="1650" b="0">
                <a:solidFill>
                  <a:srgbClr val="586958"/>
                </a:solidFill>
                <a:latin typeface="Arial"/>
                <a:ea typeface="Arial"/>
                <a:cs typeface="Arial"/>
              </a:defRPr>
            </a:lvl7pPr>
            <a:lvl8pPr algn="l">
              <a:defRPr sz="1650" b="0">
                <a:solidFill>
                  <a:srgbClr val="586958"/>
                </a:solidFill>
                <a:latin typeface="Arial"/>
                <a:ea typeface="Arial"/>
                <a:cs typeface="Arial"/>
              </a:defRPr>
            </a:lvl8pPr>
            <a:lvl9pPr algn="l">
              <a:defRPr sz="1650" b="0">
                <a:solidFill>
                  <a:srgbClr val="586958"/>
                </a:solidFill>
                <a:latin typeface="Arial"/>
                <a:ea typeface="Arial"/>
                <a:cs typeface="Arial"/>
              </a:defRPr>
            </a:lvl9pPr>
          </a:lstStyle>
          <a:p>
            <a:pPr algn="l">
              <a:defRPr sz="1650" b="0">
                <a:solidFill>
                  <a:srgbClr val="586958"/>
                </a:solidFill>
                <a:latin typeface="Arial"/>
                <a:ea typeface="Arial"/>
                <a:cs typeface="Arial"/>
              </a:defRPr>
            </a:pPr>
            <a:r>
              <a:rPr sz="1650" b="0">
                <a:solidFill>
                  <a:srgbClr val="586958"/>
                </a:solidFill>
                <a:latin typeface="Arial"/>
                <a:ea typeface="Arial"/>
                <a:cs typeface="Arial"/>
              </a:rPr>
              <a:t>Capacity and timing</a:t>
            </a:r>
          </a:p>
          <a:p>
            <a:pPr algn="l">
              <a:defRPr sz="1650" b="0">
                <a:solidFill>
                  <a:srgbClr val="586958"/>
                </a:solidFill>
                <a:latin typeface="Arial"/>
                <a:ea typeface="Arial"/>
                <a:cs typeface="Arial"/>
              </a:defRPr>
            </a:pPr>
            <a:r>
              <a:rPr sz="1650" b="0">
                <a:solidFill>
                  <a:srgbClr val="586958"/>
                </a:solidFill>
                <a:latin typeface="Arial"/>
                <a:ea typeface="Arial"/>
                <a:cs typeface="Arial"/>
              </a:rPr>
              <a:t>Care and responsibilities</a:t>
            </a:r>
          </a:p>
          <a:p>
            <a:pPr algn="l">
              <a:defRPr sz="1650" b="0">
                <a:solidFill>
                  <a:srgbClr val="586958"/>
                </a:solidFill>
                <a:latin typeface="Arial"/>
                <a:ea typeface="Arial"/>
                <a:cs typeface="Arial"/>
              </a:defRPr>
            </a:pPr>
            <a:r>
              <a:rPr sz="1650" b="0">
                <a:solidFill>
                  <a:srgbClr val="586958"/>
                </a:solidFill>
                <a:latin typeface="Arial"/>
                <a:ea typeface="Arial"/>
                <a:cs typeface="Arial"/>
              </a:rPr>
              <a:t>Operator verification</a:t>
            </a:r>
          </a:p>
        </p:txBody>
      </p:sp>
      <p:sp>
        <p:nvSpPr>
          <p:cNvPr id="17" name="A04-stage-120">
            <a:extLst>
              <a:ext uri="{FF2B5EF4-FFF2-40B4-BE49-F238E27FC236}">
                <a16:creationId xmlns:a16="http://schemas.microsoft.com/office/drawing/2014/main" id="{57067219-BF2F-4AA2-B72A-A943F290C5E3}"/>
              </a:ext>
            </a:extLst>
          </p:cNvPr>
          <p:cNvSpPr>
            <a:spLocks noGrp="1"/>
          </p:cNvSpPr>
          <p:nvPr/>
        </p:nvSpPr>
        <p:spPr>
          <a:xfrm>
            <a:off x="9144000" y="3857625"/>
            <a:ext cx="2667000" cy="390525"/>
          </a:xfrm>
          <a:prstGeom prst="rect">
            <a:avLst/>
          </a:prstGeom>
          <a:noFill/>
          <a:ln w="0">
            <a:noFill/>
            <a:prstDash val="solid"/>
          </a:ln>
        </p:spPr>
        <p:txBody>
          <a:bodyPr wrap="square" lIns="0" tIns="0" rIns="0" bIns="0" anchor="t">
            <a:noAutofit/>
          </a:bodyPr>
          <a:lstStyle>
            <a:defPPr algn="l">
              <a:defRPr sz="1875" b="1">
                <a:solidFill>
                  <a:srgbClr val="B57906"/>
                </a:solidFill>
                <a:latin typeface="Arial"/>
                <a:ea typeface="Arial"/>
                <a:cs typeface="Arial"/>
              </a:defRPr>
            </a:defPPr>
            <a:lvl1pPr algn="l">
              <a:defRPr sz="1875" b="1">
                <a:solidFill>
                  <a:srgbClr val="B57906"/>
                </a:solidFill>
                <a:latin typeface="Arial"/>
                <a:ea typeface="Arial"/>
                <a:cs typeface="Arial"/>
              </a:defRPr>
            </a:lvl1pPr>
            <a:lvl2pPr algn="l">
              <a:defRPr sz="1875" b="1">
                <a:solidFill>
                  <a:srgbClr val="B57906"/>
                </a:solidFill>
                <a:latin typeface="Arial"/>
                <a:ea typeface="Arial"/>
                <a:cs typeface="Arial"/>
              </a:defRPr>
            </a:lvl2pPr>
            <a:lvl3pPr algn="l">
              <a:defRPr sz="1875" b="1">
                <a:solidFill>
                  <a:srgbClr val="B57906"/>
                </a:solidFill>
                <a:latin typeface="Arial"/>
                <a:ea typeface="Arial"/>
                <a:cs typeface="Arial"/>
              </a:defRPr>
            </a:lvl3pPr>
            <a:lvl4pPr algn="l">
              <a:defRPr sz="1875" b="1">
                <a:solidFill>
                  <a:srgbClr val="B57906"/>
                </a:solidFill>
                <a:latin typeface="Arial"/>
                <a:ea typeface="Arial"/>
                <a:cs typeface="Arial"/>
              </a:defRPr>
            </a:lvl4pPr>
            <a:lvl5pPr algn="l">
              <a:defRPr sz="1875" b="1">
                <a:solidFill>
                  <a:srgbClr val="B57906"/>
                </a:solidFill>
                <a:latin typeface="Arial"/>
                <a:ea typeface="Arial"/>
                <a:cs typeface="Arial"/>
              </a:defRPr>
            </a:lvl5pPr>
            <a:lvl6pPr algn="l">
              <a:defRPr sz="1875" b="1">
                <a:solidFill>
                  <a:srgbClr val="B57906"/>
                </a:solidFill>
                <a:latin typeface="Arial"/>
                <a:ea typeface="Arial"/>
                <a:cs typeface="Arial"/>
              </a:defRPr>
            </a:lvl6pPr>
            <a:lvl7pPr algn="l">
              <a:defRPr sz="1875" b="1">
                <a:solidFill>
                  <a:srgbClr val="B57906"/>
                </a:solidFill>
                <a:latin typeface="Arial"/>
                <a:ea typeface="Arial"/>
                <a:cs typeface="Arial"/>
              </a:defRPr>
            </a:lvl7pPr>
            <a:lvl8pPr algn="l">
              <a:defRPr sz="1875" b="1">
                <a:solidFill>
                  <a:srgbClr val="B57906"/>
                </a:solidFill>
                <a:latin typeface="Arial"/>
                <a:ea typeface="Arial"/>
                <a:cs typeface="Arial"/>
              </a:defRPr>
            </a:lvl8pPr>
            <a:lvl9pPr algn="l">
              <a:defRPr sz="1875" b="1">
                <a:solidFill>
                  <a:srgbClr val="B57906"/>
                </a:solidFill>
                <a:latin typeface="Arial"/>
                <a:ea typeface="Arial"/>
                <a:cs typeface="Arial"/>
              </a:defRPr>
            </a:lvl9pPr>
          </a:lstStyle>
          <a:p>
            <a:pPr algn="l">
              <a:defRPr sz="1875" b="1">
                <a:solidFill>
                  <a:srgbClr val="B57906"/>
                </a:solidFill>
                <a:latin typeface="Arial"/>
                <a:ea typeface="Arial"/>
                <a:cs typeface="Arial"/>
              </a:defRPr>
            </a:pPr>
            <a:r>
              <a:rPr sz="1875" b="1">
                <a:solidFill>
                  <a:srgbClr val="B57906"/>
                </a:solidFill>
                <a:latin typeface="Arial"/>
                <a:ea typeface="Arial"/>
                <a:cs typeface="Arial"/>
              </a:rPr>
              <a:t>04 Record handover</a:t>
            </a:r>
          </a:p>
        </p:txBody>
      </p:sp>
      <p:sp>
        <p:nvSpPr>
          <p:cNvPr id="18" name="A04-detail-121">
            <a:extLst>
              <a:ext uri="{FF2B5EF4-FFF2-40B4-BE49-F238E27FC236}">
                <a16:creationId xmlns:a16="http://schemas.microsoft.com/office/drawing/2014/main" id="{2CAA74DE-5375-4385-A8F8-3CFB624499C0}"/>
              </a:ext>
            </a:extLst>
          </p:cNvPr>
          <p:cNvSpPr>
            <a:spLocks noGrp="1"/>
          </p:cNvSpPr>
          <p:nvPr/>
        </p:nvSpPr>
        <p:spPr>
          <a:xfrm>
            <a:off x="9144000" y="4410075"/>
            <a:ext cx="2667000" cy="1009650"/>
          </a:xfrm>
          <a:prstGeom prst="rect">
            <a:avLst/>
          </a:prstGeom>
          <a:noFill/>
          <a:ln w="0">
            <a:noFill/>
            <a:prstDash val="solid"/>
          </a:ln>
        </p:spPr>
        <p:txBody>
          <a:bodyPr wrap="square" lIns="0" tIns="0" rIns="0" bIns="0" anchor="t">
            <a:noAutofit/>
          </a:bodyPr>
          <a:lstStyle>
            <a:defPPr algn="l">
              <a:defRPr sz="1650" b="0">
                <a:solidFill>
                  <a:srgbClr val="586958"/>
                </a:solidFill>
                <a:latin typeface="Arial"/>
                <a:ea typeface="Arial"/>
                <a:cs typeface="Arial"/>
              </a:defRPr>
            </a:defPPr>
            <a:lvl1pPr algn="l">
              <a:defRPr sz="1650" b="0">
                <a:solidFill>
                  <a:srgbClr val="586958"/>
                </a:solidFill>
                <a:latin typeface="Arial"/>
                <a:ea typeface="Arial"/>
                <a:cs typeface="Arial"/>
              </a:defRPr>
            </a:lvl1pPr>
            <a:lvl2pPr algn="l">
              <a:defRPr sz="1650" b="0">
                <a:solidFill>
                  <a:srgbClr val="586958"/>
                </a:solidFill>
                <a:latin typeface="Arial"/>
                <a:ea typeface="Arial"/>
                <a:cs typeface="Arial"/>
              </a:defRPr>
            </a:lvl2pPr>
            <a:lvl3pPr algn="l">
              <a:defRPr sz="1650" b="0">
                <a:solidFill>
                  <a:srgbClr val="586958"/>
                </a:solidFill>
                <a:latin typeface="Arial"/>
                <a:ea typeface="Arial"/>
                <a:cs typeface="Arial"/>
              </a:defRPr>
            </a:lvl3pPr>
            <a:lvl4pPr algn="l">
              <a:defRPr sz="1650" b="0">
                <a:solidFill>
                  <a:srgbClr val="586958"/>
                </a:solidFill>
                <a:latin typeface="Arial"/>
                <a:ea typeface="Arial"/>
                <a:cs typeface="Arial"/>
              </a:defRPr>
            </a:lvl4pPr>
            <a:lvl5pPr algn="l">
              <a:defRPr sz="1650" b="0">
                <a:solidFill>
                  <a:srgbClr val="586958"/>
                </a:solidFill>
                <a:latin typeface="Arial"/>
                <a:ea typeface="Arial"/>
                <a:cs typeface="Arial"/>
              </a:defRPr>
            </a:lvl5pPr>
            <a:lvl6pPr algn="l">
              <a:defRPr sz="1650" b="0">
                <a:solidFill>
                  <a:srgbClr val="586958"/>
                </a:solidFill>
                <a:latin typeface="Arial"/>
                <a:ea typeface="Arial"/>
                <a:cs typeface="Arial"/>
              </a:defRPr>
            </a:lvl6pPr>
            <a:lvl7pPr algn="l">
              <a:defRPr sz="1650" b="0">
                <a:solidFill>
                  <a:srgbClr val="586958"/>
                </a:solidFill>
                <a:latin typeface="Arial"/>
                <a:ea typeface="Arial"/>
                <a:cs typeface="Arial"/>
              </a:defRPr>
            </a:lvl7pPr>
            <a:lvl8pPr algn="l">
              <a:defRPr sz="1650" b="0">
                <a:solidFill>
                  <a:srgbClr val="586958"/>
                </a:solidFill>
                <a:latin typeface="Arial"/>
                <a:ea typeface="Arial"/>
                <a:cs typeface="Arial"/>
              </a:defRPr>
            </a:lvl8pPr>
            <a:lvl9pPr algn="l">
              <a:defRPr sz="1650" b="0">
                <a:solidFill>
                  <a:srgbClr val="586958"/>
                </a:solidFill>
                <a:latin typeface="Arial"/>
                <a:ea typeface="Arial"/>
                <a:cs typeface="Arial"/>
              </a:defRPr>
            </a:lvl9pPr>
          </a:lstStyle>
          <a:p>
            <a:pPr algn="l">
              <a:defRPr sz="1650" b="0">
                <a:solidFill>
                  <a:srgbClr val="586958"/>
                </a:solidFill>
                <a:latin typeface="Arial"/>
                <a:ea typeface="Arial"/>
                <a:cs typeface="Arial"/>
              </a:defRPr>
            </a:pPr>
            <a:r>
              <a:rPr sz="1650" b="0">
                <a:solidFill>
                  <a:srgbClr val="586958"/>
                </a:solidFill>
                <a:latin typeface="Arial"/>
                <a:ea typeface="Arial"/>
                <a:cs typeface="Arial"/>
              </a:rPr>
              <a:t>Quantity, time and people</a:t>
            </a:r>
          </a:p>
          <a:p>
            <a:pPr algn="l">
              <a:defRPr sz="1650" b="0">
                <a:solidFill>
                  <a:srgbClr val="586958"/>
                </a:solidFill>
                <a:latin typeface="Arial"/>
                <a:ea typeface="Arial"/>
                <a:cs typeface="Arial"/>
              </a:defRPr>
            </a:pPr>
            <a:r>
              <a:rPr sz="1650" b="0">
                <a:solidFill>
                  <a:srgbClr val="586958"/>
                </a:solidFill>
                <a:latin typeface="Arial"/>
                <a:ea typeface="Arial"/>
                <a:cs typeface="Arial"/>
              </a:rPr>
              <a:t>Recipient confirmation</a:t>
            </a:r>
          </a:p>
          <a:p>
            <a:pPr algn="l">
              <a:defRPr sz="1650" b="0">
                <a:solidFill>
                  <a:srgbClr val="586958"/>
                </a:solidFill>
                <a:latin typeface="Arial"/>
                <a:ea typeface="Arial"/>
                <a:cs typeface="Arial"/>
              </a:defRPr>
            </a:pPr>
            <a:r>
              <a:rPr sz="1650" b="0">
                <a:solidFill>
                  <a:srgbClr val="586958"/>
                </a:solidFill>
                <a:latin typeface="Arial"/>
                <a:ea typeface="Arial"/>
                <a:cs typeface="Arial"/>
              </a:rPr>
              <a:t>Exceptions and disposition</a:t>
            </a:r>
          </a:p>
        </p:txBody>
      </p:sp>
      <p:sp>
        <p:nvSpPr>
          <p:cNvPr id="19" name="矩形 18">
            <a:extLst>
              <a:ext uri="{FF2B5EF4-FFF2-40B4-BE49-F238E27FC236}">
                <a16:creationId xmlns:a16="http://schemas.microsoft.com/office/drawing/2014/main" id="{27E8EC15-085A-416F-AC16-93147BE9B15B}"/>
              </a:ext>
            </a:extLst>
          </p:cNvPr>
          <p:cNvSpPr>
            <a:spLocks noGrp="1"/>
          </p:cNvSpPr>
          <p:nvPr/>
        </p:nvSpPr>
        <p:spPr>
          <a:xfrm>
            <a:off x="457200" y="5781675"/>
            <a:ext cx="11277600" cy="495300"/>
          </a:xfrm>
          <a:prstGeom prst="rect">
            <a:avLst/>
          </a:prstGeom>
          <a:noFill/>
          <a:ln w="0">
            <a:noFill/>
            <a:prstDash val="solid"/>
          </a:ln>
        </p:spPr>
        <p:txBody>
          <a:bodyPr wrap="square" lIns="0" tIns="0" rIns="0" bIns="0" anchor="t">
            <a:noAutofit/>
          </a:bodyPr>
          <a:lstStyle>
            <a:defPPr algn="l">
              <a:defRPr sz="2100" b="1">
                <a:solidFill>
                  <a:srgbClr val="B44831"/>
                </a:solidFill>
                <a:latin typeface="Arial"/>
                <a:ea typeface="Arial"/>
                <a:cs typeface="Arial"/>
              </a:defRPr>
            </a:defPPr>
            <a:lvl1pPr algn="l">
              <a:defRPr sz="2100" b="1">
                <a:solidFill>
                  <a:srgbClr val="B44831"/>
                </a:solidFill>
                <a:latin typeface="Arial"/>
                <a:ea typeface="Arial"/>
                <a:cs typeface="Arial"/>
              </a:defRPr>
            </a:lvl1pPr>
            <a:lvl2pPr algn="l">
              <a:defRPr sz="2100" b="1">
                <a:solidFill>
                  <a:srgbClr val="B44831"/>
                </a:solidFill>
                <a:latin typeface="Arial"/>
                <a:ea typeface="Arial"/>
                <a:cs typeface="Arial"/>
              </a:defRPr>
            </a:lvl2pPr>
            <a:lvl3pPr algn="l">
              <a:defRPr sz="2100" b="1">
                <a:solidFill>
                  <a:srgbClr val="B44831"/>
                </a:solidFill>
                <a:latin typeface="Arial"/>
                <a:ea typeface="Arial"/>
                <a:cs typeface="Arial"/>
              </a:defRPr>
            </a:lvl3pPr>
            <a:lvl4pPr algn="l">
              <a:defRPr sz="2100" b="1">
                <a:solidFill>
                  <a:srgbClr val="B44831"/>
                </a:solidFill>
                <a:latin typeface="Arial"/>
                <a:ea typeface="Arial"/>
                <a:cs typeface="Arial"/>
              </a:defRPr>
            </a:lvl4pPr>
            <a:lvl5pPr algn="l">
              <a:defRPr sz="2100" b="1">
                <a:solidFill>
                  <a:srgbClr val="B44831"/>
                </a:solidFill>
                <a:latin typeface="Arial"/>
                <a:ea typeface="Arial"/>
                <a:cs typeface="Arial"/>
              </a:defRPr>
            </a:lvl5pPr>
            <a:lvl6pPr algn="l">
              <a:defRPr sz="2100" b="1">
                <a:solidFill>
                  <a:srgbClr val="B44831"/>
                </a:solidFill>
                <a:latin typeface="Arial"/>
                <a:ea typeface="Arial"/>
                <a:cs typeface="Arial"/>
              </a:defRPr>
            </a:lvl6pPr>
            <a:lvl7pPr algn="l">
              <a:defRPr sz="2100" b="1">
                <a:solidFill>
                  <a:srgbClr val="B44831"/>
                </a:solidFill>
                <a:latin typeface="Arial"/>
                <a:ea typeface="Arial"/>
                <a:cs typeface="Arial"/>
              </a:defRPr>
            </a:lvl7pPr>
            <a:lvl8pPr algn="l">
              <a:defRPr sz="2100" b="1">
                <a:solidFill>
                  <a:srgbClr val="B44831"/>
                </a:solidFill>
                <a:latin typeface="Arial"/>
                <a:ea typeface="Arial"/>
                <a:cs typeface="Arial"/>
              </a:defRPr>
            </a:lvl8pPr>
            <a:lvl9pPr algn="l">
              <a:defRPr sz="2100" b="1">
                <a:solidFill>
                  <a:srgbClr val="B44831"/>
                </a:solidFill>
                <a:latin typeface="Arial"/>
                <a:ea typeface="Arial"/>
                <a:cs typeface="Arial"/>
              </a:defRPr>
            </a:lvl9pPr>
          </a:lstStyle>
          <a:p>
            <a:pPr algn="l">
              <a:defRPr sz="2100" b="1">
                <a:solidFill>
                  <a:srgbClr val="B44831"/>
                </a:solidFill>
                <a:latin typeface="Arial"/>
                <a:ea typeface="Arial"/>
                <a:cs typeface="Arial"/>
              </a:defRPr>
            </a:pPr>
            <a:r>
              <a:rPr sz="2100" b="1">
                <a:solidFill>
                  <a:srgbClr val="B44831"/>
                </a:solidFill>
                <a:latin typeface="Arial"/>
                <a:ea typeface="Arial"/>
                <a:cs typeface="Arial"/>
              </a:rPr>
              <a:t>Safety uncertain or edible window exceeded? Stop and refer to a person.</a:t>
            </a:r>
          </a:p>
        </p:txBody>
      </p:sp>
    </p:spTree>
    <p:extLst>
      <p:ext uri="{BB962C8B-B14F-4D97-AF65-F5344CB8AC3E}">
        <p14:creationId xmlns:p14="http://schemas.microsoft.com/office/powerpoint/2010/main" val="96399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3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7" grpId="0"/>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1F7C2D2C-47F9-49D7-B666-664C96E630AE}"/>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A16385C6-0640-48B0-914A-74D8D03357AB}"/>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Evidence trace: from headline to raw record</a:t>
            </a:r>
          </a:p>
        </p:txBody>
      </p:sp>
      <p:sp>
        <p:nvSpPr>
          <p:cNvPr id="3" name="矩形 2">
            <a:extLst>
              <a:ext uri="{FF2B5EF4-FFF2-40B4-BE49-F238E27FC236}">
                <a16:creationId xmlns:a16="http://schemas.microsoft.com/office/drawing/2014/main" id="{6096CE86-415B-482D-8968-DD838B10D3C9}"/>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Browser case and independent API checks are separate datasets</a:t>
            </a:r>
          </a:p>
        </p:txBody>
      </p:sp>
      <p:sp>
        <p:nvSpPr>
          <p:cNvPr id="4" name="矩形 3">
            <a:extLst>
              <a:ext uri="{FF2B5EF4-FFF2-40B4-BE49-F238E27FC236}">
                <a16:creationId xmlns:a16="http://schemas.microsoft.com/office/drawing/2014/main" id="{C85D5E32-6788-4B2B-A561-733406B85A49}"/>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76E8F2C5-5F63-46B2-8197-A295466B1A0F}"/>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6F17D253-C507-46BA-AA7E-3224B2961FAA}"/>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25 / 32</a:t>
            </a:r>
          </a:p>
        </p:txBody>
      </p:sp>
      <p:sp>
        <p:nvSpPr>
          <p:cNvPr id="7" name="NAV-BG-8">
            <a:extLst>
              <a:ext uri="{FF2B5EF4-FFF2-40B4-BE49-F238E27FC236}">
                <a16:creationId xmlns:a16="http://schemas.microsoft.com/office/drawing/2014/main" id="{05274C32-56D1-4802-9044-8D719DB6EA6B}"/>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3A7A07BB-A046-4957-8952-8BA79C661B84}"/>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sp>
        <p:nvSpPr>
          <p:cNvPr id="9" name="矩形 8">
            <a:extLst>
              <a:ext uri="{FF2B5EF4-FFF2-40B4-BE49-F238E27FC236}">
                <a16:creationId xmlns:a16="http://schemas.microsoft.com/office/drawing/2014/main" id="{53DF7F80-EC09-4451-9159-8989F3B1AA53}"/>
              </a:ext>
            </a:extLst>
          </p:cNvPr>
          <p:cNvSpPr>
            <a:spLocks noGrp="1"/>
          </p:cNvSpPr>
          <p:nvPr/>
        </p:nvSpPr>
        <p:spPr>
          <a:xfrm>
            <a:off x="457200" y="1809750"/>
            <a:ext cx="5286375" cy="457200"/>
          </a:xfrm>
          <a:prstGeom prst="rect">
            <a:avLst/>
          </a:prstGeom>
          <a:noFill/>
          <a:ln w="0">
            <a:noFill/>
            <a:prstDash val="solid"/>
          </a:ln>
        </p:spPr>
        <p:txBody>
          <a:bodyPr wrap="square" lIns="0" tIns="0" rIns="0" bIns="0" anchor="t">
            <a:noAutofit/>
          </a:bodyPr>
          <a:lstStyle>
            <a:defPPr algn="l">
              <a:defRPr sz="2325" b="1">
                <a:solidFill>
                  <a:srgbClr val="B57906"/>
                </a:solidFill>
                <a:latin typeface="Arial"/>
                <a:ea typeface="Arial"/>
                <a:cs typeface="Arial"/>
              </a:defRPr>
            </a:defPPr>
            <a:lvl1pPr algn="l">
              <a:defRPr sz="2325" b="1">
                <a:solidFill>
                  <a:srgbClr val="B57906"/>
                </a:solidFill>
                <a:latin typeface="Arial"/>
                <a:ea typeface="Arial"/>
                <a:cs typeface="Arial"/>
              </a:defRPr>
            </a:lvl1pPr>
            <a:lvl2pPr algn="l">
              <a:defRPr sz="2325" b="1">
                <a:solidFill>
                  <a:srgbClr val="B57906"/>
                </a:solidFill>
                <a:latin typeface="Arial"/>
                <a:ea typeface="Arial"/>
                <a:cs typeface="Arial"/>
              </a:defRPr>
            </a:lvl2pPr>
            <a:lvl3pPr algn="l">
              <a:defRPr sz="2325" b="1">
                <a:solidFill>
                  <a:srgbClr val="B57906"/>
                </a:solidFill>
                <a:latin typeface="Arial"/>
                <a:ea typeface="Arial"/>
                <a:cs typeface="Arial"/>
              </a:defRPr>
            </a:lvl3pPr>
            <a:lvl4pPr algn="l">
              <a:defRPr sz="2325" b="1">
                <a:solidFill>
                  <a:srgbClr val="B57906"/>
                </a:solidFill>
                <a:latin typeface="Arial"/>
                <a:ea typeface="Arial"/>
                <a:cs typeface="Arial"/>
              </a:defRPr>
            </a:lvl4pPr>
            <a:lvl5pPr algn="l">
              <a:defRPr sz="2325" b="1">
                <a:solidFill>
                  <a:srgbClr val="B57906"/>
                </a:solidFill>
                <a:latin typeface="Arial"/>
                <a:ea typeface="Arial"/>
                <a:cs typeface="Arial"/>
              </a:defRPr>
            </a:lvl5pPr>
            <a:lvl6pPr algn="l">
              <a:defRPr sz="2325" b="1">
                <a:solidFill>
                  <a:srgbClr val="B57906"/>
                </a:solidFill>
                <a:latin typeface="Arial"/>
                <a:ea typeface="Arial"/>
                <a:cs typeface="Arial"/>
              </a:defRPr>
            </a:lvl6pPr>
            <a:lvl7pPr algn="l">
              <a:defRPr sz="2325" b="1">
                <a:solidFill>
                  <a:srgbClr val="B57906"/>
                </a:solidFill>
                <a:latin typeface="Arial"/>
                <a:ea typeface="Arial"/>
                <a:cs typeface="Arial"/>
              </a:defRPr>
            </a:lvl7pPr>
            <a:lvl8pPr algn="l">
              <a:defRPr sz="2325" b="1">
                <a:solidFill>
                  <a:srgbClr val="B57906"/>
                </a:solidFill>
                <a:latin typeface="Arial"/>
                <a:ea typeface="Arial"/>
                <a:cs typeface="Arial"/>
              </a:defRPr>
            </a:lvl8pPr>
            <a:lvl9pPr algn="l">
              <a:defRPr sz="2325" b="1">
                <a:solidFill>
                  <a:srgbClr val="B57906"/>
                </a:solidFill>
                <a:latin typeface="Arial"/>
                <a:ea typeface="Arial"/>
                <a:cs typeface="Arial"/>
              </a:defRPr>
            </a:lvl9pPr>
          </a:lstStyle>
          <a:p>
            <a:pPr algn="l">
              <a:defRPr sz="2325" b="1">
                <a:solidFill>
                  <a:srgbClr val="B57906"/>
                </a:solidFill>
                <a:latin typeface="Arial"/>
                <a:ea typeface="Arial"/>
                <a:cs typeface="Arial"/>
              </a:defRPr>
            </a:pPr>
            <a:r>
              <a:rPr sz="2325" b="1">
                <a:solidFill>
                  <a:srgbClr val="B57906"/>
                </a:solidFill>
                <a:latin typeface="Arial"/>
                <a:ea typeface="Arial"/>
                <a:cs typeface="Arial"/>
              </a:rPr>
              <a:t>Browser case: 7 snapshots</a:t>
            </a:r>
          </a:p>
        </p:txBody>
      </p:sp>
      <p:sp>
        <p:nvSpPr>
          <p:cNvPr id="10" name="矩形 9">
            <a:extLst>
              <a:ext uri="{FF2B5EF4-FFF2-40B4-BE49-F238E27FC236}">
                <a16:creationId xmlns:a16="http://schemas.microsoft.com/office/drawing/2014/main" id="{78DB110A-EA24-4269-8BFC-DE00EFB8FE7A}"/>
              </a:ext>
            </a:extLst>
          </p:cNvPr>
          <p:cNvSpPr>
            <a:spLocks noGrp="1"/>
          </p:cNvSpPr>
          <p:nvPr/>
        </p:nvSpPr>
        <p:spPr>
          <a:xfrm>
            <a:off x="6324600" y="1809750"/>
            <a:ext cx="5410200" cy="457200"/>
          </a:xfrm>
          <a:prstGeom prst="rect">
            <a:avLst/>
          </a:prstGeom>
          <a:noFill/>
          <a:ln w="0">
            <a:noFill/>
            <a:prstDash val="solid"/>
          </a:ln>
        </p:spPr>
        <p:txBody>
          <a:bodyPr wrap="square" lIns="0" tIns="0" rIns="0" bIns="0" anchor="t">
            <a:noAutofit/>
          </a:bodyPr>
          <a:lstStyle>
            <a:defPPr algn="l">
              <a:defRPr sz="2325" b="1">
                <a:solidFill>
                  <a:srgbClr val="B57906"/>
                </a:solidFill>
                <a:latin typeface="Arial"/>
                <a:ea typeface="Arial"/>
                <a:cs typeface="Arial"/>
              </a:defRPr>
            </a:defPPr>
            <a:lvl1pPr algn="l">
              <a:defRPr sz="2325" b="1">
                <a:solidFill>
                  <a:srgbClr val="B57906"/>
                </a:solidFill>
                <a:latin typeface="Arial"/>
                <a:ea typeface="Arial"/>
                <a:cs typeface="Arial"/>
              </a:defRPr>
            </a:lvl1pPr>
            <a:lvl2pPr algn="l">
              <a:defRPr sz="2325" b="1">
                <a:solidFill>
                  <a:srgbClr val="B57906"/>
                </a:solidFill>
                <a:latin typeface="Arial"/>
                <a:ea typeface="Arial"/>
                <a:cs typeface="Arial"/>
              </a:defRPr>
            </a:lvl2pPr>
            <a:lvl3pPr algn="l">
              <a:defRPr sz="2325" b="1">
                <a:solidFill>
                  <a:srgbClr val="B57906"/>
                </a:solidFill>
                <a:latin typeface="Arial"/>
                <a:ea typeface="Arial"/>
                <a:cs typeface="Arial"/>
              </a:defRPr>
            </a:lvl3pPr>
            <a:lvl4pPr algn="l">
              <a:defRPr sz="2325" b="1">
                <a:solidFill>
                  <a:srgbClr val="B57906"/>
                </a:solidFill>
                <a:latin typeface="Arial"/>
                <a:ea typeface="Arial"/>
                <a:cs typeface="Arial"/>
              </a:defRPr>
            </a:lvl4pPr>
            <a:lvl5pPr algn="l">
              <a:defRPr sz="2325" b="1">
                <a:solidFill>
                  <a:srgbClr val="B57906"/>
                </a:solidFill>
                <a:latin typeface="Arial"/>
                <a:ea typeface="Arial"/>
                <a:cs typeface="Arial"/>
              </a:defRPr>
            </a:lvl5pPr>
            <a:lvl6pPr algn="l">
              <a:defRPr sz="2325" b="1">
                <a:solidFill>
                  <a:srgbClr val="B57906"/>
                </a:solidFill>
                <a:latin typeface="Arial"/>
                <a:ea typeface="Arial"/>
                <a:cs typeface="Arial"/>
              </a:defRPr>
            </a:lvl6pPr>
            <a:lvl7pPr algn="l">
              <a:defRPr sz="2325" b="1">
                <a:solidFill>
                  <a:srgbClr val="B57906"/>
                </a:solidFill>
                <a:latin typeface="Arial"/>
                <a:ea typeface="Arial"/>
                <a:cs typeface="Arial"/>
              </a:defRPr>
            </a:lvl7pPr>
            <a:lvl8pPr algn="l">
              <a:defRPr sz="2325" b="1">
                <a:solidFill>
                  <a:srgbClr val="B57906"/>
                </a:solidFill>
                <a:latin typeface="Arial"/>
                <a:ea typeface="Arial"/>
                <a:cs typeface="Arial"/>
              </a:defRPr>
            </a:lvl8pPr>
            <a:lvl9pPr algn="l">
              <a:defRPr sz="2325" b="1">
                <a:solidFill>
                  <a:srgbClr val="B57906"/>
                </a:solidFill>
                <a:latin typeface="Arial"/>
                <a:ea typeface="Arial"/>
                <a:cs typeface="Arial"/>
              </a:defRPr>
            </a:lvl9pPr>
          </a:lstStyle>
          <a:p>
            <a:pPr algn="l">
              <a:defRPr sz="2325" b="1">
                <a:solidFill>
                  <a:srgbClr val="B57906"/>
                </a:solidFill>
                <a:latin typeface="Arial"/>
                <a:ea typeface="Arial"/>
                <a:cs typeface="Arial"/>
              </a:defRPr>
            </a:pPr>
            <a:r>
              <a:rPr sz="2325" b="1">
                <a:solidFill>
                  <a:srgbClr val="B57906"/>
                </a:solidFill>
                <a:latin typeface="Arial"/>
                <a:ea typeface="Arial"/>
                <a:cs typeface="Arial"/>
              </a:rPr>
              <a:t>Independent run: 10 checks</a:t>
            </a:r>
          </a:p>
        </p:txBody>
      </p:sp>
      <p:sp>
        <p:nvSpPr>
          <p:cNvPr id="11" name="矩形 10">
            <a:extLst>
              <a:ext uri="{FF2B5EF4-FFF2-40B4-BE49-F238E27FC236}">
                <a16:creationId xmlns:a16="http://schemas.microsoft.com/office/drawing/2014/main" id="{0223D52D-610B-4D41-851C-EA881995E982}"/>
              </a:ext>
            </a:extLst>
          </p:cNvPr>
          <p:cNvSpPr>
            <a:spLocks noGrp="1"/>
          </p:cNvSpPr>
          <p:nvPr/>
        </p:nvSpPr>
        <p:spPr>
          <a:xfrm>
            <a:off x="457200" y="2486025"/>
            <a:ext cx="5286375" cy="838200"/>
          </a:xfrm>
          <a:prstGeom prst="rect">
            <a:avLst/>
          </a:prstGeom>
          <a:noFill/>
          <a:ln w="0">
            <a:noFill/>
            <a:prstDash val="solid"/>
          </a:ln>
        </p:spPr>
        <p:txBody>
          <a:bodyPr wrap="square" lIns="0" tIns="0" rIns="0" bIns="0" anchor="t">
            <a:noAutofit/>
          </a:bodyPr>
          <a:lstStyle>
            <a:defPPr algn="l">
              <a:defRPr sz="1650" b="0">
                <a:solidFill>
                  <a:srgbClr val="586958"/>
                </a:solidFill>
                <a:latin typeface="Arial"/>
                <a:ea typeface="Arial"/>
                <a:cs typeface="Arial"/>
              </a:defRPr>
            </a:defPPr>
            <a:lvl1pPr algn="l">
              <a:defRPr sz="1650" b="0">
                <a:solidFill>
                  <a:srgbClr val="586958"/>
                </a:solidFill>
                <a:latin typeface="Arial"/>
                <a:ea typeface="Arial"/>
                <a:cs typeface="Arial"/>
              </a:defRPr>
            </a:lvl1pPr>
            <a:lvl2pPr algn="l">
              <a:defRPr sz="1650" b="0">
                <a:solidFill>
                  <a:srgbClr val="586958"/>
                </a:solidFill>
                <a:latin typeface="Arial"/>
                <a:ea typeface="Arial"/>
                <a:cs typeface="Arial"/>
              </a:defRPr>
            </a:lvl2pPr>
            <a:lvl3pPr algn="l">
              <a:defRPr sz="1650" b="0">
                <a:solidFill>
                  <a:srgbClr val="586958"/>
                </a:solidFill>
                <a:latin typeface="Arial"/>
                <a:ea typeface="Arial"/>
                <a:cs typeface="Arial"/>
              </a:defRPr>
            </a:lvl3pPr>
            <a:lvl4pPr algn="l">
              <a:defRPr sz="1650" b="0">
                <a:solidFill>
                  <a:srgbClr val="586958"/>
                </a:solidFill>
                <a:latin typeface="Arial"/>
                <a:ea typeface="Arial"/>
                <a:cs typeface="Arial"/>
              </a:defRPr>
            </a:lvl4pPr>
            <a:lvl5pPr algn="l">
              <a:defRPr sz="1650" b="0">
                <a:solidFill>
                  <a:srgbClr val="586958"/>
                </a:solidFill>
                <a:latin typeface="Arial"/>
                <a:ea typeface="Arial"/>
                <a:cs typeface="Arial"/>
              </a:defRPr>
            </a:lvl5pPr>
            <a:lvl6pPr algn="l">
              <a:defRPr sz="1650" b="0">
                <a:solidFill>
                  <a:srgbClr val="586958"/>
                </a:solidFill>
                <a:latin typeface="Arial"/>
                <a:ea typeface="Arial"/>
                <a:cs typeface="Arial"/>
              </a:defRPr>
            </a:lvl6pPr>
            <a:lvl7pPr algn="l">
              <a:defRPr sz="1650" b="0">
                <a:solidFill>
                  <a:srgbClr val="586958"/>
                </a:solidFill>
                <a:latin typeface="Arial"/>
                <a:ea typeface="Arial"/>
                <a:cs typeface="Arial"/>
              </a:defRPr>
            </a:lvl7pPr>
            <a:lvl8pPr algn="l">
              <a:defRPr sz="1650" b="0">
                <a:solidFill>
                  <a:srgbClr val="586958"/>
                </a:solidFill>
                <a:latin typeface="Arial"/>
                <a:ea typeface="Arial"/>
                <a:cs typeface="Arial"/>
              </a:defRPr>
            </a:lvl8pPr>
            <a:lvl9pPr algn="l">
              <a:defRPr sz="1650" b="0">
                <a:solidFill>
                  <a:srgbClr val="586958"/>
                </a:solidFill>
                <a:latin typeface="Arial"/>
                <a:ea typeface="Arial"/>
                <a:cs typeface="Arial"/>
              </a:defRPr>
            </a:lvl9pPr>
          </a:lstStyle>
          <a:p>
            <a:pPr algn="l">
              <a:defRPr sz="1650" b="0">
                <a:solidFill>
                  <a:srgbClr val="586958"/>
                </a:solidFill>
                <a:latin typeface="Arial"/>
                <a:ea typeface="Arial"/>
                <a:cs typeface="Arial"/>
              </a:defRPr>
            </a:pPr>
            <a:r>
              <a:rPr sz="1650" b="0">
                <a:solidFill>
                  <a:srgbClr val="586958"/>
                </a:solidFill>
                <a:latin typeface="Arial"/>
                <a:ea typeface="Arial"/>
                <a:cs typeface="Arial"/>
              </a:rPr>
              <a:t>browser-run/01-state.json to 07-state.json</a:t>
            </a:r>
          </a:p>
          <a:p>
            <a:pPr algn="l">
              <a:defRPr sz="1650" b="0">
                <a:solidFill>
                  <a:srgbClr val="586958"/>
                </a:solidFill>
                <a:latin typeface="Arial"/>
                <a:ea typeface="Arial"/>
                <a:cs typeface="Arial"/>
              </a:defRPr>
            </a:pPr>
            <a:r>
              <a:rPr sz="1650" b="0">
                <a:solidFill>
                  <a:srgbClr val="586958"/>
                </a:solidFill>
                <a:latin typeface="Arial"/>
                <a:ea typeface="Arial"/>
                <a:cs typeface="Arial"/>
              </a:rPr>
              <a:t>Responses, capture time and demo clock</a:t>
            </a:r>
          </a:p>
        </p:txBody>
      </p:sp>
      <p:sp>
        <p:nvSpPr>
          <p:cNvPr id="12" name="矩形 11">
            <a:extLst>
              <a:ext uri="{FF2B5EF4-FFF2-40B4-BE49-F238E27FC236}">
                <a16:creationId xmlns:a16="http://schemas.microsoft.com/office/drawing/2014/main" id="{1F22079D-1D01-4040-B334-D91ACFF82D61}"/>
              </a:ext>
            </a:extLst>
          </p:cNvPr>
          <p:cNvSpPr>
            <a:spLocks noGrp="1"/>
          </p:cNvSpPr>
          <p:nvPr/>
        </p:nvSpPr>
        <p:spPr>
          <a:xfrm>
            <a:off x="6324600" y="2486025"/>
            <a:ext cx="5410200" cy="838200"/>
          </a:xfrm>
          <a:prstGeom prst="rect">
            <a:avLst/>
          </a:prstGeom>
          <a:noFill/>
          <a:ln w="0">
            <a:noFill/>
            <a:prstDash val="solid"/>
          </a:ln>
        </p:spPr>
        <p:txBody>
          <a:bodyPr wrap="square" lIns="0" tIns="0" rIns="0" bIns="0" anchor="t">
            <a:noAutofit/>
          </a:bodyPr>
          <a:lstStyle>
            <a:defPPr algn="l">
              <a:defRPr sz="1650" b="0">
                <a:solidFill>
                  <a:srgbClr val="586958"/>
                </a:solidFill>
                <a:latin typeface="Arial"/>
                <a:ea typeface="Arial"/>
                <a:cs typeface="Arial"/>
              </a:defRPr>
            </a:defPPr>
            <a:lvl1pPr algn="l">
              <a:defRPr sz="1650" b="0">
                <a:solidFill>
                  <a:srgbClr val="586958"/>
                </a:solidFill>
                <a:latin typeface="Arial"/>
                <a:ea typeface="Arial"/>
                <a:cs typeface="Arial"/>
              </a:defRPr>
            </a:lvl1pPr>
            <a:lvl2pPr algn="l">
              <a:defRPr sz="1650" b="0">
                <a:solidFill>
                  <a:srgbClr val="586958"/>
                </a:solidFill>
                <a:latin typeface="Arial"/>
                <a:ea typeface="Arial"/>
                <a:cs typeface="Arial"/>
              </a:defRPr>
            </a:lvl2pPr>
            <a:lvl3pPr algn="l">
              <a:defRPr sz="1650" b="0">
                <a:solidFill>
                  <a:srgbClr val="586958"/>
                </a:solidFill>
                <a:latin typeface="Arial"/>
                <a:ea typeface="Arial"/>
                <a:cs typeface="Arial"/>
              </a:defRPr>
            </a:lvl3pPr>
            <a:lvl4pPr algn="l">
              <a:defRPr sz="1650" b="0">
                <a:solidFill>
                  <a:srgbClr val="586958"/>
                </a:solidFill>
                <a:latin typeface="Arial"/>
                <a:ea typeface="Arial"/>
                <a:cs typeface="Arial"/>
              </a:defRPr>
            </a:lvl4pPr>
            <a:lvl5pPr algn="l">
              <a:defRPr sz="1650" b="0">
                <a:solidFill>
                  <a:srgbClr val="586958"/>
                </a:solidFill>
                <a:latin typeface="Arial"/>
                <a:ea typeface="Arial"/>
                <a:cs typeface="Arial"/>
              </a:defRPr>
            </a:lvl5pPr>
            <a:lvl6pPr algn="l">
              <a:defRPr sz="1650" b="0">
                <a:solidFill>
                  <a:srgbClr val="586958"/>
                </a:solidFill>
                <a:latin typeface="Arial"/>
                <a:ea typeface="Arial"/>
                <a:cs typeface="Arial"/>
              </a:defRPr>
            </a:lvl6pPr>
            <a:lvl7pPr algn="l">
              <a:defRPr sz="1650" b="0">
                <a:solidFill>
                  <a:srgbClr val="586958"/>
                </a:solidFill>
                <a:latin typeface="Arial"/>
                <a:ea typeface="Arial"/>
                <a:cs typeface="Arial"/>
              </a:defRPr>
            </a:lvl7pPr>
            <a:lvl8pPr algn="l">
              <a:defRPr sz="1650" b="0">
                <a:solidFill>
                  <a:srgbClr val="586958"/>
                </a:solidFill>
                <a:latin typeface="Arial"/>
                <a:ea typeface="Arial"/>
                <a:cs typeface="Arial"/>
              </a:defRPr>
            </a:lvl8pPr>
            <a:lvl9pPr algn="l">
              <a:defRPr sz="1650" b="0">
                <a:solidFill>
                  <a:srgbClr val="586958"/>
                </a:solidFill>
                <a:latin typeface="Arial"/>
                <a:ea typeface="Arial"/>
                <a:cs typeface="Arial"/>
              </a:defRPr>
            </a:lvl9pPr>
          </a:lstStyle>
          <a:p>
            <a:pPr algn="l">
              <a:defRPr sz="1650" b="0">
                <a:solidFill>
                  <a:srgbClr val="586958"/>
                </a:solidFill>
                <a:latin typeface="Arial"/>
                <a:ea typeface="Arial"/>
                <a:cs typeface="Arial"/>
              </a:defRPr>
            </a:pPr>
            <a:r>
              <a:rPr sz="1650" b="0">
                <a:solidFill>
                  <a:srgbClr val="586958"/>
                </a:solidFill>
                <a:latin typeface="Arial"/>
                <a:ea typeface="Arial"/>
                <a:cs typeface="Arial"/>
              </a:rPr>
              <a:t>verified-run/audit-evidence.json</a:t>
            </a:r>
          </a:p>
          <a:p>
            <a:pPr algn="l">
              <a:defRPr sz="1650" b="0">
                <a:solidFill>
                  <a:srgbClr val="586958"/>
                </a:solidFill>
                <a:latin typeface="Arial"/>
                <a:ea typeface="Arial"/>
                <a:cs typeface="Arial"/>
              </a:defRPr>
            </a:pPr>
            <a:r>
              <a:rPr sz="1650" b="0">
                <a:solidFill>
                  <a:srgbClr val="586958"/>
                </a:solidFill>
                <a:latin typeface="Arial"/>
                <a:ea typeface="Arial"/>
                <a:cs typeface="Arial"/>
              </a:rPr>
              <a:t>Requests, financial fields and SQLite</a:t>
            </a:r>
          </a:p>
        </p:txBody>
      </p:sp>
      <p:graphicFrame>
        <p:nvGraphicFramePr>
          <p:cNvPr id="13" name="表格 12">
            <a:extLst>
              <a:ext uri="{FF2B5EF4-FFF2-40B4-BE49-F238E27FC236}">
                <a16:creationId xmlns:a16="http://schemas.microsoft.com/office/drawing/2014/main" id="{05E17C06-74DC-44F5-A82A-1DE80D28DD88}"/>
              </a:ext>
            </a:extLst>
          </p:cNvPr>
          <p:cNvGraphicFramePr/>
          <p:nvPr/>
        </p:nvGraphicFramePr>
        <p:xfrm>
          <a:off x="457200" y="3571875"/>
          <a:ext cx="11277600" cy="2400300"/>
        </p:xfrm>
        <a:graphic>
          <a:graphicData uri="http://schemas.openxmlformats.org/drawingml/2006/table">
            <a:tbl>
              <a:tblPr/>
              <a:tblGrid>
                <a:gridCol w="6162675">
                  <a:extLst>
                    <a:ext uri="{9D8B030D-6E8A-4147-A177-3AD203B41FA5}">
                      <a16:colId xmlns:a16="http://schemas.microsoft.com/office/drawing/2014/main" val="20000"/>
                    </a:ext>
                  </a:extLst>
                </a:gridCol>
                <a:gridCol w="5114925">
                  <a:extLst>
                    <a:ext uri="{9D8B030D-6E8A-4147-A177-3AD203B41FA5}">
                      <a16:colId xmlns:a16="http://schemas.microsoft.com/office/drawing/2014/main" val="20001"/>
                    </a:ext>
                  </a:extLst>
                </a:gridCol>
              </a:tblGrid>
              <a:tr h="400050">
                <a:tc>
                  <a:txBody>
                    <a:bodyPr/>
                    <a:lstStyle/>
                    <a:p>
                      <a:pPr algn="l"/>
                      <a:r>
                        <a:rPr sz="1425" b="1">
                          <a:solidFill>
                            <a:srgbClr val="163B2A"/>
                          </a:solidFill>
                          <a:latin typeface="Arial"/>
                          <a:ea typeface="Arial"/>
                          <a:cs typeface="Arial"/>
                        </a:rPr>
                        <a:t>API</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425" b="1">
                          <a:solidFill>
                            <a:srgbClr val="163B2A"/>
                          </a:solidFill>
                          <a:latin typeface="Arial"/>
                          <a:ea typeface="Arial"/>
                          <a:cs typeface="Arial"/>
                        </a:rPr>
                        <a:t>What judges can verify</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400050">
                <a:tc>
                  <a:txBody>
                    <a:bodyPr/>
                    <a:lstStyle/>
                    <a:p>
                      <a:pPr algn="l"/>
                      <a:r>
                        <a:rPr sz="1500" b="0">
                          <a:solidFill>
                            <a:srgbClr val="163B2A"/>
                          </a:solidFill>
                          <a:latin typeface="Arial"/>
                          <a:ea typeface="Arial"/>
                          <a:cs typeface="Arial"/>
                        </a:rPr>
                        <a:t>GET /api/blind-boxes/inventory</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On hand, reserved and available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400050">
                <a:tc>
                  <a:txBody>
                    <a:bodyPr/>
                    <a:lstStyle/>
                    <a:p>
                      <a:pPr algn="l"/>
                      <a:r>
                        <a:rPr sz="1500" b="0">
                          <a:solidFill>
                            <a:srgbClr val="163B2A"/>
                          </a:solidFill>
                          <a:latin typeface="Arial"/>
                          <a:ea typeface="Arial"/>
                          <a:cs typeface="Arial"/>
                        </a:rPr>
                        <a:t>POST /api/blind-boxes/quotes + /quotes/confirm</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Quote does not reserve; confirmation does</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400050">
                <a:tc>
                  <a:txBody>
                    <a:bodyPr/>
                    <a:lstStyle/>
                    <a:p>
                      <a:pPr algn="l"/>
                      <a:r>
                        <a:rPr sz="1500" b="0">
                          <a:solidFill>
                            <a:srgbClr val="163B2A"/>
                          </a:solidFill>
                          <a:latin typeface="Arial"/>
                          <a:ea typeface="Arial"/>
                          <a:cs typeface="Arial"/>
                        </a:rPr>
                        <a:t>POST /api/blind-boxes/customer/pickup</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Pickup record and stock deduction</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r h="400050">
                <a:tc>
                  <a:txBody>
                    <a:bodyPr/>
                    <a:lstStyle/>
                    <a:p>
                      <a:pPr algn="l"/>
                      <a:r>
                        <a:rPr sz="1500" b="0">
                          <a:solidFill>
                            <a:srgbClr val="163B2A"/>
                          </a:solidFill>
                          <a:latin typeface="Arial"/>
                          <a:ea typeface="Arial"/>
                          <a:cs typeface="Arial"/>
                        </a:rPr>
                        <a:t>POST /api/blind-boxes/donations/handoff</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Pending and confirmed handover</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4"/>
                  </a:ext>
                </a:extLst>
              </a:tr>
              <a:tr h="400050">
                <a:tc>
                  <a:txBody>
                    <a:bodyPr/>
                    <a:lstStyle/>
                    <a:p>
                      <a:pPr algn="l"/>
                      <a:r>
                        <a:rPr sz="1500" b="0">
                          <a:solidFill>
                            <a:srgbClr val="163B2A"/>
                          </a:solidFill>
                          <a:latin typeface="Arial"/>
                          <a:ea typeface="Arial"/>
                          <a:cs typeface="Arial"/>
                        </a:rPr>
                        <a:t>GET /api/blind-boxes/dashboard</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570 sen, collected 2, handover 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62084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31C8D2A2-0641-4C31-A0E7-3EC2A46F964B}"/>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2C15C64E-D78A-4FB2-84AE-EF9DB958B196}"/>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Ten focused API checks passed</a:t>
            </a:r>
          </a:p>
        </p:txBody>
      </p:sp>
      <p:sp>
        <p:nvSpPr>
          <p:cNvPr id="3" name="矩形 2">
            <a:extLst>
              <a:ext uri="{FF2B5EF4-FFF2-40B4-BE49-F238E27FC236}">
                <a16:creationId xmlns:a16="http://schemas.microsoft.com/office/drawing/2014/main" id="{E092402C-9179-4077-9CF4-00B0193A0EDC}"/>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Independent disposable dataset / reproduced open issues follow on slide 27</a:t>
            </a:r>
          </a:p>
        </p:txBody>
      </p:sp>
      <p:sp>
        <p:nvSpPr>
          <p:cNvPr id="4" name="矩形 3">
            <a:extLst>
              <a:ext uri="{FF2B5EF4-FFF2-40B4-BE49-F238E27FC236}">
                <a16:creationId xmlns:a16="http://schemas.microsoft.com/office/drawing/2014/main" id="{3AE6E78C-D4B0-4649-9BBC-494341A6D717}"/>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254B0A0B-88E8-4CB4-8AFA-67E3BE84FCD8}"/>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46E15407-15CD-4D93-8FC4-073534672C97}"/>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26 / 32</a:t>
            </a:r>
          </a:p>
        </p:txBody>
      </p:sp>
      <p:sp>
        <p:nvSpPr>
          <p:cNvPr id="7" name="NAV-BG-8">
            <a:extLst>
              <a:ext uri="{FF2B5EF4-FFF2-40B4-BE49-F238E27FC236}">
                <a16:creationId xmlns:a16="http://schemas.microsoft.com/office/drawing/2014/main" id="{802FDD4E-6DA1-4D09-AA9D-38E9A0F776D2}"/>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D5169023-D214-433B-B78B-FCEDEC1EF3A4}"/>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graphicFrame>
        <p:nvGraphicFramePr>
          <p:cNvPr id="9" name="表格 8">
            <a:extLst>
              <a:ext uri="{FF2B5EF4-FFF2-40B4-BE49-F238E27FC236}">
                <a16:creationId xmlns:a16="http://schemas.microsoft.com/office/drawing/2014/main" id="{03E3393C-7ADF-468D-974D-2AEEB038BF18}"/>
              </a:ext>
            </a:extLst>
          </p:cNvPr>
          <p:cNvGraphicFramePr/>
          <p:nvPr/>
        </p:nvGraphicFramePr>
        <p:xfrm>
          <a:off x="457200" y="1762125"/>
          <a:ext cx="11277600" cy="4191000"/>
        </p:xfrm>
        <a:graphic>
          <a:graphicData uri="http://schemas.openxmlformats.org/drawingml/2006/table">
            <a:tbl>
              <a:tblPr/>
              <a:tblGrid>
                <a:gridCol w="1181100">
                  <a:extLst>
                    <a:ext uri="{9D8B030D-6E8A-4147-A177-3AD203B41FA5}">
                      <a16:colId xmlns:a16="http://schemas.microsoft.com/office/drawing/2014/main" val="20000"/>
                    </a:ext>
                  </a:extLst>
                </a:gridCol>
                <a:gridCol w="4533900">
                  <a:extLst>
                    <a:ext uri="{9D8B030D-6E8A-4147-A177-3AD203B41FA5}">
                      <a16:colId xmlns:a16="http://schemas.microsoft.com/office/drawing/2014/main" val="20001"/>
                    </a:ext>
                  </a:extLst>
                </a:gridCol>
                <a:gridCol w="5562600">
                  <a:extLst>
                    <a:ext uri="{9D8B030D-6E8A-4147-A177-3AD203B41FA5}">
                      <a16:colId xmlns:a16="http://schemas.microsoft.com/office/drawing/2014/main" val="20002"/>
                    </a:ext>
                  </a:extLst>
                </a:gridCol>
              </a:tblGrid>
              <a:tr h="381000">
                <a:tc>
                  <a:txBody>
                    <a:bodyPr/>
                    <a:lstStyle/>
                    <a:p>
                      <a:pPr algn="l"/>
                      <a:r>
                        <a:rPr sz="1500" b="1">
                          <a:solidFill>
                            <a:srgbClr val="163B2A"/>
                          </a:solidFill>
                          <a:latin typeface="Arial"/>
                          <a:ea typeface="Arial"/>
                          <a:cs typeface="Arial"/>
                        </a:rPr>
                        <a:t>ID</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00" b="1">
                          <a:solidFill>
                            <a:srgbClr val="163B2A"/>
                          </a:solidFill>
                          <a:latin typeface="Arial"/>
                          <a:ea typeface="Arial"/>
                          <a:cs typeface="Arial"/>
                        </a:rPr>
                        <a:t>Executed check</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00" b="1">
                          <a:solidFill>
                            <a:srgbClr val="163B2A"/>
                          </a:solidFill>
                          <a:latin typeface="Arial"/>
                          <a:ea typeface="Arial"/>
                          <a:cs typeface="Arial"/>
                        </a:rPr>
                        <a:t>Observed result</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381000">
                <a:tc>
                  <a:txBody>
                    <a:bodyPr/>
                    <a:lstStyle/>
                    <a:p>
                      <a:pPr algn="l"/>
                      <a:r>
                        <a:rPr sz="1575" b="0">
                          <a:solidFill>
                            <a:srgbClr val="163B2A"/>
                          </a:solidFill>
                          <a:latin typeface="Arial"/>
                          <a:ea typeface="Arial"/>
                          <a:cs typeface="Arial"/>
                        </a:rPr>
                        <a:t>C01</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19 items exceed catalogue stock</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422 / INSUFFICIENT_STOCK</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381000">
                <a:tc>
                  <a:txBody>
                    <a:bodyPr/>
                    <a:lstStyle/>
                    <a:p>
                      <a:pPr algn="l"/>
                      <a:r>
                        <a:rPr sz="1575" b="0">
                          <a:solidFill>
                            <a:srgbClr val="163B2A"/>
                          </a:solidFill>
                          <a:latin typeface="Arial"/>
                          <a:ea typeface="Arial"/>
                          <a:cs typeface="Arial"/>
                        </a:rPr>
                        <a:t>C02</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Repeat batch registration</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Stock remains 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381000">
                <a:tc>
                  <a:txBody>
                    <a:bodyPr/>
                    <a:lstStyle/>
                    <a:p>
                      <a:pPr algn="l"/>
                      <a:r>
                        <a:rPr sz="1575" b="0">
                          <a:solidFill>
                            <a:srgbClr val="163B2A"/>
                          </a:solidFill>
                          <a:latin typeface="Arial"/>
                          <a:ea typeface="Arial"/>
                          <a:cs typeface="Arial"/>
                        </a:rPr>
                        <a:t>C03</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Repeat quote request</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Same quote; reserved 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r h="381000">
                <a:tc>
                  <a:txBody>
                    <a:bodyPr/>
                    <a:lstStyle/>
                    <a:p>
                      <a:pPr algn="l"/>
                      <a:r>
                        <a:rPr sz="1575" b="0">
                          <a:solidFill>
                            <a:srgbClr val="163B2A"/>
                          </a:solidFill>
                          <a:latin typeface="Arial"/>
                          <a:ea typeface="Arial"/>
                          <a:cs typeface="Arial"/>
                        </a:rPr>
                        <a:t>C04</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Avoid wheat</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No croissant box</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4"/>
                  </a:ext>
                </a:extLst>
              </a:tr>
              <a:tr h="381000">
                <a:tc>
                  <a:txBody>
                    <a:bodyPr/>
                    <a:lstStyle/>
                    <a:p>
                      <a:pPr algn="l"/>
                      <a:r>
                        <a:rPr sz="1575" b="0">
                          <a:solidFill>
                            <a:srgbClr val="163B2A"/>
                          </a:solidFill>
                          <a:latin typeface="Arial"/>
                          <a:ea typeface="Arial"/>
                          <a:cs typeface="Arial"/>
                        </a:rPr>
                        <a:t>C05</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Repeat confirmation</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Reserved remains 2</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5"/>
                  </a:ext>
                </a:extLst>
              </a:tr>
              <a:tr h="381000">
                <a:tc>
                  <a:txBody>
                    <a:bodyPr/>
                    <a:lstStyle/>
                    <a:p>
                      <a:pPr algn="l"/>
                      <a:r>
                        <a:rPr sz="1575" b="0">
                          <a:solidFill>
                            <a:srgbClr val="163B2A"/>
                          </a:solidFill>
                          <a:latin typeface="Arial"/>
                          <a:ea typeface="Arial"/>
                          <a:cs typeface="Arial"/>
                        </a:rPr>
                        <a:t>C06</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Wrong-account pickup</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404 / ORDER_NOT_FOUND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6"/>
                  </a:ext>
                </a:extLst>
              </a:tr>
              <a:tr h="381000">
                <a:tc>
                  <a:txBody>
                    <a:bodyPr/>
                    <a:lstStyle/>
                    <a:p>
                      <a:pPr algn="l"/>
                      <a:r>
                        <a:rPr sz="1575" b="0">
                          <a:solidFill>
                            <a:srgbClr val="163B2A"/>
                          </a:solidFill>
                          <a:latin typeface="Arial"/>
                          <a:ea typeface="Arial"/>
                          <a:cs typeface="Arial"/>
                        </a:rPr>
                        <a:t>C07</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Repeat pickup</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Collected remains 2</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7"/>
                  </a:ext>
                </a:extLst>
              </a:tr>
              <a:tr h="381000">
                <a:tc>
                  <a:txBody>
                    <a:bodyPr/>
                    <a:lstStyle/>
                    <a:p>
                      <a:pPr algn="l"/>
                      <a:r>
                        <a:rPr sz="1575" b="0">
                          <a:solidFill>
                            <a:srgbClr val="163B2A"/>
                          </a:solidFill>
                          <a:latin typeface="Arial"/>
                          <a:ea typeface="Arial"/>
                          <a:cs typeface="Arial"/>
                        </a:rPr>
                        <a:t>C08</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Confirm expired quote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409 / QUOTE_EXPIRED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8"/>
                  </a:ext>
                </a:extLst>
              </a:tr>
              <a:tr h="381000">
                <a:tc>
                  <a:txBody>
                    <a:bodyPr/>
                    <a:lstStyle/>
                    <a:p>
                      <a:pPr algn="l"/>
                      <a:r>
                        <a:rPr sz="1575" b="0">
                          <a:solidFill>
                            <a:srgbClr val="163B2A"/>
                          </a:solidFill>
                          <a:latin typeface="Arial"/>
                          <a:ea typeface="Arial"/>
                          <a:cs typeface="Arial"/>
                        </a:rPr>
                        <a:t>C09</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Repeat handover</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Handover remains 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9"/>
                  </a:ext>
                </a:extLst>
              </a:tr>
              <a:tr h="381000">
                <a:tc>
                  <a:txBody>
                    <a:bodyPr/>
                    <a:lstStyle/>
                    <a:p>
                      <a:pPr algn="l"/>
                      <a:r>
                        <a:rPr sz="1575" b="0">
                          <a:solidFill>
                            <a:srgbClr val="163B2A"/>
                          </a:solidFill>
                          <a:latin typeface="Arial"/>
                          <a:ea typeface="Arial"/>
                          <a:cs typeface="Arial"/>
                        </a:rPr>
                        <a:t>C10</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Change recipient after handover</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409 / RECIPIENT_CONFLICT</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5825891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6489B4FF-ABA5-44C5-A538-AF661E940601}"/>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CE78AB9F-F807-427D-B944-8014A222D7D7}"/>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Pilot milestones and acceptance criteria</a:t>
            </a:r>
          </a:p>
        </p:txBody>
      </p:sp>
      <p:sp>
        <p:nvSpPr>
          <p:cNvPr id="3" name="矩形 2">
            <a:extLst>
              <a:ext uri="{FF2B5EF4-FFF2-40B4-BE49-F238E27FC236}">
                <a16:creationId xmlns:a16="http://schemas.microsoft.com/office/drawing/2014/main" id="{30F4853F-9F11-49BD-B659-9B5A4EB869A8}"/>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Three engineering issues remain open / store business outcomes are not yet measured</a:t>
            </a:r>
          </a:p>
        </p:txBody>
      </p:sp>
      <p:sp>
        <p:nvSpPr>
          <p:cNvPr id="4" name="矩形 3">
            <a:extLst>
              <a:ext uri="{FF2B5EF4-FFF2-40B4-BE49-F238E27FC236}">
                <a16:creationId xmlns:a16="http://schemas.microsoft.com/office/drawing/2014/main" id="{F8344CFC-C14E-49CE-9AB2-D0FA41A4B12D}"/>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5E9C43A9-48E2-4F3C-B8A7-206CFFF8304C}"/>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C7B396D0-3D95-4190-9B31-D2B056090902}"/>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27 / 32</a:t>
            </a:r>
          </a:p>
        </p:txBody>
      </p:sp>
      <p:sp>
        <p:nvSpPr>
          <p:cNvPr id="7" name="NAV-BG-8">
            <a:extLst>
              <a:ext uri="{FF2B5EF4-FFF2-40B4-BE49-F238E27FC236}">
                <a16:creationId xmlns:a16="http://schemas.microsoft.com/office/drawing/2014/main" id="{8D7A3EF3-2689-4E35-ABED-732E4FE8B6B0}"/>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7ED38C36-34F3-47BA-B4A2-1CD27BF9D7ED}"/>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graphicFrame>
        <p:nvGraphicFramePr>
          <p:cNvPr id="9" name="表格 8">
            <a:extLst>
              <a:ext uri="{FF2B5EF4-FFF2-40B4-BE49-F238E27FC236}">
                <a16:creationId xmlns:a16="http://schemas.microsoft.com/office/drawing/2014/main" id="{5E82A93B-A78F-4238-8EF3-08204440CC13}"/>
              </a:ext>
            </a:extLst>
          </p:cNvPr>
          <p:cNvGraphicFramePr/>
          <p:nvPr/>
        </p:nvGraphicFramePr>
        <p:xfrm>
          <a:off x="457200" y="2076450"/>
          <a:ext cx="11277600" cy="3381375"/>
        </p:xfrm>
        <a:graphic>
          <a:graphicData uri="http://schemas.openxmlformats.org/drawingml/2006/table">
            <a:tbl>
              <a:tblPr/>
              <a:tblGrid>
                <a:gridCol w="22860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991100">
                  <a:extLst>
                    <a:ext uri="{9D8B030D-6E8A-4147-A177-3AD203B41FA5}">
                      <a16:colId xmlns:a16="http://schemas.microsoft.com/office/drawing/2014/main" val="20002"/>
                    </a:ext>
                  </a:extLst>
                </a:gridCol>
              </a:tblGrid>
              <a:tr h="676275">
                <a:tc>
                  <a:txBody>
                    <a:bodyPr/>
                    <a:lstStyle/>
                    <a:p>
                      <a:pPr algn="l"/>
                      <a:r>
                        <a:rPr sz="1500" b="1">
                          <a:solidFill>
                            <a:srgbClr val="163B2A"/>
                          </a:solidFill>
                          <a:latin typeface="Arial"/>
                          <a:ea typeface="Arial"/>
                          <a:cs typeface="Arial"/>
                        </a:rPr>
                        <a:t>Milestone</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00" b="1">
                          <a:solidFill>
                            <a:srgbClr val="163B2A"/>
                          </a:solidFill>
                          <a:latin typeface="Arial"/>
                          <a:ea typeface="Arial"/>
                          <a:cs typeface="Arial"/>
                        </a:rPr>
                        <a:t>Observed gap</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500" b="1">
                          <a:solidFill>
                            <a:srgbClr val="163B2A"/>
                          </a:solidFill>
                          <a:latin typeface="Arial"/>
                          <a:ea typeface="Arial"/>
                          <a:cs typeface="Arial"/>
                        </a:rPr>
                        <a:t>Next action and acceptance evidence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676275">
                <a:tc>
                  <a:txBody>
                    <a:bodyPr/>
                    <a:lstStyle/>
                    <a:p>
                      <a:pPr algn="l"/>
                      <a:r>
                        <a:rPr sz="1575" b="0">
                          <a:solidFill>
                            <a:srgbClr val="163B2A"/>
                          </a:solidFill>
                          <a:latin typeface="Arial"/>
                          <a:ea typeface="Arial"/>
                          <a:cs typeface="Arial"/>
                        </a:rPr>
                        <a:t>Business value</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No comparable store evidence</a:t>
                      </a:r>
                    </a:p>
                    <a:p>
                      <a:pPr algn="ctr"/>
                      <a:r>
                        <a:rPr sz="1575" b="0">
                          <a:solidFill>
                            <a:srgbClr val="163B2A"/>
                          </a:solidFill>
                          <a:latin typeface="Arial"/>
                          <a:ea typeface="Arial"/>
                          <a:cs typeface="Arial"/>
                        </a:rPr>
                        <a:t>for sales, time or payment</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Record comparable shifts and added costs</a:t>
                      </a:r>
                    </a:p>
                    <a:p>
                      <a:pPr algn="ctr"/>
                      <a:r>
                        <a:rPr sz="1575" b="0">
                          <a:solidFill>
                            <a:srgbClr val="163B2A"/>
                          </a:solidFill>
                          <a:latin typeface="Arial"/>
                          <a:ea typeface="Arial"/>
                          <a:cs typeface="Arial"/>
                        </a:rPr>
                        <a:t>Agree continue, pivot and stop criteria</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676275">
                <a:tc>
                  <a:txBody>
                    <a:bodyPr/>
                    <a:lstStyle/>
                    <a:p>
                      <a:pPr algn="l"/>
                      <a:r>
                        <a:rPr sz="1575" b="0">
                          <a:solidFill>
                            <a:srgbClr val="163B2A"/>
                          </a:solidFill>
                          <a:latin typeface="Arial"/>
                          <a:ea typeface="Arial"/>
                          <a:cs typeface="Arial"/>
                        </a:rPr>
                        <a:t>G01 Time validation</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Reversed time window</a:t>
                      </a:r>
                    </a:p>
                    <a:p>
                      <a:pPr algn="ctr"/>
                      <a:r>
                        <a:rPr sz="1575" b="0">
                          <a:solidFill>
                            <a:srgbClr val="163B2A"/>
                          </a:solidFill>
                          <a:latin typeface="Arial"/>
                          <a:ea typeface="Arial"/>
                          <a:cs typeface="Arial"/>
                        </a:rPr>
                        <a:t>returned 200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Reject invalid start/end times</a:t>
                      </a:r>
                    </a:p>
                    <a:p>
                      <a:pPr algn="ctr"/>
                      <a:r>
                        <a:rPr sz="1575" b="0">
                          <a:solidFill>
                            <a:srgbClr val="163B2A"/>
                          </a:solidFill>
                          <a:latin typeface="Arial"/>
                          <a:ea typeface="Arial"/>
                          <a:cs typeface="Arial"/>
                        </a:rPr>
                        <a:t>Keep valid flows and retry checks passing</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676275">
                <a:tc>
                  <a:txBody>
                    <a:bodyPr/>
                    <a:lstStyle/>
                    <a:p>
                      <a:pPr algn="l"/>
                      <a:r>
                        <a:rPr sz="1575" b="0">
                          <a:solidFill>
                            <a:srgbClr val="163B2A"/>
                          </a:solidFill>
                          <a:latin typeface="Arial"/>
                          <a:ea typeface="Arial"/>
                          <a:cs typeface="Arial"/>
                        </a:rPr>
                        <a:t>G02 Configuration errors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Malformed recipient config</a:t>
                      </a:r>
                    </a:p>
                    <a:p>
                      <a:pPr algn="ctr"/>
                      <a:r>
                        <a:rPr sz="1575" b="0">
                          <a:solidFill>
                            <a:srgbClr val="163B2A"/>
                          </a:solidFill>
                          <a:latin typeface="Arial"/>
                          <a:ea typeface="Arial"/>
                          <a:cs typeface="Arial"/>
                        </a:rPr>
                        <a:t>returned plain-text 500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Return a contracted structured error</a:t>
                      </a:r>
                    </a:p>
                    <a:p>
                      <a:pPr algn="ctr"/>
                      <a:r>
                        <a:rPr sz="1575" b="0">
                          <a:solidFill>
                            <a:srgbClr val="163B2A"/>
                          </a:solidFill>
                          <a:latin typeface="Arial"/>
                          <a:ea typeface="Arial"/>
                          <a:cs typeface="Arial"/>
                        </a:rPr>
                        <a:t>Show an understandable UI response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r h="676275">
                <a:tc>
                  <a:txBody>
                    <a:bodyPr/>
                    <a:lstStyle/>
                    <a:p>
                      <a:pPr algn="l"/>
                      <a:r>
                        <a:rPr sz="1575" b="0">
                          <a:solidFill>
                            <a:srgbClr val="163B2A"/>
                          </a:solidFill>
                          <a:latin typeface="Arial"/>
                          <a:ea typeface="Arial"/>
                          <a:cs typeface="Arial"/>
                        </a:rPr>
                        <a:t>G03 Recipient details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Blank recipient name</a:t>
                      </a:r>
                    </a:p>
                    <a:p>
                      <a:pPr algn="ctr"/>
                      <a:r>
                        <a:rPr sz="1575" b="0">
                          <a:solidFill>
                            <a:srgbClr val="163B2A"/>
                          </a:solidFill>
                          <a:latin typeface="Arial"/>
                          <a:ea typeface="Arial"/>
                          <a:cs typeface="Arial"/>
                        </a:rPr>
                        <a:t>was accepted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75" b="0">
                          <a:solidFill>
                            <a:srgbClr val="163B2A"/>
                          </a:solidFill>
                          <a:latin typeface="Arial"/>
                          <a:ea typeface="Arial"/>
                          <a:cs typeface="Arial"/>
                        </a:rPr>
                        <a:t>Reject blank names and request completion</a:t>
                      </a:r>
                    </a:p>
                    <a:p>
                      <a:pPr algn="ctr"/>
                      <a:r>
                        <a:rPr sz="1575" b="0">
                          <a:solidFill>
                            <a:srgbClr val="163B2A"/>
                          </a:solidFill>
                          <a:latin typeface="Arial"/>
                          <a:ea typeface="Arial"/>
                          <a:cs typeface="Arial"/>
                        </a:rPr>
                        <a:t>Keep valid handover and retries passing</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4"/>
                  </a:ext>
                </a:extLst>
              </a:tr>
            </a:tbl>
          </a:graphicData>
        </a:graphic>
      </p:graphicFrame>
      <p:sp>
        <p:nvSpPr>
          <p:cNvPr id="10" name="矩形 9">
            <a:extLst>
              <a:ext uri="{FF2B5EF4-FFF2-40B4-BE49-F238E27FC236}">
                <a16:creationId xmlns:a16="http://schemas.microsoft.com/office/drawing/2014/main" id="{16FAAA51-B62C-4800-820D-F539BAB43E3F}"/>
              </a:ext>
            </a:extLst>
          </p:cNvPr>
          <p:cNvSpPr>
            <a:spLocks noGrp="1"/>
          </p:cNvSpPr>
          <p:nvPr/>
        </p:nvSpPr>
        <p:spPr>
          <a:xfrm>
            <a:off x="457200" y="5857875"/>
            <a:ext cx="11277600" cy="457200"/>
          </a:xfrm>
          <a:prstGeom prst="rect">
            <a:avLst/>
          </a:prstGeom>
          <a:noFill/>
          <a:ln w="0">
            <a:noFill/>
            <a:prstDash val="solid"/>
          </a:ln>
        </p:spPr>
        <p:txBody>
          <a:bodyPr wrap="square" lIns="0" tIns="0" rIns="0" bIns="0" anchor="t">
            <a:noAutofit/>
          </a:bodyPr>
          <a:lstStyle>
            <a:defPPr algn="l">
              <a:defRPr sz="2025" b="1">
                <a:solidFill>
                  <a:srgbClr val="598C6C"/>
                </a:solidFill>
                <a:latin typeface="Arial"/>
                <a:ea typeface="Arial"/>
                <a:cs typeface="Arial"/>
              </a:defRPr>
            </a:defPPr>
            <a:lvl1pPr algn="l">
              <a:defRPr sz="2025" b="1">
                <a:solidFill>
                  <a:srgbClr val="598C6C"/>
                </a:solidFill>
                <a:latin typeface="Arial"/>
                <a:ea typeface="Arial"/>
                <a:cs typeface="Arial"/>
              </a:defRPr>
            </a:lvl1pPr>
            <a:lvl2pPr algn="l">
              <a:defRPr sz="2025" b="1">
                <a:solidFill>
                  <a:srgbClr val="598C6C"/>
                </a:solidFill>
                <a:latin typeface="Arial"/>
                <a:ea typeface="Arial"/>
                <a:cs typeface="Arial"/>
              </a:defRPr>
            </a:lvl2pPr>
            <a:lvl3pPr algn="l">
              <a:defRPr sz="2025" b="1">
                <a:solidFill>
                  <a:srgbClr val="598C6C"/>
                </a:solidFill>
                <a:latin typeface="Arial"/>
                <a:ea typeface="Arial"/>
                <a:cs typeface="Arial"/>
              </a:defRPr>
            </a:lvl3pPr>
            <a:lvl4pPr algn="l">
              <a:defRPr sz="2025" b="1">
                <a:solidFill>
                  <a:srgbClr val="598C6C"/>
                </a:solidFill>
                <a:latin typeface="Arial"/>
                <a:ea typeface="Arial"/>
                <a:cs typeface="Arial"/>
              </a:defRPr>
            </a:lvl4pPr>
            <a:lvl5pPr algn="l">
              <a:defRPr sz="2025" b="1">
                <a:solidFill>
                  <a:srgbClr val="598C6C"/>
                </a:solidFill>
                <a:latin typeface="Arial"/>
                <a:ea typeface="Arial"/>
                <a:cs typeface="Arial"/>
              </a:defRPr>
            </a:lvl5pPr>
            <a:lvl6pPr algn="l">
              <a:defRPr sz="2025" b="1">
                <a:solidFill>
                  <a:srgbClr val="598C6C"/>
                </a:solidFill>
                <a:latin typeface="Arial"/>
                <a:ea typeface="Arial"/>
                <a:cs typeface="Arial"/>
              </a:defRPr>
            </a:lvl6pPr>
            <a:lvl7pPr algn="l">
              <a:defRPr sz="2025" b="1">
                <a:solidFill>
                  <a:srgbClr val="598C6C"/>
                </a:solidFill>
                <a:latin typeface="Arial"/>
                <a:ea typeface="Arial"/>
                <a:cs typeface="Arial"/>
              </a:defRPr>
            </a:lvl7pPr>
            <a:lvl8pPr algn="l">
              <a:defRPr sz="2025" b="1">
                <a:solidFill>
                  <a:srgbClr val="598C6C"/>
                </a:solidFill>
                <a:latin typeface="Arial"/>
                <a:ea typeface="Arial"/>
                <a:cs typeface="Arial"/>
              </a:defRPr>
            </a:lvl8pPr>
            <a:lvl9pPr algn="l">
              <a:defRPr sz="2025" b="1">
                <a:solidFill>
                  <a:srgbClr val="598C6C"/>
                </a:solidFill>
                <a:latin typeface="Arial"/>
                <a:ea typeface="Arial"/>
                <a:cs typeface="Arial"/>
              </a:defRPr>
            </a:lvl9pPr>
          </a:lstStyle>
          <a:p>
            <a:pPr algn="l">
              <a:defRPr sz="2025" b="1">
                <a:solidFill>
                  <a:srgbClr val="598C6C"/>
                </a:solidFill>
                <a:latin typeface="Arial"/>
                <a:ea typeface="Arial"/>
                <a:cs typeface="Arial"/>
              </a:defRPr>
            </a:pPr>
            <a:r>
              <a:rPr sz="2025" b="1">
                <a:solidFill>
                  <a:srgbClr val="598C6C"/>
                </a:solidFill>
                <a:latin typeface="Arial"/>
                <a:ea typeface="Arial"/>
                <a:cs typeface="Arial"/>
              </a:rPr>
              <a:t>Pilot admission requires engineering acceptance and operating safety checks.</a:t>
            </a:r>
          </a:p>
        </p:txBody>
      </p:sp>
    </p:spTree>
    <p:extLst>
      <p:ext uri="{BB962C8B-B14F-4D97-AF65-F5344CB8AC3E}">
        <p14:creationId xmlns:p14="http://schemas.microsoft.com/office/powerpoint/2010/main" val="1336399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24" name="图片 23">
            <a:extLst>
              <a:ext uri="{FF2B5EF4-FFF2-40B4-BE49-F238E27FC236}">
                <a16:creationId xmlns:a16="http://schemas.microsoft.com/office/drawing/2014/main" id="{1C6D7EFF-4588-4DDB-B185-D4A45EEE5579}"/>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35F04326-7E6D-45BB-AB56-611BD8D5FD10}"/>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Longer-term development after store validation</a:t>
            </a:r>
          </a:p>
        </p:txBody>
      </p:sp>
      <p:sp>
        <p:nvSpPr>
          <p:cNvPr id="3" name="矩形 2">
            <a:extLst>
              <a:ext uri="{FF2B5EF4-FFF2-40B4-BE49-F238E27FC236}">
                <a16:creationId xmlns:a16="http://schemas.microsoft.com/office/drawing/2014/main" id="{80868EA5-CD2C-4D87-A536-5A9DF9E85417}"/>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Proposed directions / no current revenue or defensibility claims</a:t>
            </a:r>
          </a:p>
        </p:txBody>
      </p:sp>
      <p:sp>
        <p:nvSpPr>
          <p:cNvPr id="4" name="矩形 3">
            <a:extLst>
              <a:ext uri="{FF2B5EF4-FFF2-40B4-BE49-F238E27FC236}">
                <a16:creationId xmlns:a16="http://schemas.microsoft.com/office/drawing/2014/main" id="{251C718B-07AE-4696-951B-6EFE96AC2B7A}"/>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7CE504E8-3990-4C32-865D-B9DDE75E7CEA}"/>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3E84F369-9567-4E1B-968F-028A5CC3C030}"/>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28 / 32</a:t>
            </a:r>
          </a:p>
        </p:txBody>
      </p:sp>
      <p:sp>
        <p:nvSpPr>
          <p:cNvPr id="7" name="NAV-BG-8">
            <a:extLst>
              <a:ext uri="{FF2B5EF4-FFF2-40B4-BE49-F238E27FC236}">
                <a16:creationId xmlns:a16="http://schemas.microsoft.com/office/drawing/2014/main" id="{0B7C56C2-6BDD-48CB-A82C-285E5AF3891C}"/>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9DA6E461-14B6-4BBE-A5ED-F316FE1AE18B}"/>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sp>
        <p:nvSpPr>
          <p:cNvPr id="9" name="矩形 8">
            <a:extLst>
              <a:ext uri="{FF2B5EF4-FFF2-40B4-BE49-F238E27FC236}">
                <a16:creationId xmlns:a16="http://schemas.microsoft.com/office/drawing/2014/main" id="{0DDCB3E6-58CA-47F2-BAEE-21DC28C27659}"/>
              </a:ext>
            </a:extLst>
          </p:cNvPr>
          <p:cNvSpPr>
            <a:spLocks noGrp="1"/>
          </p:cNvSpPr>
          <p:nvPr/>
        </p:nvSpPr>
        <p:spPr>
          <a:xfrm>
            <a:off x="457200" y="1809750"/>
            <a:ext cx="1619250" cy="504825"/>
          </a:xfrm>
          <a:prstGeom prst="rect">
            <a:avLst/>
          </a:prstGeom>
          <a:noFill/>
          <a:ln w="0">
            <a:noFill/>
            <a:prstDash val="solid"/>
          </a:ln>
        </p:spPr>
        <p:txBody>
          <a:bodyPr wrap="square" lIns="0" tIns="0" rIns="0" bIns="0" anchor="t">
            <a:noAutofit/>
          </a:bodyPr>
          <a:lstStyle>
            <a:defPPr algn="l">
              <a:defRPr sz="2025" b="1">
                <a:solidFill>
                  <a:srgbClr val="B57906"/>
                </a:solidFill>
                <a:latin typeface="Arial"/>
                <a:ea typeface="Arial"/>
                <a:cs typeface="Arial"/>
              </a:defRPr>
            </a:defPPr>
            <a:lvl1pPr algn="l">
              <a:defRPr sz="2025" b="1">
                <a:solidFill>
                  <a:srgbClr val="B57906"/>
                </a:solidFill>
                <a:latin typeface="Arial"/>
                <a:ea typeface="Arial"/>
                <a:cs typeface="Arial"/>
              </a:defRPr>
            </a:lvl1pPr>
            <a:lvl2pPr algn="l">
              <a:defRPr sz="2025" b="1">
                <a:solidFill>
                  <a:srgbClr val="B57906"/>
                </a:solidFill>
                <a:latin typeface="Arial"/>
                <a:ea typeface="Arial"/>
                <a:cs typeface="Arial"/>
              </a:defRPr>
            </a:lvl2pPr>
            <a:lvl3pPr algn="l">
              <a:defRPr sz="2025" b="1">
                <a:solidFill>
                  <a:srgbClr val="B57906"/>
                </a:solidFill>
                <a:latin typeface="Arial"/>
                <a:ea typeface="Arial"/>
                <a:cs typeface="Arial"/>
              </a:defRPr>
            </a:lvl3pPr>
            <a:lvl4pPr algn="l">
              <a:defRPr sz="2025" b="1">
                <a:solidFill>
                  <a:srgbClr val="B57906"/>
                </a:solidFill>
                <a:latin typeface="Arial"/>
                <a:ea typeface="Arial"/>
                <a:cs typeface="Arial"/>
              </a:defRPr>
            </a:lvl4pPr>
            <a:lvl5pPr algn="l">
              <a:defRPr sz="2025" b="1">
                <a:solidFill>
                  <a:srgbClr val="B57906"/>
                </a:solidFill>
                <a:latin typeface="Arial"/>
                <a:ea typeface="Arial"/>
                <a:cs typeface="Arial"/>
              </a:defRPr>
            </a:lvl5pPr>
            <a:lvl6pPr algn="l">
              <a:defRPr sz="2025" b="1">
                <a:solidFill>
                  <a:srgbClr val="B57906"/>
                </a:solidFill>
                <a:latin typeface="Arial"/>
                <a:ea typeface="Arial"/>
                <a:cs typeface="Arial"/>
              </a:defRPr>
            </a:lvl6pPr>
            <a:lvl7pPr algn="l">
              <a:defRPr sz="2025" b="1">
                <a:solidFill>
                  <a:srgbClr val="B57906"/>
                </a:solidFill>
                <a:latin typeface="Arial"/>
                <a:ea typeface="Arial"/>
                <a:cs typeface="Arial"/>
              </a:defRPr>
            </a:lvl7pPr>
            <a:lvl8pPr algn="l">
              <a:defRPr sz="2025" b="1">
                <a:solidFill>
                  <a:srgbClr val="B57906"/>
                </a:solidFill>
                <a:latin typeface="Arial"/>
                <a:ea typeface="Arial"/>
                <a:cs typeface="Arial"/>
              </a:defRPr>
            </a:lvl8pPr>
            <a:lvl9pPr algn="l">
              <a:defRPr sz="2025" b="1">
                <a:solidFill>
                  <a:srgbClr val="B57906"/>
                </a:solidFill>
                <a:latin typeface="Arial"/>
                <a:ea typeface="Arial"/>
                <a:cs typeface="Arial"/>
              </a:defRPr>
            </a:lvl9pPr>
          </a:lstStyle>
          <a:p>
            <a:pPr algn="l">
              <a:defRPr sz="2025" b="1">
                <a:solidFill>
                  <a:srgbClr val="B57906"/>
                </a:solidFill>
                <a:latin typeface="Arial"/>
                <a:ea typeface="Arial"/>
                <a:cs typeface="Arial"/>
              </a:defRPr>
            </a:pPr>
            <a:r>
              <a:rPr sz="2025" b="1">
                <a:solidFill>
                  <a:srgbClr val="B57906"/>
                </a:solidFill>
                <a:latin typeface="Arial"/>
                <a:ea typeface="Arial"/>
                <a:cs typeface="Arial"/>
              </a:rPr>
              <a:t>Now</a:t>
            </a:r>
          </a:p>
        </p:txBody>
      </p:sp>
      <p:sp>
        <p:nvSpPr>
          <p:cNvPr id="10" name="矩形 9">
            <a:extLst>
              <a:ext uri="{FF2B5EF4-FFF2-40B4-BE49-F238E27FC236}">
                <a16:creationId xmlns:a16="http://schemas.microsoft.com/office/drawing/2014/main" id="{8F860C43-ED1D-43DC-B1D3-65FE073E3BA7}"/>
              </a:ext>
            </a:extLst>
          </p:cNvPr>
          <p:cNvSpPr>
            <a:spLocks noGrp="1"/>
          </p:cNvSpPr>
          <p:nvPr/>
        </p:nvSpPr>
        <p:spPr>
          <a:xfrm>
            <a:off x="2381250" y="1809750"/>
            <a:ext cx="3143250" cy="60007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Local workflow</a:t>
            </a:r>
          </a:p>
        </p:txBody>
      </p:sp>
      <p:sp>
        <p:nvSpPr>
          <p:cNvPr id="11" name="矩形 10">
            <a:extLst>
              <a:ext uri="{FF2B5EF4-FFF2-40B4-BE49-F238E27FC236}">
                <a16:creationId xmlns:a16="http://schemas.microsoft.com/office/drawing/2014/main" id="{9CC7374F-64C4-4D84-9A66-EFA59E6ACCA1}"/>
              </a:ext>
            </a:extLst>
          </p:cNvPr>
          <p:cNvSpPr>
            <a:spLocks noGrp="1"/>
          </p:cNvSpPr>
          <p:nvPr/>
        </p:nvSpPr>
        <p:spPr>
          <a:xfrm>
            <a:off x="6038850" y="1809750"/>
            <a:ext cx="5695950" cy="714375"/>
          </a:xfrm>
          <a:prstGeom prst="rect">
            <a:avLst/>
          </a:prstGeom>
          <a:noFill/>
          <a:ln w="0">
            <a:noFill/>
            <a:prstDash val="solid"/>
          </a:ln>
        </p:spPr>
        <p:txBody>
          <a:bodyPr wrap="square" lIns="0" tIns="0" rIns="0" bIns="0" anchor="t">
            <a:noAutofit/>
          </a:bodyPr>
          <a:lstStyle>
            <a:defPPr algn="l">
              <a:defRPr sz="1875" b="0">
                <a:solidFill>
                  <a:srgbClr val="586958"/>
                </a:solidFill>
                <a:latin typeface="Arial"/>
                <a:ea typeface="Arial"/>
                <a:cs typeface="Arial"/>
              </a:defRPr>
            </a:defPPr>
            <a:lvl1pPr algn="l">
              <a:defRPr sz="1875" b="0">
                <a:solidFill>
                  <a:srgbClr val="586958"/>
                </a:solidFill>
                <a:latin typeface="Arial"/>
                <a:ea typeface="Arial"/>
                <a:cs typeface="Arial"/>
              </a:defRPr>
            </a:lvl1pPr>
            <a:lvl2pPr algn="l">
              <a:defRPr sz="1875" b="0">
                <a:solidFill>
                  <a:srgbClr val="586958"/>
                </a:solidFill>
                <a:latin typeface="Arial"/>
                <a:ea typeface="Arial"/>
                <a:cs typeface="Arial"/>
              </a:defRPr>
            </a:lvl2pPr>
            <a:lvl3pPr algn="l">
              <a:defRPr sz="1875" b="0">
                <a:solidFill>
                  <a:srgbClr val="586958"/>
                </a:solidFill>
                <a:latin typeface="Arial"/>
                <a:ea typeface="Arial"/>
                <a:cs typeface="Arial"/>
              </a:defRPr>
            </a:lvl3pPr>
            <a:lvl4pPr algn="l">
              <a:defRPr sz="1875" b="0">
                <a:solidFill>
                  <a:srgbClr val="586958"/>
                </a:solidFill>
                <a:latin typeface="Arial"/>
                <a:ea typeface="Arial"/>
                <a:cs typeface="Arial"/>
              </a:defRPr>
            </a:lvl4pPr>
            <a:lvl5pPr algn="l">
              <a:defRPr sz="1875" b="0">
                <a:solidFill>
                  <a:srgbClr val="586958"/>
                </a:solidFill>
                <a:latin typeface="Arial"/>
                <a:ea typeface="Arial"/>
                <a:cs typeface="Arial"/>
              </a:defRPr>
            </a:lvl5pPr>
            <a:lvl6pPr algn="l">
              <a:defRPr sz="1875" b="0">
                <a:solidFill>
                  <a:srgbClr val="586958"/>
                </a:solidFill>
                <a:latin typeface="Arial"/>
                <a:ea typeface="Arial"/>
                <a:cs typeface="Arial"/>
              </a:defRPr>
            </a:lvl6pPr>
            <a:lvl7pPr algn="l">
              <a:defRPr sz="1875" b="0">
                <a:solidFill>
                  <a:srgbClr val="586958"/>
                </a:solidFill>
                <a:latin typeface="Arial"/>
                <a:ea typeface="Arial"/>
                <a:cs typeface="Arial"/>
              </a:defRPr>
            </a:lvl7pPr>
            <a:lvl8pPr algn="l">
              <a:defRPr sz="1875" b="0">
                <a:solidFill>
                  <a:srgbClr val="586958"/>
                </a:solidFill>
                <a:latin typeface="Arial"/>
                <a:ea typeface="Arial"/>
                <a:cs typeface="Arial"/>
              </a:defRPr>
            </a:lvl8pPr>
            <a:lvl9pPr algn="l">
              <a:defRPr sz="1875" b="0">
                <a:solidFill>
                  <a:srgbClr val="586958"/>
                </a:solidFill>
                <a:latin typeface="Arial"/>
                <a:ea typeface="Arial"/>
                <a:cs typeface="Arial"/>
              </a:defRPr>
            </a:lvl9pPr>
          </a:lstStyle>
          <a:p>
            <a:pPr algn="l">
              <a:defRPr sz="1875" b="0">
                <a:solidFill>
                  <a:srgbClr val="586958"/>
                </a:solidFill>
                <a:latin typeface="Arial"/>
                <a:ea typeface="Arial"/>
                <a:cs typeface="Arial"/>
              </a:defRPr>
            </a:pPr>
            <a:r>
              <a:rPr sz="1875" b="0">
                <a:solidFill>
                  <a:srgbClr val="586958"/>
                </a:solidFill>
                <a:latin typeface="Arial"/>
                <a:ea typeface="Arial"/>
                <a:cs typeface="Arial"/>
              </a:rPr>
              <a:t>Clearance, reservation, collection, handover and records</a:t>
            </a:r>
          </a:p>
        </p:txBody>
      </p:sp>
      <p:sp>
        <p:nvSpPr>
          <p:cNvPr id="12" name="矩形 11">
            <a:extLst>
              <a:ext uri="{FF2B5EF4-FFF2-40B4-BE49-F238E27FC236}">
                <a16:creationId xmlns:a16="http://schemas.microsoft.com/office/drawing/2014/main" id="{8EE7B38C-3A5A-4632-A294-39812288BE90}"/>
              </a:ext>
            </a:extLst>
          </p:cNvPr>
          <p:cNvSpPr>
            <a:spLocks noGrp="1"/>
          </p:cNvSpPr>
          <p:nvPr/>
        </p:nvSpPr>
        <p:spPr>
          <a:xfrm>
            <a:off x="457200" y="2628900"/>
            <a:ext cx="11277600" cy="9525"/>
          </a:xfrm>
          <a:prstGeom prst="rect">
            <a:avLst/>
          </a:prstGeom>
          <a:solidFill>
            <a:srgbClr val="B7BA9A"/>
          </a:solidFill>
          <a:ln w="0">
            <a:noFill/>
            <a:prstDash val="solid"/>
          </a:ln>
        </p:spPr>
      </p:sp>
      <p:sp>
        <p:nvSpPr>
          <p:cNvPr id="13" name="矩形 12">
            <a:extLst>
              <a:ext uri="{FF2B5EF4-FFF2-40B4-BE49-F238E27FC236}">
                <a16:creationId xmlns:a16="http://schemas.microsoft.com/office/drawing/2014/main" id="{088F3585-51E1-4A78-B12B-26E1E2F55FA3}"/>
              </a:ext>
            </a:extLst>
          </p:cNvPr>
          <p:cNvSpPr>
            <a:spLocks noGrp="1"/>
          </p:cNvSpPr>
          <p:nvPr/>
        </p:nvSpPr>
        <p:spPr>
          <a:xfrm>
            <a:off x="457200" y="2809875"/>
            <a:ext cx="1619250" cy="504825"/>
          </a:xfrm>
          <a:prstGeom prst="rect">
            <a:avLst/>
          </a:prstGeom>
          <a:noFill/>
          <a:ln w="0">
            <a:noFill/>
            <a:prstDash val="solid"/>
          </a:ln>
        </p:spPr>
        <p:txBody>
          <a:bodyPr wrap="square" lIns="0" tIns="0" rIns="0" bIns="0" anchor="t">
            <a:noAutofit/>
          </a:bodyPr>
          <a:lstStyle>
            <a:defPPr algn="l">
              <a:defRPr sz="2025" b="1">
                <a:solidFill>
                  <a:srgbClr val="B57906"/>
                </a:solidFill>
                <a:latin typeface="Arial"/>
                <a:ea typeface="Arial"/>
                <a:cs typeface="Arial"/>
              </a:defRPr>
            </a:defPPr>
            <a:lvl1pPr algn="l">
              <a:defRPr sz="2025" b="1">
                <a:solidFill>
                  <a:srgbClr val="B57906"/>
                </a:solidFill>
                <a:latin typeface="Arial"/>
                <a:ea typeface="Arial"/>
                <a:cs typeface="Arial"/>
              </a:defRPr>
            </a:lvl1pPr>
            <a:lvl2pPr algn="l">
              <a:defRPr sz="2025" b="1">
                <a:solidFill>
                  <a:srgbClr val="B57906"/>
                </a:solidFill>
                <a:latin typeface="Arial"/>
                <a:ea typeface="Arial"/>
                <a:cs typeface="Arial"/>
              </a:defRPr>
            </a:lvl2pPr>
            <a:lvl3pPr algn="l">
              <a:defRPr sz="2025" b="1">
                <a:solidFill>
                  <a:srgbClr val="B57906"/>
                </a:solidFill>
                <a:latin typeface="Arial"/>
                <a:ea typeface="Arial"/>
                <a:cs typeface="Arial"/>
              </a:defRPr>
            </a:lvl3pPr>
            <a:lvl4pPr algn="l">
              <a:defRPr sz="2025" b="1">
                <a:solidFill>
                  <a:srgbClr val="B57906"/>
                </a:solidFill>
                <a:latin typeface="Arial"/>
                <a:ea typeface="Arial"/>
                <a:cs typeface="Arial"/>
              </a:defRPr>
            </a:lvl4pPr>
            <a:lvl5pPr algn="l">
              <a:defRPr sz="2025" b="1">
                <a:solidFill>
                  <a:srgbClr val="B57906"/>
                </a:solidFill>
                <a:latin typeface="Arial"/>
                <a:ea typeface="Arial"/>
                <a:cs typeface="Arial"/>
              </a:defRPr>
            </a:lvl5pPr>
            <a:lvl6pPr algn="l">
              <a:defRPr sz="2025" b="1">
                <a:solidFill>
                  <a:srgbClr val="B57906"/>
                </a:solidFill>
                <a:latin typeface="Arial"/>
                <a:ea typeface="Arial"/>
                <a:cs typeface="Arial"/>
              </a:defRPr>
            </a:lvl6pPr>
            <a:lvl7pPr algn="l">
              <a:defRPr sz="2025" b="1">
                <a:solidFill>
                  <a:srgbClr val="B57906"/>
                </a:solidFill>
                <a:latin typeface="Arial"/>
                <a:ea typeface="Arial"/>
                <a:cs typeface="Arial"/>
              </a:defRPr>
            </a:lvl7pPr>
            <a:lvl8pPr algn="l">
              <a:defRPr sz="2025" b="1">
                <a:solidFill>
                  <a:srgbClr val="B57906"/>
                </a:solidFill>
                <a:latin typeface="Arial"/>
                <a:ea typeface="Arial"/>
                <a:cs typeface="Arial"/>
              </a:defRPr>
            </a:lvl8pPr>
            <a:lvl9pPr algn="l">
              <a:defRPr sz="2025" b="1">
                <a:solidFill>
                  <a:srgbClr val="B57906"/>
                </a:solidFill>
                <a:latin typeface="Arial"/>
                <a:ea typeface="Arial"/>
                <a:cs typeface="Arial"/>
              </a:defRPr>
            </a:lvl9pPr>
          </a:lstStyle>
          <a:p>
            <a:pPr algn="l">
              <a:defRPr sz="2025" b="1">
                <a:solidFill>
                  <a:srgbClr val="B57906"/>
                </a:solidFill>
                <a:latin typeface="Arial"/>
                <a:ea typeface="Arial"/>
                <a:cs typeface="Arial"/>
              </a:defRPr>
            </a:pPr>
            <a:r>
              <a:rPr sz="2025" b="1">
                <a:solidFill>
                  <a:srgbClr val="B57906"/>
                </a:solidFill>
                <a:latin typeface="Arial"/>
                <a:ea typeface="Arial"/>
                <a:cs typeface="Arial"/>
              </a:rPr>
              <a:t>Next</a:t>
            </a:r>
          </a:p>
        </p:txBody>
      </p:sp>
      <p:sp>
        <p:nvSpPr>
          <p:cNvPr id="14" name="矩形 13">
            <a:extLst>
              <a:ext uri="{FF2B5EF4-FFF2-40B4-BE49-F238E27FC236}">
                <a16:creationId xmlns:a16="http://schemas.microsoft.com/office/drawing/2014/main" id="{F90D4D23-976D-46AC-B90D-D68135A83DF6}"/>
              </a:ext>
            </a:extLst>
          </p:cNvPr>
          <p:cNvSpPr>
            <a:spLocks noGrp="1"/>
          </p:cNvSpPr>
          <p:nvPr/>
        </p:nvSpPr>
        <p:spPr>
          <a:xfrm>
            <a:off x="2381250" y="2809875"/>
            <a:ext cx="3143250" cy="60007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Store operating templates</a:t>
            </a:r>
          </a:p>
        </p:txBody>
      </p:sp>
      <p:sp>
        <p:nvSpPr>
          <p:cNvPr id="15" name="矩形 14">
            <a:extLst>
              <a:ext uri="{FF2B5EF4-FFF2-40B4-BE49-F238E27FC236}">
                <a16:creationId xmlns:a16="http://schemas.microsoft.com/office/drawing/2014/main" id="{292D2444-AEC4-416E-8B24-1F14A79D285A}"/>
              </a:ext>
            </a:extLst>
          </p:cNvPr>
          <p:cNvSpPr>
            <a:spLocks noGrp="1"/>
          </p:cNvSpPr>
          <p:nvPr/>
        </p:nvSpPr>
        <p:spPr>
          <a:xfrm>
            <a:off x="6038850" y="2809875"/>
            <a:ext cx="5695950" cy="714375"/>
          </a:xfrm>
          <a:prstGeom prst="rect">
            <a:avLst/>
          </a:prstGeom>
          <a:noFill/>
          <a:ln w="0">
            <a:noFill/>
            <a:prstDash val="solid"/>
          </a:ln>
        </p:spPr>
        <p:txBody>
          <a:bodyPr wrap="square" lIns="0" tIns="0" rIns="0" bIns="0" anchor="t">
            <a:noAutofit/>
          </a:bodyPr>
          <a:lstStyle>
            <a:defPPr algn="l">
              <a:defRPr sz="1875" b="0">
                <a:solidFill>
                  <a:srgbClr val="586958"/>
                </a:solidFill>
                <a:latin typeface="Arial"/>
                <a:ea typeface="Arial"/>
                <a:cs typeface="Arial"/>
              </a:defRPr>
            </a:defPPr>
            <a:lvl1pPr algn="l">
              <a:defRPr sz="1875" b="0">
                <a:solidFill>
                  <a:srgbClr val="586958"/>
                </a:solidFill>
                <a:latin typeface="Arial"/>
                <a:ea typeface="Arial"/>
                <a:cs typeface="Arial"/>
              </a:defRPr>
            </a:lvl1pPr>
            <a:lvl2pPr algn="l">
              <a:defRPr sz="1875" b="0">
                <a:solidFill>
                  <a:srgbClr val="586958"/>
                </a:solidFill>
                <a:latin typeface="Arial"/>
                <a:ea typeface="Arial"/>
                <a:cs typeface="Arial"/>
              </a:defRPr>
            </a:lvl2pPr>
            <a:lvl3pPr algn="l">
              <a:defRPr sz="1875" b="0">
                <a:solidFill>
                  <a:srgbClr val="586958"/>
                </a:solidFill>
                <a:latin typeface="Arial"/>
                <a:ea typeface="Arial"/>
                <a:cs typeface="Arial"/>
              </a:defRPr>
            </a:lvl3pPr>
            <a:lvl4pPr algn="l">
              <a:defRPr sz="1875" b="0">
                <a:solidFill>
                  <a:srgbClr val="586958"/>
                </a:solidFill>
                <a:latin typeface="Arial"/>
                <a:ea typeface="Arial"/>
                <a:cs typeface="Arial"/>
              </a:defRPr>
            </a:lvl4pPr>
            <a:lvl5pPr algn="l">
              <a:defRPr sz="1875" b="0">
                <a:solidFill>
                  <a:srgbClr val="586958"/>
                </a:solidFill>
                <a:latin typeface="Arial"/>
                <a:ea typeface="Arial"/>
                <a:cs typeface="Arial"/>
              </a:defRPr>
            </a:lvl5pPr>
            <a:lvl6pPr algn="l">
              <a:defRPr sz="1875" b="0">
                <a:solidFill>
                  <a:srgbClr val="586958"/>
                </a:solidFill>
                <a:latin typeface="Arial"/>
                <a:ea typeface="Arial"/>
                <a:cs typeface="Arial"/>
              </a:defRPr>
            </a:lvl6pPr>
            <a:lvl7pPr algn="l">
              <a:defRPr sz="1875" b="0">
                <a:solidFill>
                  <a:srgbClr val="586958"/>
                </a:solidFill>
                <a:latin typeface="Arial"/>
                <a:ea typeface="Arial"/>
                <a:cs typeface="Arial"/>
              </a:defRPr>
            </a:lvl7pPr>
            <a:lvl8pPr algn="l">
              <a:defRPr sz="1875" b="0">
                <a:solidFill>
                  <a:srgbClr val="586958"/>
                </a:solidFill>
                <a:latin typeface="Arial"/>
                <a:ea typeface="Arial"/>
                <a:cs typeface="Arial"/>
              </a:defRPr>
            </a:lvl8pPr>
            <a:lvl9pPr algn="l">
              <a:defRPr sz="1875" b="0">
                <a:solidFill>
                  <a:srgbClr val="586958"/>
                </a:solidFill>
                <a:latin typeface="Arial"/>
                <a:ea typeface="Arial"/>
                <a:cs typeface="Arial"/>
              </a:defRPr>
            </a:lvl9pPr>
          </a:lstStyle>
          <a:p>
            <a:pPr algn="l">
              <a:defRPr sz="1875" b="0">
                <a:solidFill>
                  <a:srgbClr val="586958"/>
                </a:solidFill>
                <a:latin typeface="Arial"/>
                <a:ea typeface="Arial"/>
                <a:cs typeface="Arial"/>
              </a:defRPr>
            </a:pPr>
            <a:r>
              <a:rPr sz="1875" b="0">
                <a:solidFill>
                  <a:srgbClr val="586958"/>
                </a:solidFill>
                <a:latin typeface="Arial"/>
                <a:ea typeface="Arial"/>
                <a:cs typeface="Arial"/>
              </a:rPr>
              <a:t>Test messages and price rules against store routines</a:t>
            </a:r>
          </a:p>
        </p:txBody>
      </p:sp>
      <p:sp>
        <p:nvSpPr>
          <p:cNvPr id="16" name="矩形 15">
            <a:extLst>
              <a:ext uri="{FF2B5EF4-FFF2-40B4-BE49-F238E27FC236}">
                <a16:creationId xmlns:a16="http://schemas.microsoft.com/office/drawing/2014/main" id="{A784468B-5AEA-4F46-8AF1-165BEB858C52}"/>
              </a:ext>
            </a:extLst>
          </p:cNvPr>
          <p:cNvSpPr>
            <a:spLocks noGrp="1"/>
          </p:cNvSpPr>
          <p:nvPr/>
        </p:nvSpPr>
        <p:spPr>
          <a:xfrm>
            <a:off x="457200" y="3629025"/>
            <a:ext cx="11277600" cy="9525"/>
          </a:xfrm>
          <a:prstGeom prst="rect">
            <a:avLst/>
          </a:prstGeom>
          <a:solidFill>
            <a:srgbClr val="B7BA9A"/>
          </a:solidFill>
          <a:ln w="0">
            <a:noFill/>
            <a:prstDash val="solid"/>
          </a:ln>
        </p:spPr>
      </p:sp>
      <p:sp>
        <p:nvSpPr>
          <p:cNvPr id="17" name="矩形 16">
            <a:extLst>
              <a:ext uri="{FF2B5EF4-FFF2-40B4-BE49-F238E27FC236}">
                <a16:creationId xmlns:a16="http://schemas.microsoft.com/office/drawing/2014/main" id="{F7E16338-6E2D-46DB-8476-32D2C172DB63}"/>
              </a:ext>
            </a:extLst>
          </p:cNvPr>
          <p:cNvSpPr>
            <a:spLocks noGrp="1"/>
          </p:cNvSpPr>
          <p:nvPr/>
        </p:nvSpPr>
        <p:spPr>
          <a:xfrm>
            <a:off x="457200" y="3810000"/>
            <a:ext cx="1619250" cy="504825"/>
          </a:xfrm>
          <a:prstGeom prst="rect">
            <a:avLst/>
          </a:prstGeom>
          <a:noFill/>
          <a:ln w="0">
            <a:noFill/>
            <a:prstDash val="solid"/>
          </a:ln>
        </p:spPr>
        <p:txBody>
          <a:bodyPr wrap="square" lIns="0" tIns="0" rIns="0" bIns="0" anchor="t">
            <a:noAutofit/>
          </a:bodyPr>
          <a:lstStyle>
            <a:defPPr algn="l">
              <a:defRPr sz="2025" b="1">
                <a:solidFill>
                  <a:srgbClr val="B57906"/>
                </a:solidFill>
                <a:latin typeface="Arial"/>
                <a:ea typeface="Arial"/>
                <a:cs typeface="Arial"/>
              </a:defRPr>
            </a:defPPr>
            <a:lvl1pPr algn="l">
              <a:defRPr sz="2025" b="1">
                <a:solidFill>
                  <a:srgbClr val="B57906"/>
                </a:solidFill>
                <a:latin typeface="Arial"/>
                <a:ea typeface="Arial"/>
                <a:cs typeface="Arial"/>
              </a:defRPr>
            </a:lvl1pPr>
            <a:lvl2pPr algn="l">
              <a:defRPr sz="2025" b="1">
                <a:solidFill>
                  <a:srgbClr val="B57906"/>
                </a:solidFill>
                <a:latin typeface="Arial"/>
                <a:ea typeface="Arial"/>
                <a:cs typeface="Arial"/>
              </a:defRPr>
            </a:lvl2pPr>
            <a:lvl3pPr algn="l">
              <a:defRPr sz="2025" b="1">
                <a:solidFill>
                  <a:srgbClr val="B57906"/>
                </a:solidFill>
                <a:latin typeface="Arial"/>
                <a:ea typeface="Arial"/>
                <a:cs typeface="Arial"/>
              </a:defRPr>
            </a:lvl3pPr>
            <a:lvl4pPr algn="l">
              <a:defRPr sz="2025" b="1">
                <a:solidFill>
                  <a:srgbClr val="B57906"/>
                </a:solidFill>
                <a:latin typeface="Arial"/>
                <a:ea typeface="Arial"/>
                <a:cs typeface="Arial"/>
              </a:defRPr>
            </a:lvl4pPr>
            <a:lvl5pPr algn="l">
              <a:defRPr sz="2025" b="1">
                <a:solidFill>
                  <a:srgbClr val="B57906"/>
                </a:solidFill>
                <a:latin typeface="Arial"/>
                <a:ea typeface="Arial"/>
                <a:cs typeface="Arial"/>
              </a:defRPr>
            </a:lvl5pPr>
            <a:lvl6pPr algn="l">
              <a:defRPr sz="2025" b="1">
                <a:solidFill>
                  <a:srgbClr val="B57906"/>
                </a:solidFill>
                <a:latin typeface="Arial"/>
                <a:ea typeface="Arial"/>
                <a:cs typeface="Arial"/>
              </a:defRPr>
            </a:lvl6pPr>
            <a:lvl7pPr algn="l">
              <a:defRPr sz="2025" b="1">
                <a:solidFill>
                  <a:srgbClr val="B57906"/>
                </a:solidFill>
                <a:latin typeface="Arial"/>
                <a:ea typeface="Arial"/>
                <a:cs typeface="Arial"/>
              </a:defRPr>
            </a:lvl7pPr>
            <a:lvl8pPr algn="l">
              <a:defRPr sz="2025" b="1">
                <a:solidFill>
                  <a:srgbClr val="B57906"/>
                </a:solidFill>
                <a:latin typeface="Arial"/>
                <a:ea typeface="Arial"/>
                <a:cs typeface="Arial"/>
              </a:defRPr>
            </a:lvl8pPr>
            <a:lvl9pPr algn="l">
              <a:defRPr sz="2025" b="1">
                <a:solidFill>
                  <a:srgbClr val="B57906"/>
                </a:solidFill>
                <a:latin typeface="Arial"/>
                <a:ea typeface="Arial"/>
                <a:cs typeface="Arial"/>
              </a:defRPr>
            </a:lvl9pPr>
          </a:lstStyle>
          <a:p>
            <a:pPr algn="l">
              <a:defRPr sz="2025" b="1">
                <a:solidFill>
                  <a:srgbClr val="B57906"/>
                </a:solidFill>
                <a:latin typeface="Arial"/>
                <a:ea typeface="Arial"/>
                <a:cs typeface="Arial"/>
              </a:defRPr>
            </a:pPr>
            <a:r>
              <a:rPr sz="2025" b="1">
                <a:solidFill>
                  <a:srgbClr val="B57906"/>
                </a:solidFill>
                <a:latin typeface="Arial"/>
                <a:ea typeface="Arial"/>
                <a:cs typeface="Arial"/>
              </a:rPr>
              <a:t>Later</a:t>
            </a:r>
          </a:p>
        </p:txBody>
      </p:sp>
      <p:sp>
        <p:nvSpPr>
          <p:cNvPr id="18" name="矩形 17">
            <a:extLst>
              <a:ext uri="{FF2B5EF4-FFF2-40B4-BE49-F238E27FC236}">
                <a16:creationId xmlns:a16="http://schemas.microsoft.com/office/drawing/2014/main" id="{009C320D-D9E1-4659-A528-2E84A8828BE3}"/>
              </a:ext>
            </a:extLst>
          </p:cNvPr>
          <p:cNvSpPr>
            <a:spLocks noGrp="1"/>
          </p:cNvSpPr>
          <p:nvPr/>
        </p:nvSpPr>
        <p:spPr>
          <a:xfrm>
            <a:off x="2381250" y="3810000"/>
            <a:ext cx="3143250" cy="60007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SKU decision records</a:t>
            </a:r>
          </a:p>
        </p:txBody>
      </p:sp>
      <p:sp>
        <p:nvSpPr>
          <p:cNvPr id="19" name="矩形 18">
            <a:extLst>
              <a:ext uri="{FF2B5EF4-FFF2-40B4-BE49-F238E27FC236}">
                <a16:creationId xmlns:a16="http://schemas.microsoft.com/office/drawing/2014/main" id="{36DF72BF-41A3-4921-A3FB-F80D026CC98D}"/>
              </a:ext>
            </a:extLst>
          </p:cNvPr>
          <p:cNvSpPr>
            <a:spLocks noGrp="1"/>
          </p:cNvSpPr>
          <p:nvPr/>
        </p:nvSpPr>
        <p:spPr>
          <a:xfrm>
            <a:off x="6038850" y="3810000"/>
            <a:ext cx="5695950" cy="714375"/>
          </a:xfrm>
          <a:prstGeom prst="rect">
            <a:avLst/>
          </a:prstGeom>
          <a:noFill/>
          <a:ln w="0">
            <a:noFill/>
            <a:prstDash val="solid"/>
          </a:ln>
        </p:spPr>
        <p:txBody>
          <a:bodyPr wrap="square" lIns="0" tIns="0" rIns="0" bIns="0" anchor="t">
            <a:noAutofit/>
          </a:bodyPr>
          <a:lstStyle>
            <a:defPPr algn="l">
              <a:defRPr sz="1875" b="0">
                <a:solidFill>
                  <a:srgbClr val="586958"/>
                </a:solidFill>
                <a:latin typeface="Arial"/>
                <a:ea typeface="Arial"/>
                <a:cs typeface="Arial"/>
              </a:defRPr>
            </a:defPPr>
            <a:lvl1pPr algn="l">
              <a:defRPr sz="1875" b="0">
                <a:solidFill>
                  <a:srgbClr val="586958"/>
                </a:solidFill>
                <a:latin typeface="Arial"/>
                <a:ea typeface="Arial"/>
                <a:cs typeface="Arial"/>
              </a:defRPr>
            </a:lvl1pPr>
            <a:lvl2pPr algn="l">
              <a:defRPr sz="1875" b="0">
                <a:solidFill>
                  <a:srgbClr val="586958"/>
                </a:solidFill>
                <a:latin typeface="Arial"/>
                <a:ea typeface="Arial"/>
                <a:cs typeface="Arial"/>
              </a:defRPr>
            </a:lvl2pPr>
            <a:lvl3pPr algn="l">
              <a:defRPr sz="1875" b="0">
                <a:solidFill>
                  <a:srgbClr val="586958"/>
                </a:solidFill>
                <a:latin typeface="Arial"/>
                <a:ea typeface="Arial"/>
                <a:cs typeface="Arial"/>
              </a:defRPr>
            </a:lvl3pPr>
            <a:lvl4pPr algn="l">
              <a:defRPr sz="1875" b="0">
                <a:solidFill>
                  <a:srgbClr val="586958"/>
                </a:solidFill>
                <a:latin typeface="Arial"/>
                <a:ea typeface="Arial"/>
                <a:cs typeface="Arial"/>
              </a:defRPr>
            </a:lvl4pPr>
            <a:lvl5pPr algn="l">
              <a:defRPr sz="1875" b="0">
                <a:solidFill>
                  <a:srgbClr val="586958"/>
                </a:solidFill>
                <a:latin typeface="Arial"/>
                <a:ea typeface="Arial"/>
                <a:cs typeface="Arial"/>
              </a:defRPr>
            </a:lvl5pPr>
            <a:lvl6pPr algn="l">
              <a:defRPr sz="1875" b="0">
                <a:solidFill>
                  <a:srgbClr val="586958"/>
                </a:solidFill>
                <a:latin typeface="Arial"/>
                <a:ea typeface="Arial"/>
                <a:cs typeface="Arial"/>
              </a:defRPr>
            </a:lvl6pPr>
            <a:lvl7pPr algn="l">
              <a:defRPr sz="1875" b="0">
                <a:solidFill>
                  <a:srgbClr val="586958"/>
                </a:solidFill>
                <a:latin typeface="Arial"/>
                <a:ea typeface="Arial"/>
                <a:cs typeface="Arial"/>
              </a:defRPr>
            </a:lvl7pPr>
            <a:lvl8pPr algn="l">
              <a:defRPr sz="1875" b="0">
                <a:solidFill>
                  <a:srgbClr val="586958"/>
                </a:solidFill>
                <a:latin typeface="Arial"/>
                <a:ea typeface="Arial"/>
                <a:cs typeface="Arial"/>
              </a:defRPr>
            </a:lvl8pPr>
            <a:lvl9pPr algn="l">
              <a:defRPr sz="1875" b="0">
                <a:solidFill>
                  <a:srgbClr val="586958"/>
                </a:solidFill>
                <a:latin typeface="Arial"/>
                <a:ea typeface="Arial"/>
                <a:cs typeface="Arial"/>
              </a:defRPr>
            </a:lvl9pPr>
          </a:lstStyle>
          <a:p>
            <a:pPr algn="l">
              <a:defRPr sz="1875" b="0">
                <a:solidFill>
                  <a:srgbClr val="586958"/>
                </a:solidFill>
                <a:latin typeface="Arial"/>
                <a:ea typeface="Arial"/>
                <a:cs typeface="Arial"/>
              </a:defRPr>
            </a:pPr>
            <a:r>
              <a:rPr sz="1875" b="0">
                <a:solidFill>
                  <a:srgbClr val="586958"/>
                </a:solidFill>
                <a:latin typeface="Arial"/>
                <a:ea typeface="Arial"/>
                <a:cs typeface="Arial"/>
              </a:rPr>
              <a:t>Track discount timing, fulfilment and repeat use</a:t>
            </a:r>
          </a:p>
        </p:txBody>
      </p:sp>
      <p:sp>
        <p:nvSpPr>
          <p:cNvPr id="20" name="矩形 19">
            <a:extLst>
              <a:ext uri="{FF2B5EF4-FFF2-40B4-BE49-F238E27FC236}">
                <a16:creationId xmlns:a16="http://schemas.microsoft.com/office/drawing/2014/main" id="{A644BB86-2ABE-45A9-B396-F121D3CEF985}"/>
              </a:ext>
            </a:extLst>
          </p:cNvPr>
          <p:cNvSpPr>
            <a:spLocks noGrp="1"/>
          </p:cNvSpPr>
          <p:nvPr/>
        </p:nvSpPr>
        <p:spPr>
          <a:xfrm>
            <a:off x="457200" y="4629150"/>
            <a:ext cx="11277600" cy="9525"/>
          </a:xfrm>
          <a:prstGeom prst="rect">
            <a:avLst/>
          </a:prstGeom>
          <a:solidFill>
            <a:srgbClr val="B7BA9A"/>
          </a:solidFill>
          <a:ln w="0">
            <a:noFill/>
            <a:prstDash val="solid"/>
          </a:ln>
        </p:spPr>
      </p:sp>
      <p:sp>
        <p:nvSpPr>
          <p:cNvPr id="21" name="矩形 20">
            <a:extLst>
              <a:ext uri="{FF2B5EF4-FFF2-40B4-BE49-F238E27FC236}">
                <a16:creationId xmlns:a16="http://schemas.microsoft.com/office/drawing/2014/main" id="{892941F6-BCF7-475D-9455-2738B4BFBA40}"/>
              </a:ext>
            </a:extLst>
          </p:cNvPr>
          <p:cNvSpPr>
            <a:spLocks noGrp="1"/>
          </p:cNvSpPr>
          <p:nvPr/>
        </p:nvSpPr>
        <p:spPr>
          <a:xfrm>
            <a:off x="457200" y="4810125"/>
            <a:ext cx="1619250" cy="504825"/>
          </a:xfrm>
          <a:prstGeom prst="rect">
            <a:avLst/>
          </a:prstGeom>
          <a:noFill/>
          <a:ln w="0">
            <a:noFill/>
            <a:prstDash val="solid"/>
          </a:ln>
        </p:spPr>
        <p:txBody>
          <a:bodyPr wrap="square" lIns="0" tIns="0" rIns="0" bIns="0" anchor="t">
            <a:noAutofit/>
          </a:bodyPr>
          <a:lstStyle>
            <a:defPPr algn="l">
              <a:defRPr sz="2025" b="1">
                <a:solidFill>
                  <a:srgbClr val="B57906"/>
                </a:solidFill>
                <a:latin typeface="Arial"/>
                <a:ea typeface="Arial"/>
                <a:cs typeface="Arial"/>
              </a:defRPr>
            </a:defPPr>
            <a:lvl1pPr algn="l">
              <a:defRPr sz="2025" b="1">
                <a:solidFill>
                  <a:srgbClr val="B57906"/>
                </a:solidFill>
                <a:latin typeface="Arial"/>
                <a:ea typeface="Arial"/>
                <a:cs typeface="Arial"/>
              </a:defRPr>
            </a:lvl1pPr>
            <a:lvl2pPr algn="l">
              <a:defRPr sz="2025" b="1">
                <a:solidFill>
                  <a:srgbClr val="B57906"/>
                </a:solidFill>
                <a:latin typeface="Arial"/>
                <a:ea typeface="Arial"/>
                <a:cs typeface="Arial"/>
              </a:defRPr>
            </a:lvl2pPr>
            <a:lvl3pPr algn="l">
              <a:defRPr sz="2025" b="1">
                <a:solidFill>
                  <a:srgbClr val="B57906"/>
                </a:solidFill>
                <a:latin typeface="Arial"/>
                <a:ea typeface="Arial"/>
                <a:cs typeface="Arial"/>
              </a:defRPr>
            </a:lvl3pPr>
            <a:lvl4pPr algn="l">
              <a:defRPr sz="2025" b="1">
                <a:solidFill>
                  <a:srgbClr val="B57906"/>
                </a:solidFill>
                <a:latin typeface="Arial"/>
                <a:ea typeface="Arial"/>
                <a:cs typeface="Arial"/>
              </a:defRPr>
            </a:lvl4pPr>
            <a:lvl5pPr algn="l">
              <a:defRPr sz="2025" b="1">
                <a:solidFill>
                  <a:srgbClr val="B57906"/>
                </a:solidFill>
                <a:latin typeface="Arial"/>
                <a:ea typeface="Arial"/>
                <a:cs typeface="Arial"/>
              </a:defRPr>
            </a:lvl5pPr>
            <a:lvl6pPr algn="l">
              <a:defRPr sz="2025" b="1">
                <a:solidFill>
                  <a:srgbClr val="B57906"/>
                </a:solidFill>
                <a:latin typeface="Arial"/>
                <a:ea typeface="Arial"/>
                <a:cs typeface="Arial"/>
              </a:defRPr>
            </a:lvl6pPr>
            <a:lvl7pPr algn="l">
              <a:defRPr sz="2025" b="1">
                <a:solidFill>
                  <a:srgbClr val="B57906"/>
                </a:solidFill>
                <a:latin typeface="Arial"/>
                <a:ea typeface="Arial"/>
                <a:cs typeface="Arial"/>
              </a:defRPr>
            </a:lvl7pPr>
            <a:lvl8pPr algn="l">
              <a:defRPr sz="2025" b="1">
                <a:solidFill>
                  <a:srgbClr val="B57906"/>
                </a:solidFill>
                <a:latin typeface="Arial"/>
                <a:ea typeface="Arial"/>
                <a:cs typeface="Arial"/>
              </a:defRPr>
            </a:lvl8pPr>
            <a:lvl9pPr algn="l">
              <a:defRPr sz="2025" b="1">
                <a:solidFill>
                  <a:srgbClr val="B57906"/>
                </a:solidFill>
                <a:latin typeface="Arial"/>
                <a:ea typeface="Arial"/>
                <a:cs typeface="Arial"/>
              </a:defRPr>
            </a:lvl9pPr>
          </a:lstStyle>
          <a:p>
            <a:pPr algn="l">
              <a:defRPr sz="2025" b="1">
                <a:solidFill>
                  <a:srgbClr val="B57906"/>
                </a:solidFill>
                <a:latin typeface="Arial"/>
                <a:ea typeface="Arial"/>
                <a:cs typeface="Arial"/>
              </a:defRPr>
            </a:pPr>
            <a:r>
              <a:rPr sz="2025" b="1">
                <a:solidFill>
                  <a:srgbClr val="B57906"/>
                </a:solidFill>
                <a:latin typeface="Arial"/>
                <a:ea typeface="Arial"/>
                <a:cs typeface="Arial"/>
              </a:rPr>
              <a:t>Longer term</a:t>
            </a:r>
          </a:p>
        </p:txBody>
      </p:sp>
      <p:sp>
        <p:nvSpPr>
          <p:cNvPr id="22" name="矩形 21">
            <a:extLst>
              <a:ext uri="{FF2B5EF4-FFF2-40B4-BE49-F238E27FC236}">
                <a16:creationId xmlns:a16="http://schemas.microsoft.com/office/drawing/2014/main" id="{7C2BF558-CA18-4AD5-95FE-B5ADF5FD9839}"/>
              </a:ext>
            </a:extLst>
          </p:cNvPr>
          <p:cNvSpPr>
            <a:spLocks noGrp="1"/>
          </p:cNvSpPr>
          <p:nvPr/>
        </p:nvSpPr>
        <p:spPr>
          <a:xfrm>
            <a:off x="2381250" y="4810125"/>
            <a:ext cx="3143250" cy="600075"/>
          </a:xfrm>
          <a:prstGeom prst="rect">
            <a:avLst/>
          </a:prstGeom>
          <a:noFill/>
          <a:ln w="0">
            <a:noFill/>
            <a:prstDash val="solid"/>
          </a:ln>
        </p:spPr>
        <p:txBody>
          <a:bodyPr wrap="square" lIns="0" tIns="0" rIns="0" bIns="0" anchor="t">
            <a:noAutofit/>
          </a:bodyPr>
          <a:lstStyle>
            <a:defPPr algn="l">
              <a:defRPr sz="2100" b="1">
                <a:solidFill>
                  <a:srgbClr val="163B2A"/>
                </a:solidFill>
                <a:latin typeface="Arial"/>
                <a:ea typeface="Arial"/>
                <a:cs typeface="Arial"/>
              </a:defRPr>
            </a:defPPr>
            <a:lvl1pPr algn="l">
              <a:defRPr sz="2100" b="1">
                <a:solidFill>
                  <a:srgbClr val="163B2A"/>
                </a:solidFill>
                <a:latin typeface="Arial"/>
                <a:ea typeface="Arial"/>
                <a:cs typeface="Arial"/>
              </a:defRPr>
            </a:lvl1pPr>
            <a:lvl2pPr algn="l">
              <a:defRPr sz="2100" b="1">
                <a:solidFill>
                  <a:srgbClr val="163B2A"/>
                </a:solidFill>
                <a:latin typeface="Arial"/>
                <a:ea typeface="Arial"/>
                <a:cs typeface="Arial"/>
              </a:defRPr>
            </a:lvl2pPr>
            <a:lvl3pPr algn="l">
              <a:defRPr sz="2100" b="1">
                <a:solidFill>
                  <a:srgbClr val="163B2A"/>
                </a:solidFill>
                <a:latin typeface="Arial"/>
                <a:ea typeface="Arial"/>
                <a:cs typeface="Arial"/>
              </a:defRPr>
            </a:lvl3pPr>
            <a:lvl4pPr algn="l">
              <a:defRPr sz="2100" b="1">
                <a:solidFill>
                  <a:srgbClr val="163B2A"/>
                </a:solidFill>
                <a:latin typeface="Arial"/>
                <a:ea typeface="Arial"/>
                <a:cs typeface="Arial"/>
              </a:defRPr>
            </a:lvl4pPr>
            <a:lvl5pPr algn="l">
              <a:defRPr sz="2100" b="1">
                <a:solidFill>
                  <a:srgbClr val="163B2A"/>
                </a:solidFill>
                <a:latin typeface="Arial"/>
                <a:ea typeface="Arial"/>
                <a:cs typeface="Arial"/>
              </a:defRPr>
            </a:lvl5pPr>
            <a:lvl6pPr algn="l">
              <a:defRPr sz="2100" b="1">
                <a:solidFill>
                  <a:srgbClr val="163B2A"/>
                </a:solidFill>
                <a:latin typeface="Arial"/>
                <a:ea typeface="Arial"/>
                <a:cs typeface="Arial"/>
              </a:defRPr>
            </a:lvl6pPr>
            <a:lvl7pPr algn="l">
              <a:defRPr sz="2100" b="1">
                <a:solidFill>
                  <a:srgbClr val="163B2A"/>
                </a:solidFill>
                <a:latin typeface="Arial"/>
                <a:ea typeface="Arial"/>
                <a:cs typeface="Arial"/>
              </a:defRPr>
            </a:lvl7pPr>
            <a:lvl8pPr algn="l">
              <a:defRPr sz="2100" b="1">
                <a:solidFill>
                  <a:srgbClr val="163B2A"/>
                </a:solidFill>
                <a:latin typeface="Arial"/>
                <a:ea typeface="Arial"/>
                <a:cs typeface="Arial"/>
              </a:defRPr>
            </a:lvl8pPr>
            <a:lvl9pPr algn="l">
              <a:defRPr sz="2100" b="1">
                <a:solidFill>
                  <a:srgbClr val="163B2A"/>
                </a:solidFill>
                <a:latin typeface="Arial"/>
                <a:ea typeface="Arial"/>
                <a:cs typeface="Arial"/>
              </a:defRPr>
            </a:lvl9pPr>
          </a:lstStyle>
          <a:p>
            <a:pPr algn="l">
              <a:defRPr sz="2100" b="1">
                <a:solidFill>
                  <a:srgbClr val="163B2A"/>
                </a:solidFill>
                <a:latin typeface="Arial"/>
                <a:ea typeface="Arial"/>
                <a:cs typeface="Arial"/>
              </a:defRPr>
            </a:pPr>
            <a:r>
              <a:rPr sz="2100" b="1">
                <a:solidFill>
                  <a:srgbClr val="163B2A"/>
                </a:solidFill>
                <a:latin typeface="Arial"/>
                <a:ea typeface="Arial"/>
                <a:cs typeface="Arial"/>
              </a:rPr>
              <a:t>Real system connections</a:t>
            </a:r>
          </a:p>
        </p:txBody>
      </p:sp>
      <p:sp>
        <p:nvSpPr>
          <p:cNvPr id="23" name="矩形 22">
            <a:extLst>
              <a:ext uri="{FF2B5EF4-FFF2-40B4-BE49-F238E27FC236}">
                <a16:creationId xmlns:a16="http://schemas.microsoft.com/office/drawing/2014/main" id="{69838130-C708-4716-902C-41BB2A4105B2}"/>
              </a:ext>
            </a:extLst>
          </p:cNvPr>
          <p:cNvSpPr>
            <a:spLocks noGrp="1"/>
          </p:cNvSpPr>
          <p:nvPr/>
        </p:nvSpPr>
        <p:spPr>
          <a:xfrm>
            <a:off x="6038850" y="4810125"/>
            <a:ext cx="5695950" cy="714375"/>
          </a:xfrm>
          <a:prstGeom prst="rect">
            <a:avLst/>
          </a:prstGeom>
          <a:noFill/>
          <a:ln w="0">
            <a:noFill/>
            <a:prstDash val="solid"/>
          </a:ln>
        </p:spPr>
        <p:txBody>
          <a:bodyPr wrap="square" lIns="0" tIns="0" rIns="0" bIns="0" anchor="t">
            <a:noAutofit/>
          </a:bodyPr>
          <a:lstStyle>
            <a:defPPr algn="l">
              <a:defRPr sz="1875" b="0">
                <a:solidFill>
                  <a:srgbClr val="586958"/>
                </a:solidFill>
                <a:latin typeface="Arial"/>
                <a:ea typeface="Arial"/>
                <a:cs typeface="Arial"/>
              </a:defRPr>
            </a:defPPr>
            <a:lvl1pPr algn="l">
              <a:defRPr sz="1875" b="0">
                <a:solidFill>
                  <a:srgbClr val="586958"/>
                </a:solidFill>
                <a:latin typeface="Arial"/>
                <a:ea typeface="Arial"/>
                <a:cs typeface="Arial"/>
              </a:defRPr>
            </a:lvl1pPr>
            <a:lvl2pPr algn="l">
              <a:defRPr sz="1875" b="0">
                <a:solidFill>
                  <a:srgbClr val="586958"/>
                </a:solidFill>
                <a:latin typeface="Arial"/>
                <a:ea typeface="Arial"/>
                <a:cs typeface="Arial"/>
              </a:defRPr>
            </a:lvl2pPr>
            <a:lvl3pPr algn="l">
              <a:defRPr sz="1875" b="0">
                <a:solidFill>
                  <a:srgbClr val="586958"/>
                </a:solidFill>
                <a:latin typeface="Arial"/>
                <a:ea typeface="Arial"/>
                <a:cs typeface="Arial"/>
              </a:defRPr>
            </a:lvl3pPr>
            <a:lvl4pPr algn="l">
              <a:defRPr sz="1875" b="0">
                <a:solidFill>
                  <a:srgbClr val="586958"/>
                </a:solidFill>
                <a:latin typeface="Arial"/>
                <a:ea typeface="Arial"/>
                <a:cs typeface="Arial"/>
              </a:defRPr>
            </a:lvl4pPr>
            <a:lvl5pPr algn="l">
              <a:defRPr sz="1875" b="0">
                <a:solidFill>
                  <a:srgbClr val="586958"/>
                </a:solidFill>
                <a:latin typeface="Arial"/>
                <a:ea typeface="Arial"/>
                <a:cs typeface="Arial"/>
              </a:defRPr>
            </a:lvl5pPr>
            <a:lvl6pPr algn="l">
              <a:defRPr sz="1875" b="0">
                <a:solidFill>
                  <a:srgbClr val="586958"/>
                </a:solidFill>
                <a:latin typeface="Arial"/>
                <a:ea typeface="Arial"/>
                <a:cs typeface="Arial"/>
              </a:defRPr>
            </a:lvl6pPr>
            <a:lvl7pPr algn="l">
              <a:defRPr sz="1875" b="0">
                <a:solidFill>
                  <a:srgbClr val="586958"/>
                </a:solidFill>
                <a:latin typeface="Arial"/>
                <a:ea typeface="Arial"/>
                <a:cs typeface="Arial"/>
              </a:defRPr>
            </a:lvl7pPr>
            <a:lvl8pPr algn="l">
              <a:defRPr sz="1875" b="0">
                <a:solidFill>
                  <a:srgbClr val="586958"/>
                </a:solidFill>
                <a:latin typeface="Arial"/>
                <a:ea typeface="Arial"/>
                <a:cs typeface="Arial"/>
              </a:defRPr>
            </a:lvl8pPr>
            <a:lvl9pPr algn="l">
              <a:defRPr sz="1875" b="0">
                <a:solidFill>
                  <a:srgbClr val="586958"/>
                </a:solidFill>
                <a:latin typeface="Arial"/>
                <a:ea typeface="Arial"/>
                <a:cs typeface="Arial"/>
              </a:defRPr>
            </a:lvl9pPr>
          </a:lstStyle>
          <a:p>
            <a:pPr algn="l">
              <a:defRPr sz="1875" b="0">
                <a:solidFill>
                  <a:srgbClr val="586958"/>
                </a:solidFill>
                <a:latin typeface="Arial"/>
                <a:ea typeface="Arial"/>
                <a:cs typeface="Arial"/>
              </a:defRPr>
            </a:pPr>
            <a:r>
              <a:rPr sz="1875" b="0">
                <a:solidFill>
                  <a:srgbClr val="586958"/>
                </a:solidFill>
                <a:latin typeface="Arial"/>
                <a:ea typeface="Arial"/>
                <a:cs typeface="Arial"/>
              </a:rPr>
              <a:t>Assess POS, messaging and commercial partnerships</a:t>
            </a:r>
          </a:p>
        </p:txBody>
      </p:sp>
    </p:spTree>
    <p:extLst>
      <p:ext uri="{BB962C8B-B14F-4D97-AF65-F5344CB8AC3E}">
        <p14:creationId xmlns:p14="http://schemas.microsoft.com/office/powerpoint/2010/main" val="1938063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1411EAA0-CCA4-4A16-AE7A-BD8680BEFA22}"/>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C9B60381-C7CA-4390-BF73-3A9A9504B937}"/>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Pilot gates and actions when targets are missed</a:t>
            </a:r>
          </a:p>
        </p:txBody>
      </p:sp>
      <p:sp>
        <p:nvSpPr>
          <p:cNvPr id="3" name="矩形 2">
            <a:extLst>
              <a:ext uri="{FF2B5EF4-FFF2-40B4-BE49-F238E27FC236}">
                <a16:creationId xmlns:a16="http://schemas.microsoft.com/office/drawing/2014/main" id="{CAAB278B-880F-4CB0-B32B-BEE8E69EF5D1}"/>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Provisional targets and illustrative failure cases / agree metric definitions first</a:t>
            </a:r>
          </a:p>
        </p:txBody>
      </p:sp>
      <p:sp>
        <p:nvSpPr>
          <p:cNvPr id="4" name="矩形 3">
            <a:extLst>
              <a:ext uri="{FF2B5EF4-FFF2-40B4-BE49-F238E27FC236}">
                <a16:creationId xmlns:a16="http://schemas.microsoft.com/office/drawing/2014/main" id="{1D807B8F-A14D-463C-8CBC-098BCE9E5E55}"/>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30CB53D7-72E1-43D7-95E8-199012B1320B}"/>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92460479-42EE-4AAC-A728-8B9CDA651EDD}"/>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29 / 32</a:t>
            </a:r>
          </a:p>
        </p:txBody>
      </p:sp>
      <p:sp>
        <p:nvSpPr>
          <p:cNvPr id="7" name="NAV-BG-8">
            <a:extLst>
              <a:ext uri="{FF2B5EF4-FFF2-40B4-BE49-F238E27FC236}">
                <a16:creationId xmlns:a16="http://schemas.microsoft.com/office/drawing/2014/main" id="{4FCCE6D9-A77F-496C-B224-8E2B61A1A703}"/>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06710134-8A54-4AF5-BEBE-E34842179A38}"/>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graphicFrame>
        <p:nvGraphicFramePr>
          <p:cNvPr id="9" name="表格 8">
            <a:extLst>
              <a:ext uri="{FF2B5EF4-FFF2-40B4-BE49-F238E27FC236}">
                <a16:creationId xmlns:a16="http://schemas.microsoft.com/office/drawing/2014/main" id="{32400601-0CAD-405B-90A9-7E8A242271F7}"/>
              </a:ext>
            </a:extLst>
          </p:cNvPr>
          <p:cNvGraphicFramePr/>
          <p:nvPr/>
        </p:nvGraphicFramePr>
        <p:xfrm>
          <a:off x="457200" y="1724025"/>
          <a:ext cx="11277600" cy="2952750"/>
        </p:xfrm>
        <a:graphic>
          <a:graphicData uri="http://schemas.openxmlformats.org/drawingml/2006/table">
            <a:tbl>
              <a:tblPr/>
              <a:tblGrid>
                <a:gridCol w="1905000">
                  <a:extLst>
                    <a:ext uri="{9D8B030D-6E8A-4147-A177-3AD203B41FA5}">
                      <a16:colId xmlns:a16="http://schemas.microsoft.com/office/drawing/2014/main" val="20000"/>
                    </a:ext>
                  </a:extLst>
                </a:gridCol>
                <a:gridCol w="4686300">
                  <a:extLst>
                    <a:ext uri="{9D8B030D-6E8A-4147-A177-3AD203B41FA5}">
                      <a16:colId xmlns:a16="http://schemas.microsoft.com/office/drawing/2014/main" val="20001"/>
                    </a:ext>
                  </a:extLst>
                </a:gridCol>
                <a:gridCol w="4686300">
                  <a:extLst>
                    <a:ext uri="{9D8B030D-6E8A-4147-A177-3AD203B41FA5}">
                      <a16:colId xmlns:a16="http://schemas.microsoft.com/office/drawing/2014/main" val="20002"/>
                    </a:ext>
                  </a:extLst>
                </a:gridCol>
              </a:tblGrid>
              <a:tr h="738188">
                <a:tc>
                  <a:txBody>
                    <a:bodyPr/>
                    <a:lstStyle/>
                    <a:p>
                      <a:pPr algn="l"/>
                      <a:r>
                        <a:rPr sz="1425" b="1">
                          <a:solidFill>
                            <a:srgbClr val="163B2A"/>
                          </a:solidFill>
                          <a:latin typeface="Arial"/>
                          <a:ea typeface="Arial"/>
                          <a:cs typeface="Arial"/>
                        </a:rPr>
                        <a:t>Stage</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425" b="1">
                          <a:solidFill>
                            <a:srgbClr val="163B2A"/>
                          </a:solidFill>
                          <a:latin typeface="Arial"/>
                          <a:ea typeface="Arial"/>
                          <a:cs typeface="Arial"/>
                        </a:rPr>
                        <a:t>Proposed gate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425" b="1">
                          <a:solidFill>
                            <a:srgbClr val="163B2A"/>
                          </a:solidFill>
                          <a:latin typeface="Arial"/>
                          <a:ea typeface="Arial"/>
                          <a:cs typeface="Arial"/>
                        </a:rPr>
                        <a:t>If the gate is missed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738188">
                <a:tc>
                  <a:txBody>
                    <a:bodyPr/>
                    <a:lstStyle/>
                    <a:p>
                      <a:pPr algn="l"/>
                      <a:r>
                        <a:rPr sz="1500" b="0">
                          <a:solidFill>
                            <a:srgbClr val="163B2A"/>
                          </a:solidFill>
                          <a:latin typeface="Arial"/>
                          <a:ea typeface="Arial"/>
                          <a:cs typeface="Arial"/>
                        </a:rPr>
                        <a:t>Days 0–30</a:t>
                      </a:r>
                    </a:p>
                    <a:p>
                      <a:pPr algn="l"/>
                      <a:r>
                        <a:rPr sz="1500" b="0">
                          <a:solidFill>
                            <a:srgbClr val="163B2A"/>
                          </a:solidFill>
                          <a:latin typeface="Arial"/>
                          <a:ea typeface="Arial"/>
                          <a:cs typeface="Arial"/>
                        </a:rPr>
                        <a:t>3–5 stores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Collection ≥60%; save ≥20 minutes</a:t>
                      </a:r>
                    </a:p>
                    <a:p>
                      <a:pPr algn="ctr"/>
                      <a:r>
                        <a:rPr sz="1500" b="0">
                          <a:solidFill>
                            <a:srgbClr val="163B2A"/>
                          </a:solidFill>
                          <a:latin typeface="Arial"/>
                          <a:ea typeface="Arial"/>
                          <a:cs typeface="Arial"/>
                        </a:rPr>
                        <a:t>Repeat: ≥1 per 10 pickups, definition pending</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At 40% collection, inspect the funnel</a:t>
                      </a:r>
                    </a:p>
                    <a:p>
                      <a:pPr algn="ctr"/>
                      <a:r>
                        <a:rPr sz="1500" b="0">
                          <a:solidFill>
                            <a:srgbClr val="163B2A"/>
                          </a:solidFill>
                          <a:latin typeface="Arial"/>
                          <a:ea typeface="Arial"/>
                          <a:cs typeface="Arial"/>
                        </a:rPr>
                        <a:t>Test one timing, channel or message change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738188">
                <a:tc>
                  <a:txBody>
                    <a:bodyPr/>
                    <a:lstStyle/>
                    <a:p>
                      <a:pPr algn="l"/>
                      <a:r>
                        <a:rPr sz="1500" b="0">
                          <a:solidFill>
                            <a:srgbClr val="163B2A"/>
                          </a:solidFill>
                          <a:latin typeface="Arial"/>
                          <a:ea typeface="Arial"/>
                          <a:cs typeface="Arial"/>
                        </a:rPr>
                        <a:t>Days 31–60</a:t>
                      </a:r>
                    </a:p>
                    <a:p>
                      <a:pPr algn="l"/>
                      <a:r>
                        <a:rPr sz="1500" b="0">
                          <a:solidFill>
                            <a:srgbClr val="163B2A"/>
                          </a:solidFill>
                          <a:latin typeface="Arial"/>
                          <a:ea typeface="Arial"/>
                          <a:cs typeface="Arial"/>
                        </a:rPr>
                        <a:t>Assess 10 stores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Setup &lt;5 minutes; use ≥4 times/week</a:t>
                      </a:r>
                    </a:p>
                    <a:p>
                      <a:pPr algn="ctr"/>
                      <a:r>
                        <a:rPr sz="1500" b="0">
                          <a:solidFill>
                            <a:srgbClr val="163B2A"/>
                          </a:solidFill>
                          <a:latin typeface="Arial"/>
                          <a:ea typeface="Arial"/>
                          <a:cs typeface="Arial"/>
                        </a:rPr>
                        <a:t>Trace real delivery and collection</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High integration cost: keep a manual flow</a:t>
                      </a:r>
                    </a:p>
                    <a:p>
                      <a:pPr algn="ctr"/>
                      <a:r>
                        <a:rPr sz="1500" b="0">
                          <a:solidFill>
                            <a:srgbClr val="163B2A"/>
                          </a:solidFill>
                          <a:latin typeface="Arial"/>
                          <a:ea typeface="Arial"/>
                          <a:cs typeface="Arial"/>
                        </a:rPr>
                        <a:t>Pause expansion; verify one-store value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738188">
                <a:tc>
                  <a:txBody>
                    <a:bodyPr/>
                    <a:lstStyle/>
                    <a:p>
                      <a:pPr algn="l"/>
                      <a:r>
                        <a:rPr sz="1500" b="0">
                          <a:solidFill>
                            <a:srgbClr val="163B2A"/>
                          </a:solidFill>
                          <a:latin typeface="Arial"/>
                          <a:ea typeface="Arial"/>
                          <a:cs typeface="Arial"/>
                        </a:rPr>
                        <a:t>Days 61–90</a:t>
                      </a:r>
                    </a:p>
                    <a:p>
                      <a:pPr algn="l"/>
                      <a:r>
                        <a:rPr sz="1500" b="0">
                          <a:solidFill>
                            <a:srgbClr val="163B2A"/>
                          </a:solidFill>
                          <a:latin typeface="Arial"/>
                          <a:ea typeface="Arial"/>
                          <a:cs typeface="Arial"/>
                        </a:rPr>
                        <a:t>Test real payment</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≥3 paying stores; value ≥1.5× fee</a:t>
                      </a:r>
                    </a:p>
                    <a:p>
                      <a:pPr algn="ctr"/>
                      <a:r>
                        <a:rPr sz="1500" b="0">
                          <a:solidFill>
                            <a:srgbClr val="163B2A"/>
                          </a:solidFill>
                          <a:latin typeface="Arial"/>
                          <a:ea typeface="Arial"/>
                          <a:cs typeface="Arial"/>
                        </a:rPr>
                        <a:t>Lose ≤1 store/month, small-sample view</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Weak economics: retest fit and pricing</a:t>
                      </a:r>
                    </a:p>
                    <a:p>
                      <a:pPr algn="ctr"/>
                      <a:r>
                        <a:rPr sz="1500" b="0">
                          <a:solidFill>
                            <a:srgbClr val="163B2A"/>
                          </a:solidFill>
                          <a:latin typeface="Arial"/>
                          <a:ea typeface="Arial"/>
                          <a:cs typeface="Arial"/>
                        </a:rPr>
                        <a:t>Keep safety and cost constraints</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bl>
          </a:graphicData>
        </a:graphic>
      </p:graphicFrame>
      <p:sp>
        <p:nvSpPr>
          <p:cNvPr id="10" name="矩形 9">
            <a:extLst>
              <a:ext uri="{FF2B5EF4-FFF2-40B4-BE49-F238E27FC236}">
                <a16:creationId xmlns:a16="http://schemas.microsoft.com/office/drawing/2014/main" id="{707691BB-0DC0-491B-BE8B-538CDD808840}"/>
              </a:ext>
            </a:extLst>
          </p:cNvPr>
          <p:cNvSpPr>
            <a:spLocks noGrp="1"/>
          </p:cNvSpPr>
          <p:nvPr/>
        </p:nvSpPr>
        <p:spPr>
          <a:xfrm>
            <a:off x="457200" y="4972050"/>
            <a:ext cx="11277600" cy="400050"/>
          </a:xfrm>
          <a:prstGeom prst="rect">
            <a:avLst/>
          </a:prstGeom>
          <a:noFill/>
          <a:ln w="0">
            <a:noFill/>
            <a:prstDash val="solid"/>
          </a:ln>
        </p:spPr>
        <p:txBody>
          <a:bodyPr wrap="square" lIns="0" tIns="0" rIns="0" bIns="0" anchor="t">
            <a:noAutofit/>
          </a:bodyPr>
          <a:lstStyle>
            <a:defPPr algn="l">
              <a:defRPr sz="1875" b="1">
                <a:solidFill>
                  <a:srgbClr val="163B2A"/>
                </a:solidFill>
                <a:latin typeface="Arial"/>
                <a:ea typeface="Arial"/>
                <a:cs typeface="Arial"/>
              </a:defRPr>
            </a:defPPr>
            <a:lvl1pPr algn="l">
              <a:defRPr sz="1875" b="1">
                <a:solidFill>
                  <a:srgbClr val="163B2A"/>
                </a:solidFill>
                <a:latin typeface="Arial"/>
                <a:ea typeface="Arial"/>
                <a:cs typeface="Arial"/>
              </a:defRPr>
            </a:lvl1pPr>
            <a:lvl2pPr algn="l">
              <a:defRPr sz="1875" b="1">
                <a:solidFill>
                  <a:srgbClr val="163B2A"/>
                </a:solidFill>
                <a:latin typeface="Arial"/>
                <a:ea typeface="Arial"/>
                <a:cs typeface="Arial"/>
              </a:defRPr>
            </a:lvl2pPr>
            <a:lvl3pPr algn="l">
              <a:defRPr sz="1875" b="1">
                <a:solidFill>
                  <a:srgbClr val="163B2A"/>
                </a:solidFill>
                <a:latin typeface="Arial"/>
                <a:ea typeface="Arial"/>
                <a:cs typeface="Arial"/>
              </a:defRPr>
            </a:lvl3pPr>
            <a:lvl4pPr algn="l">
              <a:defRPr sz="1875" b="1">
                <a:solidFill>
                  <a:srgbClr val="163B2A"/>
                </a:solidFill>
                <a:latin typeface="Arial"/>
                <a:ea typeface="Arial"/>
                <a:cs typeface="Arial"/>
              </a:defRPr>
            </a:lvl4pPr>
            <a:lvl5pPr algn="l">
              <a:defRPr sz="1875" b="1">
                <a:solidFill>
                  <a:srgbClr val="163B2A"/>
                </a:solidFill>
                <a:latin typeface="Arial"/>
                <a:ea typeface="Arial"/>
                <a:cs typeface="Arial"/>
              </a:defRPr>
            </a:lvl5pPr>
            <a:lvl6pPr algn="l">
              <a:defRPr sz="1875" b="1">
                <a:solidFill>
                  <a:srgbClr val="163B2A"/>
                </a:solidFill>
                <a:latin typeface="Arial"/>
                <a:ea typeface="Arial"/>
                <a:cs typeface="Arial"/>
              </a:defRPr>
            </a:lvl6pPr>
            <a:lvl7pPr algn="l">
              <a:defRPr sz="1875" b="1">
                <a:solidFill>
                  <a:srgbClr val="163B2A"/>
                </a:solidFill>
                <a:latin typeface="Arial"/>
                <a:ea typeface="Arial"/>
                <a:cs typeface="Arial"/>
              </a:defRPr>
            </a:lvl7pPr>
            <a:lvl8pPr algn="l">
              <a:defRPr sz="1875" b="1">
                <a:solidFill>
                  <a:srgbClr val="163B2A"/>
                </a:solidFill>
                <a:latin typeface="Arial"/>
                <a:ea typeface="Arial"/>
                <a:cs typeface="Arial"/>
              </a:defRPr>
            </a:lvl8pPr>
            <a:lvl9pPr algn="l">
              <a:defRPr sz="1875" b="1">
                <a:solidFill>
                  <a:srgbClr val="163B2A"/>
                </a:solidFill>
                <a:latin typeface="Arial"/>
                <a:ea typeface="Arial"/>
                <a:cs typeface="Arial"/>
              </a:defRPr>
            </a:lvl9pPr>
          </a:lstStyle>
          <a:p>
            <a:pPr algn="l">
              <a:defRPr sz="1875" b="1">
                <a:solidFill>
                  <a:srgbClr val="163B2A"/>
                </a:solidFill>
                <a:latin typeface="Arial"/>
                <a:ea typeface="Arial"/>
                <a:cs typeface="Arial"/>
              </a:defRPr>
            </a:pPr>
            <a:r>
              <a:rPr sz="1875" b="1">
                <a:solidFill>
                  <a:srgbClr val="163B2A"/>
                </a:solidFill>
                <a:latin typeface="Arial"/>
                <a:ea typeface="Arial"/>
                <a:cs typeface="Arial"/>
              </a:rPr>
              <a:t>Few quotes: test channel and timing. Few confirmations: inspect the offer.</a:t>
            </a:r>
          </a:p>
        </p:txBody>
      </p:sp>
      <p:sp>
        <p:nvSpPr>
          <p:cNvPr id="11" name="矩形 10">
            <a:extLst>
              <a:ext uri="{FF2B5EF4-FFF2-40B4-BE49-F238E27FC236}">
                <a16:creationId xmlns:a16="http://schemas.microsoft.com/office/drawing/2014/main" id="{F950ECD5-B7D0-490F-8898-0869DCE9F369}"/>
              </a:ext>
            </a:extLst>
          </p:cNvPr>
          <p:cNvSpPr>
            <a:spLocks noGrp="1"/>
          </p:cNvSpPr>
          <p:nvPr/>
        </p:nvSpPr>
        <p:spPr>
          <a:xfrm>
            <a:off x="457200" y="5457825"/>
            <a:ext cx="11277600" cy="400050"/>
          </a:xfrm>
          <a:prstGeom prst="rect">
            <a:avLst/>
          </a:prstGeom>
          <a:noFill/>
          <a:ln w="0">
            <a:noFill/>
            <a:prstDash val="solid"/>
          </a:ln>
        </p:spPr>
        <p:txBody>
          <a:bodyPr wrap="square" lIns="0" tIns="0" rIns="0" bIns="0" anchor="t">
            <a:noAutofit/>
          </a:bodyPr>
          <a:lstStyle>
            <a:defPPr algn="l">
              <a:defRPr sz="1875" b="1">
                <a:solidFill>
                  <a:srgbClr val="163B2A"/>
                </a:solidFill>
                <a:latin typeface="Arial"/>
                <a:ea typeface="Arial"/>
                <a:cs typeface="Arial"/>
              </a:defRPr>
            </a:defPPr>
            <a:lvl1pPr algn="l">
              <a:defRPr sz="1875" b="1">
                <a:solidFill>
                  <a:srgbClr val="163B2A"/>
                </a:solidFill>
                <a:latin typeface="Arial"/>
                <a:ea typeface="Arial"/>
                <a:cs typeface="Arial"/>
              </a:defRPr>
            </a:lvl1pPr>
            <a:lvl2pPr algn="l">
              <a:defRPr sz="1875" b="1">
                <a:solidFill>
                  <a:srgbClr val="163B2A"/>
                </a:solidFill>
                <a:latin typeface="Arial"/>
                <a:ea typeface="Arial"/>
                <a:cs typeface="Arial"/>
              </a:defRPr>
            </a:lvl2pPr>
            <a:lvl3pPr algn="l">
              <a:defRPr sz="1875" b="1">
                <a:solidFill>
                  <a:srgbClr val="163B2A"/>
                </a:solidFill>
                <a:latin typeface="Arial"/>
                <a:ea typeface="Arial"/>
                <a:cs typeface="Arial"/>
              </a:defRPr>
            </a:lvl3pPr>
            <a:lvl4pPr algn="l">
              <a:defRPr sz="1875" b="1">
                <a:solidFill>
                  <a:srgbClr val="163B2A"/>
                </a:solidFill>
                <a:latin typeface="Arial"/>
                <a:ea typeface="Arial"/>
                <a:cs typeface="Arial"/>
              </a:defRPr>
            </a:lvl4pPr>
            <a:lvl5pPr algn="l">
              <a:defRPr sz="1875" b="1">
                <a:solidFill>
                  <a:srgbClr val="163B2A"/>
                </a:solidFill>
                <a:latin typeface="Arial"/>
                <a:ea typeface="Arial"/>
                <a:cs typeface="Arial"/>
              </a:defRPr>
            </a:lvl5pPr>
            <a:lvl6pPr algn="l">
              <a:defRPr sz="1875" b="1">
                <a:solidFill>
                  <a:srgbClr val="163B2A"/>
                </a:solidFill>
                <a:latin typeface="Arial"/>
                <a:ea typeface="Arial"/>
                <a:cs typeface="Arial"/>
              </a:defRPr>
            </a:lvl6pPr>
            <a:lvl7pPr algn="l">
              <a:defRPr sz="1875" b="1">
                <a:solidFill>
                  <a:srgbClr val="163B2A"/>
                </a:solidFill>
                <a:latin typeface="Arial"/>
                <a:ea typeface="Arial"/>
                <a:cs typeface="Arial"/>
              </a:defRPr>
            </a:lvl7pPr>
            <a:lvl8pPr algn="l">
              <a:defRPr sz="1875" b="1">
                <a:solidFill>
                  <a:srgbClr val="163B2A"/>
                </a:solidFill>
                <a:latin typeface="Arial"/>
                <a:ea typeface="Arial"/>
                <a:cs typeface="Arial"/>
              </a:defRPr>
            </a:lvl8pPr>
            <a:lvl9pPr algn="l">
              <a:defRPr sz="1875" b="1">
                <a:solidFill>
                  <a:srgbClr val="163B2A"/>
                </a:solidFill>
                <a:latin typeface="Arial"/>
                <a:ea typeface="Arial"/>
                <a:cs typeface="Arial"/>
              </a:defRPr>
            </a:lvl9pPr>
          </a:lstStyle>
          <a:p>
            <a:pPr algn="l">
              <a:defRPr sz="1875" b="1">
                <a:solidFill>
                  <a:srgbClr val="163B2A"/>
                </a:solidFill>
                <a:latin typeface="Arial"/>
                <a:ea typeface="Arial"/>
                <a:cs typeface="Arial"/>
              </a:defRPr>
            </a:pPr>
            <a:r>
              <a:rPr sz="1875" b="1">
                <a:solidFill>
                  <a:srgbClr val="163B2A"/>
                </a:solidFill>
                <a:latin typeface="Arial"/>
                <a:ea typeface="Arial"/>
                <a:cs typeface="Arial"/>
              </a:rPr>
              <a:t>Few collections: inspect fulfilment. Weak value: review all added costs.</a:t>
            </a:r>
          </a:p>
        </p:txBody>
      </p:sp>
      <p:sp>
        <p:nvSpPr>
          <p:cNvPr id="12" name="矩形 11">
            <a:extLst>
              <a:ext uri="{FF2B5EF4-FFF2-40B4-BE49-F238E27FC236}">
                <a16:creationId xmlns:a16="http://schemas.microsoft.com/office/drawing/2014/main" id="{72A7FFB5-8FCF-49C7-BCD7-7361F50EE9A5}"/>
              </a:ext>
            </a:extLst>
          </p:cNvPr>
          <p:cNvSpPr>
            <a:spLocks noGrp="1"/>
          </p:cNvSpPr>
          <p:nvPr/>
        </p:nvSpPr>
        <p:spPr>
          <a:xfrm>
            <a:off x="457200" y="5953125"/>
            <a:ext cx="11277600" cy="381000"/>
          </a:xfrm>
          <a:prstGeom prst="rect">
            <a:avLst/>
          </a:prstGeom>
          <a:noFill/>
          <a:ln w="0">
            <a:noFill/>
            <a:prstDash val="solid"/>
          </a:ln>
        </p:spPr>
        <p:txBody>
          <a:bodyPr wrap="square" lIns="0" tIns="0" rIns="0" bIns="0" anchor="t">
            <a:noAutofit/>
          </a:bodyPr>
          <a:lstStyle>
            <a:defPPr algn="l">
              <a:defRPr sz="1875" b="1">
                <a:solidFill>
                  <a:srgbClr val="598C6C"/>
                </a:solidFill>
                <a:latin typeface="Arial"/>
                <a:ea typeface="Arial"/>
                <a:cs typeface="Arial"/>
              </a:defRPr>
            </a:defPPr>
            <a:lvl1pPr algn="l">
              <a:defRPr sz="1875" b="1">
                <a:solidFill>
                  <a:srgbClr val="598C6C"/>
                </a:solidFill>
                <a:latin typeface="Arial"/>
                <a:ea typeface="Arial"/>
                <a:cs typeface="Arial"/>
              </a:defRPr>
            </a:lvl1pPr>
            <a:lvl2pPr algn="l">
              <a:defRPr sz="1875" b="1">
                <a:solidFill>
                  <a:srgbClr val="598C6C"/>
                </a:solidFill>
                <a:latin typeface="Arial"/>
                <a:ea typeface="Arial"/>
                <a:cs typeface="Arial"/>
              </a:defRPr>
            </a:lvl2pPr>
            <a:lvl3pPr algn="l">
              <a:defRPr sz="1875" b="1">
                <a:solidFill>
                  <a:srgbClr val="598C6C"/>
                </a:solidFill>
                <a:latin typeface="Arial"/>
                <a:ea typeface="Arial"/>
                <a:cs typeface="Arial"/>
              </a:defRPr>
            </a:lvl3pPr>
            <a:lvl4pPr algn="l">
              <a:defRPr sz="1875" b="1">
                <a:solidFill>
                  <a:srgbClr val="598C6C"/>
                </a:solidFill>
                <a:latin typeface="Arial"/>
                <a:ea typeface="Arial"/>
                <a:cs typeface="Arial"/>
              </a:defRPr>
            </a:lvl4pPr>
            <a:lvl5pPr algn="l">
              <a:defRPr sz="1875" b="1">
                <a:solidFill>
                  <a:srgbClr val="598C6C"/>
                </a:solidFill>
                <a:latin typeface="Arial"/>
                <a:ea typeface="Arial"/>
                <a:cs typeface="Arial"/>
              </a:defRPr>
            </a:lvl5pPr>
            <a:lvl6pPr algn="l">
              <a:defRPr sz="1875" b="1">
                <a:solidFill>
                  <a:srgbClr val="598C6C"/>
                </a:solidFill>
                <a:latin typeface="Arial"/>
                <a:ea typeface="Arial"/>
                <a:cs typeface="Arial"/>
              </a:defRPr>
            </a:lvl6pPr>
            <a:lvl7pPr algn="l">
              <a:defRPr sz="1875" b="1">
                <a:solidFill>
                  <a:srgbClr val="598C6C"/>
                </a:solidFill>
                <a:latin typeface="Arial"/>
                <a:ea typeface="Arial"/>
                <a:cs typeface="Arial"/>
              </a:defRPr>
            </a:lvl7pPr>
            <a:lvl8pPr algn="l">
              <a:defRPr sz="1875" b="1">
                <a:solidFill>
                  <a:srgbClr val="598C6C"/>
                </a:solidFill>
                <a:latin typeface="Arial"/>
                <a:ea typeface="Arial"/>
                <a:cs typeface="Arial"/>
              </a:defRPr>
            </a:lvl8pPr>
            <a:lvl9pPr algn="l">
              <a:defRPr sz="1875" b="1">
                <a:solidFill>
                  <a:srgbClr val="598C6C"/>
                </a:solidFill>
                <a:latin typeface="Arial"/>
                <a:ea typeface="Arial"/>
                <a:cs typeface="Arial"/>
              </a:defRPr>
            </a:lvl9pPr>
          </a:lstStyle>
          <a:p>
            <a:pPr algn="l">
              <a:defRPr sz="1875" b="1">
                <a:solidFill>
                  <a:srgbClr val="598C6C"/>
                </a:solidFill>
                <a:latin typeface="Arial"/>
                <a:ea typeface="Arial"/>
                <a:cs typeface="Arial"/>
              </a:defRPr>
            </a:pPr>
            <a:r>
              <a:rPr sz="1875" b="1">
                <a:solidFill>
                  <a:srgbClr val="598C6C"/>
                </a:solidFill>
                <a:latin typeface="Arial"/>
                <a:ea typeface="Arial"/>
                <a:cs typeface="Arial"/>
              </a:rPr>
              <a:t>Change one main variable. Keep a comparable baseline and failed records.</a:t>
            </a:r>
          </a:p>
        </p:txBody>
      </p:sp>
    </p:spTree>
    <p:extLst>
      <p:ext uri="{BB962C8B-B14F-4D97-AF65-F5344CB8AC3E}">
        <p14:creationId xmlns:p14="http://schemas.microsoft.com/office/powerpoint/2010/main" val="15899701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2CFCB0E8-39FA-4902-B320-48BCFE5D26ED}"/>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59A3874F-F2B4-4805-87A3-A37ED720C286}"/>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Revenue stability: equal means, different low days</a:t>
            </a:r>
          </a:p>
        </p:txBody>
      </p:sp>
      <p:sp>
        <p:nvSpPr>
          <p:cNvPr id="3" name="矩形 2">
            <a:extLst>
              <a:ext uri="{FF2B5EF4-FFF2-40B4-BE49-F238E27FC236}">
                <a16:creationId xmlns:a16="http://schemas.microsoft.com/office/drawing/2014/main" id="{A106D1CF-619F-4BE3-AAF5-82528A128D72}"/>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Invented illustrative sequences / neither is a Smart Yield before-and-after result</a:t>
            </a:r>
          </a:p>
        </p:txBody>
      </p:sp>
      <p:sp>
        <p:nvSpPr>
          <p:cNvPr id="4" name="矩形 3">
            <a:extLst>
              <a:ext uri="{FF2B5EF4-FFF2-40B4-BE49-F238E27FC236}">
                <a16:creationId xmlns:a16="http://schemas.microsoft.com/office/drawing/2014/main" id="{96593C39-4644-4AB5-A753-121725EC2664}"/>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7E2953B0-7183-4A7E-8649-D4083B6A608F}"/>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169B7169-C3BF-43D7-9A46-779E37C3FF2F}"/>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30 / 32</a:t>
            </a:r>
          </a:p>
        </p:txBody>
      </p:sp>
      <p:sp>
        <p:nvSpPr>
          <p:cNvPr id="7" name="NAV-BG-8">
            <a:extLst>
              <a:ext uri="{FF2B5EF4-FFF2-40B4-BE49-F238E27FC236}">
                <a16:creationId xmlns:a16="http://schemas.microsoft.com/office/drawing/2014/main" id="{86C68F8C-74B3-467E-A0BD-364D719BED36}"/>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143E48E7-315E-4087-AF80-0B25C6E4A5DE}"/>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graphicFrame>
        <p:nvGraphicFramePr>
          <p:cNvPr id="9" name="Chart">
            <a:extLst>
              <a:ext uri="{FF2B5EF4-FFF2-40B4-BE49-F238E27FC236}">
                <a16:creationId xmlns:a16="http://schemas.microsoft.com/office/drawing/2014/main" id="{B19C49CF-B8EA-4CF2-B421-1F6AA0CFE044}"/>
              </a:ext>
            </a:extLst>
          </p:cNvPr>
          <p:cNvGraphicFramePr/>
          <p:nvPr/>
        </p:nvGraphicFramePr>
        <p:xfrm>
          <a:off x="457200" y="1828800"/>
          <a:ext cx="7010400" cy="322897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表格 9">
            <a:extLst>
              <a:ext uri="{FF2B5EF4-FFF2-40B4-BE49-F238E27FC236}">
                <a16:creationId xmlns:a16="http://schemas.microsoft.com/office/drawing/2014/main" id="{E379A1DD-62B2-455E-849F-73911CBF1576}"/>
              </a:ext>
            </a:extLst>
          </p:cNvPr>
          <p:cNvGraphicFramePr/>
          <p:nvPr/>
        </p:nvGraphicFramePr>
        <p:xfrm>
          <a:off x="7867650" y="1943100"/>
          <a:ext cx="3867150" cy="2857500"/>
        </p:xfrm>
        <a:graphic>
          <a:graphicData uri="http://schemas.openxmlformats.org/drawingml/2006/table">
            <a:tbl>
              <a:tblPr/>
              <a:tblGrid>
                <a:gridCol w="211455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tblGrid>
              <a:tr h="571500">
                <a:tc>
                  <a:txBody>
                    <a:bodyPr/>
                    <a:lstStyle/>
                    <a:p>
                      <a:pPr algn="l"/>
                      <a:r>
                        <a:rPr sz="1425" b="1">
                          <a:solidFill>
                            <a:srgbClr val="163B2A"/>
                          </a:solidFill>
                          <a:latin typeface="Arial"/>
                          <a:ea typeface="Arial"/>
                          <a:cs typeface="Arial"/>
                        </a:rPr>
                        <a:t>7-day illustration</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425" b="1">
                          <a:solidFill>
                            <a:srgbClr val="163B2A"/>
                          </a:solidFill>
                          <a:latin typeface="Arial"/>
                          <a:ea typeface="Arial"/>
                          <a:cs typeface="Arial"/>
                        </a:rPr>
                        <a:t>A</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425" b="1">
                          <a:solidFill>
                            <a:srgbClr val="163B2A"/>
                          </a:solidFill>
                          <a:latin typeface="Arial"/>
                          <a:ea typeface="Arial"/>
                          <a:cs typeface="Arial"/>
                        </a:rPr>
                        <a:t>B</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571500">
                <a:tc>
                  <a:txBody>
                    <a:bodyPr/>
                    <a:lstStyle/>
                    <a:p>
                      <a:pPr algn="l"/>
                      <a:r>
                        <a:rPr sz="1500" b="0">
                          <a:solidFill>
                            <a:srgbClr val="163B2A"/>
                          </a:solidFill>
                          <a:latin typeface="Arial"/>
                          <a:ea typeface="Arial"/>
                          <a:cs typeface="Arial"/>
                        </a:rPr>
                        <a:t>Total revenue / RM</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105</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105</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571500">
                <a:tc>
                  <a:txBody>
                    <a:bodyPr/>
                    <a:lstStyle/>
                    <a:p>
                      <a:pPr algn="l"/>
                      <a:r>
                        <a:rPr sz="1500" b="0">
                          <a:solidFill>
                            <a:srgbClr val="163B2A"/>
                          </a:solidFill>
                          <a:latin typeface="Arial"/>
                          <a:ea typeface="Arial"/>
                          <a:cs typeface="Arial"/>
                        </a:rPr>
                        <a:t>Daily mean / RM</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15</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15</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571500">
                <a:tc>
                  <a:txBody>
                    <a:bodyPr/>
                    <a:lstStyle/>
                    <a:p>
                      <a:pPr algn="l"/>
                      <a:r>
                        <a:rPr sz="1500" b="0">
                          <a:solidFill>
                            <a:srgbClr val="163B2A"/>
                          </a:solidFill>
                          <a:latin typeface="Arial"/>
                          <a:ea typeface="Arial"/>
                          <a:cs typeface="Arial"/>
                        </a:rPr>
                        <a:t>Days below RM10</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3</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r h="571500">
                <a:tc>
                  <a:txBody>
                    <a:bodyPr/>
                    <a:lstStyle/>
                    <a:p>
                      <a:pPr algn="l"/>
                      <a:r>
                        <a:rPr sz="1500" b="0">
                          <a:solidFill>
                            <a:srgbClr val="163B2A"/>
                          </a:solidFill>
                          <a:latin typeface="Arial"/>
                          <a:ea typeface="Arial"/>
                          <a:cs typeface="Arial"/>
                        </a:rPr>
                        <a:t>Population SD / RM</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13.89</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2.78</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4"/>
                  </a:ext>
                </a:extLst>
              </a:tr>
            </a:tbl>
          </a:graphicData>
        </a:graphic>
      </p:graphicFrame>
      <p:sp>
        <p:nvSpPr>
          <p:cNvPr id="11" name="矩形 10">
            <a:extLst>
              <a:ext uri="{FF2B5EF4-FFF2-40B4-BE49-F238E27FC236}">
                <a16:creationId xmlns:a16="http://schemas.microsoft.com/office/drawing/2014/main" id="{EDD3CCB4-7D8B-4A7E-B289-F290F22ACC51}"/>
              </a:ext>
            </a:extLst>
          </p:cNvPr>
          <p:cNvSpPr>
            <a:spLocks noGrp="1"/>
          </p:cNvSpPr>
          <p:nvPr/>
        </p:nvSpPr>
        <p:spPr>
          <a:xfrm>
            <a:off x="457200" y="5524500"/>
            <a:ext cx="11277600" cy="628650"/>
          </a:xfrm>
          <a:prstGeom prst="rect">
            <a:avLst/>
          </a:prstGeom>
          <a:noFill/>
          <a:ln w="0">
            <a:noFill/>
            <a:prstDash val="solid"/>
          </a:ln>
        </p:spPr>
        <p:txBody>
          <a:bodyPr wrap="square" lIns="0" tIns="0" rIns="0" bIns="0" anchor="t">
            <a:noAutofit/>
          </a:bodyPr>
          <a:lstStyle>
            <a:defPPr algn="l">
              <a:defRPr sz="2100" b="1">
                <a:solidFill>
                  <a:srgbClr val="598C6C"/>
                </a:solidFill>
                <a:latin typeface="Arial"/>
                <a:ea typeface="Arial"/>
                <a:cs typeface="Arial"/>
              </a:defRPr>
            </a:defPPr>
            <a:lvl1pPr algn="l">
              <a:defRPr sz="2100" b="1">
                <a:solidFill>
                  <a:srgbClr val="598C6C"/>
                </a:solidFill>
                <a:latin typeface="Arial"/>
                <a:ea typeface="Arial"/>
                <a:cs typeface="Arial"/>
              </a:defRPr>
            </a:lvl1pPr>
            <a:lvl2pPr algn="l">
              <a:defRPr sz="2100" b="1">
                <a:solidFill>
                  <a:srgbClr val="598C6C"/>
                </a:solidFill>
                <a:latin typeface="Arial"/>
                <a:ea typeface="Arial"/>
                <a:cs typeface="Arial"/>
              </a:defRPr>
            </a:lvl2pPr>
            <a:lvl3pPr algn="l">
              <a:defRPr sz="2100" b="1">
                <a:solidFill>
                  <a:srgbClr val="598C6C"/>
                </a:solidFill>
                <a:latin typeface="Arial"/>
                <a:ea typeface="Arial"/>
                <a:cs typeface="Arial"/>
              </a:defRPr>
            </a:lvl3pPr>
            <a:lvl4pPr algn="l">
              <a:defRPr sz="2100" b="1">
                <a:solidFill>
                  <a:srgbClr val="598C6C"/>
                </a:solidFill>
                <a:latin typeface="Arial"/>
                <a:ea typeface="Arial"/>
                <a:cs typeface="Arial"/>
              </a:defRPr>
            </a:lvl4pPr>
            <a:lvl5pPr algn="l">
              <a:defRPr sz="2100" b="1">
                <a:solidFill>
                  <a:srgbClr val="598C6C"/>
                </a:solidFill>
                <a:latin typeface="Arial"/>
                <a:ea typeface="Arial"/>
                <a:cs typeface="Arial"/>
              </a:defRPr>
            </a:lvl5pPr>
            <a:lvl6pPr algn="l">
              <a:defRPr sz="2100" b="1">
                <a:solidFill>
                  <a:srgbClr val="598C6C"/>
                </a:solidFill>
                <a:latin typeface="Arial"/>
                <a:ea typeface="Arial"/>
                <a:cs typeface="Arial"/>
              </a:defRPr>
            </a:lvl6pPr>
            <a:lvl7pPr algn="l">
              <a:defRPr sz="2100" b="1">
                <a:solidFill>
                  <a:srgbClr val="598C6C"/>
                </a:solidFill>
                <a:latin typeface="Arial"/>
                <a:ea typeface="Arial"/>
                <a:cs typeface="Arial"/>
              </a:defRPr>
            </a:lvl7pPr>
            <a:lvl8pPr algn="l">
              <a:defRPr sz="2100" b="1">
                <a:solidFill>
                  <a:srgbClr val="598C6C"/>
                </a:solidFill>
                <a:latin typeface="Arial"/>
                <a:ea typeface="Arial"/>
                <a:cs typeface="Arial"/>
              </a:defRPr>
            </a:lvl8pPr>
            <a:lvl9pPr algn="l">
              <a:defRPr sz="2100" b="1">
                <a:solidFill>
                  <a:srgbClr val="598C6C"/>
                </a:solidFill>
                <a:latin typeface="Arial"/>
                <a:ea typeface="Arial"/>
                <a:cs typeface="Arial"/>
              </a:defRPr>
            </a:lvl9pPr>
          </a:lstStyle>
          <a:p>
            <a:pPr algn="l">
              <a:defRPr sz="2100" b="1">
                <a:solidFill>
                  <a:srgbClr val="598C6C"/>
                </a:solidFill>
                <a:latin typeface="Arial"/>
                <a:ea typeface="Arial"/>
                <a:cs typeface="Arial"/>
              </a:defRPr>
            </a:pPr>
            <a:r>
              <a:rPr sz="2100" b="1">
                <a:solidFill>
                  <a:srgbClr val="598C6C"/>
                </a:solidFill>
                <a:latin typeface="Arial"/>
                <a:ea typeface="Arial"/>
                <a:cs typeface="Arial"/>
              </a:rPr>
              <a:t>Pilot records: daily recovery, collections, opening surplus and campaign channel.</a:t>
            </a:r>
          </a:p>
        </p:txBody>
      </p:sp>
    </p:spTree>
    <p:extLst>
      <p:ext uri="{BB962C8B-B14F-4D97-AF65-F5344CB8AC3E}">
        <p14:creationId xmlns:p14="http://schemas.microsoft.com/office/powerpoint/2010/main" val="1303193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6BD2BFD3-C1ED-4650-A709-4A7DF9BD9FD0}"/>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269979DF-D312-4A1A-BA32-262D84A45DA5}"/>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Fair comparison and box crossover conditions</a:t>
            </a:r>
          </a:p>
        </p:txBody>
      </p:sp>
      <p:sp>
        <p:nvSpPr>
          <p:cNvPr id="3" name="矩形 2">
            <a:extLst>
              <a:ext uri="{FF2B5EF4-FFF2-40B4-BE49-F238E27FC236}">
                <a16:creationId xmlns:a16="http://schemas.microsoft.com/office/drawing/2014/main" id="{578D2F2F-895C-468B-BDB0-DF2238D97C4B}"/>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Same batch, price and packaging assumptions / before other operating costs</a:t>
            </a:r>
          </a:p>
        </p:txBody>
      </p:sp>
      <p:sp>
        <p:nvSpPr>
          <p:cNvPr id="4" name="矩形 3">
            <a:extLst>
              <a:ext uri="{FF2B5EF4-FFF2-40B4-BE49-F238E27FC236}">
                <a16:creationId xmlns:a16="http://schemas.microsoft.com/office/drawing/2014/main" id="{032A0E05-A133-4BB1-8431-7BE0DC9CA38C}"/>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398550E1-AE74-4516-88BF-E7B5CFCB8A7C}"/>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2BF747F2-A704-48BD-80A7-42A4BB0BF31C}"/>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31 / 32</a:t>
            </a:r>
          </a:p>
        </p:txBody>
      </p:sp>
      <p:sp>
        <p:nvSpPr>
          <p:cNvPr id="7" name="NAV-BG-8">
            <a:extLst>
              <a:ext uri="{FF2B5EF4-FFF2-40B4-BE49-F238E27FC236}">
                <a16:creationId xmlns:a16="http://schemas.microsoft.com/office/drawing/2014/main" id="{CB10A2C3-0320-421A-95E6-B3DFDA7C4C2A}"/>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C6BBF4E2-CEFA-4BD2-A818-1C2C700BB773}"/>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graphicFrame>
        <p:nvGraphicFramePr>
          <p:cNvPr id="9" name="表格 8">
            <a:extLst>
              <a:ext uri="{FF2B5EF4-FFF2-40B4-BE49-F238E27FC236}">
                <a16:creationId xmlns:a16="http://schemas.microsoft.com/office/drawing/2014/main" id="{85F6D833-95CE-4A3A-9912-11C409213269}"/>
              </a:ext>
            </a:extLst>
          </p:cNvPr>
          <p:cNvGraphicFramePr/>
          <p:nvPr/>
        </p:nvGraphicFramePr>
        <p:xfrm>
          <a:off x="457200" y="1724025"/>
          <a:ext cx="11277600" cy="3429000"/>
        </p:xfrm>
        <a:graphic>
          <a:graphicData uri="http://schemas.openxmlformats.org/drawingml/2006/table">
            <a:tbl>
              <a:tblPr/>
              <a:tblGrid>
                <a:gridCol w="25527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2143125">
                  <a:extLst>
                    <a:ext uri="{9D8B030D-6E8A-4147-A177-3AD203B41FA5}">
                      <a16:colId xmlns:a16="http://schemas.microsoft.com/office/drawing/2014/main" val="20003"/>
                    </a:ext>
                  </a:extLst>
                </a:gridCol>
                <a:gridCol w="2228850">
                  <a:extLst>
                    <a:ext uri="{9D8B030D-6E8A-4147-A177-3AD203B41FA5}">
                      <a16:colId xmlns:a16="http://schemas.microsoft.com/office/drawing/2014/main" val="20004"/>
                    </a:ext>
                  </a:extLst>
                </a:gridCol>
              </a:tblGrid>
              <a:tr h="381000">
                <a:tc>
                  <a:txBody>
                    <a:bodyPr/>
                    <a:lstStyle/>
                    <a:p>
                      <a:pPr algn="l"/>
                      <a:r>
                        <a:rPr sz="1425" b="1">
                          <a:solidFill>
                            <a:srgbClr val="163B2A"/>
                          </a:solidFill>
                          <a:latin typeface="Arial"/>
                          <a:ea typeface="Arial"/>
                          <a:cs typeface="Arial"/>
                        </a:rPr>
                        <a:t>Completed collection</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425" b="1">
                          <a:solidFill>
                            <a:srgbClr val="163B2A"/>
                          </a:solidFill>
                          <a:latin typeface="Arial"/>
                          <a:ea typeface="Arial"/>
                          <a:cs typeface="Arial"/>
                        </a:rPr>
                        <a:t>Method</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425" b="1">
                          <a:solidFill>
                            <a:srgbClr val="163B2A"/>
                          </a:solidFill>
                          <a:latin typeface="Arial"/>
                          <a:ea typeface="Arial"/>
                          <a:cs typeface="Arial"/>
                        </a:rPr>
                        <a:t>Revenue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425" b="1">
                          <a:solidFill>
                            <a:srgbClr val="163B2A"/>
                          </a:solidFill>
                          <a:latin typeface="Arial"/>
                          <a:ea typeface="Arial"/>
                          <a:cs typeface="Arial"/>
                        </a:rPr>
                        <a:t>Packaging</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425" b="1">
                          <a:solidFill>
                            <a:srgbClr val="163B2A"/>
                          </a:solidFill>
                          <a:latin typeface="Arial"/>
                          <a:ea typeface="Arial"/>
                          <a:cs typeface="Arial"/>
                        </a:rPr>
                        <a:t>Batch balance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381000">
                <a:tc>
                  <a:txBody>
                    <a:bodyPr/>
                    <a:lstStyle/>
                    <a:p>
                      <a:pPr algn="l"/>
                      <a:r>
                        <a:rPr sz="1500" b="0">
                          <a:solidFill>
                            <a:srgbClr val="163B2A"/>
                          </a:solidFill>
                          <a:latin typeface="Arial"/>
                          <a:ea typeface="Arial"/>
                          <a:cs typeface="Arial"/>
                        </a:rPr>
                        <a:t>4 items / 2 orders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Half-price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RM12.00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RM1.00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RM-9.00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381000">
                <a:tc>
                  <a:txBody>
                    <a:bodyPr/>
                    <a:lstStyle/>
                    <a:p>
                      <a:pPr algn="l"/>
                      <a:r>
                        <a:rPr sz="1500" b="0">
                          <a:solidFill>
                            <a:srgbClr val="163B2A"/>
                          </a:solidFill>
                          <a:latin typeface="Arial"/>
                          <a:ea typeface="Arial"/>
                          <a:cs typeface="Arial"/>
                        </a:rPr>
                        <a:t>4 items / 2 orders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Box equivalent</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RM11.40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RM1.00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RM-9.60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381000">
                <a:tc>
                  <a:txBody>
                    <a:bodyPr/>
                    <a:lstStyle/>
                    <a:p>
                      <a:pPr algn="l"/>
                      <a:r>
                        <a:rPr sz="1500" b="0">
                          <a:solidFill>
                            <a:srgbClr val="163B2A"/>
                          </a:solidFill>
                          <a:latin typeface="Arial"/>
                          <a:ea typeface="Arial"/>
                          <a:cs typeface="Arial"/>
                        </a:rPr>
                        <a:t>6 items / 3 orders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Half-price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RM18.00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RM1.50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RM-3.50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r h="381000">
                <a:tc>
                  <a:txBody>
                    <a:bodyPr/>
                    <a:lstStyle/>
                    <a:p>
                      <a:pPr algn="l"/>
                      <a:r>
                        <a:rPr sz="1500" b="0">
                          <a:solidFill>
                            <a:srgbClr val="163B2A"/>
                          </a:solidFill>
                          <a:latin typeface="Arial"/>
                          <a:ea typeface="Arial"/>
                          <a:cs typeface="Arial"/>
                        </a:rPr>
                        <a:t>6 items / 3 orders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Box equivalent</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RM17.10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RM1.50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RM-4.40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4"/>
                  </a:ext>
                </a:extLst>
              </a:tr>
              <a:tr h="381000">
                <a:tc>
                  <a:txBody>
                    <a:bodyPr/>
                    <a:lstStyle/>
                    <a:p>
                      <a:pPr algn="l"/>
                      <a:r>
                        <a:rPr sz="1500" b="0">
                          <a:solidFill>
                            <a:srgbClr val="163B2A"/>
                          </a:solidFill>
                          <a:latin typeface="Arial"/>
                          <a:ea typeface="Arial"/>
                          <a:cs typeface="Arial"/>
                        </a:rPr>
                        <a:t>8 items / 4 orders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Half-price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RM24.00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RM2.00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RM2.00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5"/>
                  </a:ext>
                </a:extLst>
              </a:tr>
              <a:tr h="381000">
                <a:tc>
                  <a:txBody>
                    <a:bodyPr/>
                    <a:lstStyle/>
                    <a:p>
                      <a:pPr algn="l"/>
                      <a:r>
                        <a:rPr sz="1500" b="0">
                          <a:solidFill>
                            <a:srgbClr val="163B2A"/>
                          </a:solidFill>
                          <a:latin typeface="Arial"/>
                          <a:ea typeface="Arial"/>
                          <a:cs typeface="Arial"/>
                        </a:rPr>
                        <a:t>8 items / 4 orders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Box equivalent</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RM22.80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RM2.00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RM0.80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6"/>
                  </a:ext>
                </a:extLst>
              </a:tr>
              <a:tr h="381000">
                <a:tc>
                  <a:txBody>
                    <a:bodyPr/>
                    <a:lstStyle/>
                    <a:p>
                      <a:pPr algn="l"/>
                      <a:r>
                        <a:rPr sz="1500" b="0">
                          <a:solidFill>
                            <a:srgbClr val="163B2A"/>
                          </a:solidFill>
                          <a:latin typeface="Arial"/>
                          <a:ea typeface="Arial"/>
                          <a:cs typeface="Arial"/>
                        </a:rPr>
                        <a:t>10 items / 5 orders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Half-price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RM30.00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RM2.50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RM7.50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7"/>
                  </a:ext>
                </a:extLst>
              </a:tr>
              <a:tr h="381000">
                <a:tc>
                  <a:txBody>
                    <a:bodyPr/>
                    <a:lstStyle/>
                    <a:p>
                      <a:pPr algn="l"/>
                      <a:r>
                        <a:rPr sz="1500" b="0">
                          <a:solidFill>
                            <a:srgbClr val="163B2A"/>
                          </a:solidFill>
                          <a:latin typeface="Arial"/>
                          <a:ea typeface="Arial"/>
                          <a:cs typeface="Arial"/>
                        </a:rPr>
                        <a:t>10 items / 5 orders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Box equivalent</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RM28.50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RM2.50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500" b="0">
                          <a:solidFill>
                            <a:srgbClr val="163B2A"/>
                          </a:solidFill>
                          <a:latin typeface="Arial"/>
                          <a:ea typeface="Arial"/>
                          <a:cs typeface="Arial"/>
                        </a:rPr>
                        <a:t>RM6.00</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8"/>
                  </a:ext>
                </a:extLst>
              </a:tr>
            </a:tbl>
          </a:graphicData>
        </a:graphic>
      </p:graphicFrame>
      <p:sp>
        <p:nvSpPr>
          <p:cNvPr id="10" name="矩形 9">
            <a:extLst>
              <a:ext uri="{FF2B5EF4-FFF2-40B4-BE49-F238E27FC236}">
                <a16:creationId xmlns:a16="http://schemas.microsoft.com/office/drawing/2014/main" id="{C79D7D7D-4DD1-4FE7-862C-298FC02C2E67}"/>
              </a:ext>
            </a:extLst>
          </p:cNvPr>
          <p:cNvSpPr>
            <a:spLocks noGrp="1"/>
          </p:cNvSpPr>
          <p:nvPr/>
        </p:nvSpPr>
        <p:spPr>
          <a:xfrm>
            <a:off x="457200" y="5362575"/>
            <a:ext cx="11277600" cy="495300"/>
          </a:xfrm>
          <a:prstGeom prst="rect">
            <a:avLst/>
          </a:prstGeom>
          <a:noFill/>
          <a:ln w="0">
            <a:noFill/>
            <a:prstDash val="solid"/>
          </a:ln>
        </p:spPr>
        <p:txBody>
          <a:bodyPr wrap="square" lIns="0" tIns="0" rIns="0" bIns="0" anchor="t">
            <a:noAutofit/>
          </a:bodyPr>
          <a:lstStyle>
            <a:defPPr algn="l">
              <a:defRPr sz="2100" b="1">
                <a:solidFill>
                  <a:srgbClr val="598C6C"/>
                </a:solidFill>
                <a:latin typeface="Arial"/>
                <a:ea typeface="Arial"/>
                <a:cs typeface="Arial"/>
              </a:defRPr>
            </a:defPPr>
            <a:lvl1pPr algn="l">
              <a:defRPr sz="2100" b="1">
                <a:solidFill>
                  <a:srgbClr val="598C6C"/>
                </a:solidFill>
                <a:latin typeface="Arial"/>
                <a:ea typeface="Arial"/>
                <a:cs typeface="Arial"/>
              </a:defRPr>
            </a:lvl1pPr>
            <a:lvl2pPr algn="l">
              <a:defRPr sz="2100" b="1">
                <a:solidFill>
                  <a:srgbClr val="598C6C"/>
                </a:solidFill>
                <a:latin typeface="Arial"/>
                <a:ea typeface="Arial"/>
                <a:cs typeface="Arial"/>
              </a:defRPr>
            </a:lvl2pPr>
            <a:lvl3pPr algn="l">
              <a:defRPr sz="2100" b="1">
                <a:solidFill>
                  <a:srgbClr val="598C6C"/>
                </a:solidFill>
                <a:latin typeface="Arial"/>
                <a:ea typeface="Arial"/>
                <a:cs typeface="Arial"/>
              </a:defRPr>
            </a:lvl3pPr>
            <a:lvl4pPr algn="l">
              <a:defRPr sz="2100" b="1">
                <a:solidFill>
                  <a:srgbClr val="598C6C"/>
                </a:solidFill>
                <a:latin typeface="Arial"/>
                <a:ea typeface="Arial"/>
                <a:cs typeface="Arial"/>
              </a:defRPr>
            </a:lvl4pPr>
            <a:lvl5pPr algn="l">
              <a:defRPr sz="2100" b="1">
                <a:solidFill>
                  <a:srgbClr val="598C6C"/>
                </a:solidFill>
                <a:latin typeface="Arial"/>
                <a:ea typeface="Arial"/>
                <a:cs typeface="Arial"/>
              </a:defRPr>
            </a:lvl5pPr>
            <a:lvl6pPr algn="l">
              <a:defRPr sz="2100" b="1">
                <a:solidFill>
                  <a:srgbClr val="598C6C"/>
                </a:solidFill>
                <a:latin typeface="Arial"/>
                <a:ea typeface="Arial"/>
                <a:cs typeface="Arial"/>
              </a:defRPr>
            </a:lvl6pPr>
            <a:lvl7pPr algn="l">
              <a:defRPr sz="2100" b="1">
                <a:solidFill>
                  <a:srgbClr val="598C6C"/>
                </a:solidFill>
                <a:latin typeface="Arial"/>
                <a:ea typeface="Arial"/>
                <a:cs typeface="Arial"/>
              </a:defRPr>
            </a:lvl7pPr>
            <a:lvl8pPr algn="l">
              <a:defRPr sz="2100" b="1">
                <a:solidFill>
                  <a:srgbClr val="598C6C"/>
                </a:solidFill>
                <a:latin typeface="Arial"/>
                <a:ea typeface="Arial"/>
                <a:cs typeface="Arial"/>
              </a:defRPr>
            </a:lvl8pPr>
            <a:lvl9pPr algn="l">
              <a:defRPr sz="2100" b="1">
                <a:solidFill>
                  <a:srgbClr val="598C6C"/>
                </a:solidFill>
                <a:latin typeface="Arial"/>
                <a:ea typeface="Arial"/>
                <a:cs typeface="Arial"/>
              </a:defRPr>
            </a:lvl9pPr>
          </a:lstStyle>
          <a:p>
            <a:pPr algn="l">
              <a:defRPr sz="2100" b="1">
                <a:solidFill>
                  <a:srgbClr val="598C6C"/>
                </a:solidFill>
                <a:latin typeface="Arial"/>
                <a:ea typeface="Arial"/>
                <a:cs typeface="Arial"/>
              </a:defRPr>
            </a:pPr>
            <a:r>
              <a:rPr sz="2100" b="1">
                <a:solidFill>
                  <a:srgbClr val="598C6C"/>
                </a:solidFill>
                <a:latin typeface="Arial"/>
                <a:ea typeface="Arial"/>
                <a:cs typeface="Arial"/>
              </a:rPr>
              <a:t>Against 4 half-price sales, one extra box improves balance by RM4.60.</a:t>
            </a:r>
          </a:p>
        </p:txBody>
      </p:sp>
      <p:sp>
        <p:nvSpPr>
          <p:cNvPr id="11" name="矩形 10">
            <a:extLst>
              <a:ext uri="{FF2B5EF4-FFF2-40B4-BE49-F238E27FC236}">
                <a16:creationId xmlns:a16="http://schemas.microsoft.com/office/drawing/2014/main" id="{43EE0864-BB4E-4291-B568-CD4856F41819}"/>
              </a:ext>
            </a:extLst>
          </p:cNvPr>
          <p:cNvSpPr>
            <a:spLocks noGrp="1"/>
          </p:cNvSpPr>
          <p:nvPr/>
        </p:nvSpPr>
        <p:spPr>
          <a:xfrm>
            <a:off x="457200" y="5972175"/>
            <a:ext cx="11277600" cy="352425"/>
          </a:xfrm>
          <a:prstGeom prst="rect">
            <a:avLst/>
          </a:prstGeom>
          <a:noFill/>
          <a:ln w="0">
            <a:noFill/>
            <a:prstDash val="solid"/>
          </a:ln>
        </p:spPr>
        <p:txBody>
          <a:bodyPr wrap="square" lIns="0" tIns="0" rIns="0" bIns="0" anchor="t">
            <a:noAutofit/>
          </a:bodyPr>
          <a:lstStyle>
            <a:defPPr algn="l">
              <a:defRPr sz="1725" b="0">
                <a:solidFill>
                  <a:srgbClr val="586958"/>
                </a:solidFill>
                <a:latin typeface="Arial"/>
                <a:ea typeface="Arial"/>
                <a:cs typeface="Arial"/>
              </a:defRPr>
            </a:defPPr>
            <a:lvl1pPr algn="l">
              <a:defRPr sz="1725" b="0">
                <a:solidFill>
                  <a:srgbClr val="586958"/>
                </a:solidFill>
                <a:latin typeface="Arial"/>
                <a:ea typeface="Arial"/>
                <a:cs typeface="Arial"/>
              </a:defRPr>
            </a:lvl1pPr>
            <a:lvl2pPr algn="l">
              <a:defRPr sz="1725" b="0">
                <a:solidFill>
                  <a:srgbClr val="586958"/>
                </a:solidFill>
                <a:latin typeface="Arial"/>
                <a:ea typeface="Arial"/>
                <a:cs typeface="Arial"/>
              </a:defRPr>
            </a:lvl2pPr>
            <a:lvl3pPr algn="l">
              <a:defRPr sz="1725" b="0">
                <a:solidFill>
                  <a:srgbClr val="586958"/>
                </a:solidFill>
                <a:latin typeface="Arial"/>
                <a:ea typeface="Arial"/>
                <a:cs typeface="Arial"/>
              </a:defRPr>
            </a:lvl3pPr>
            <a:lvl4pPr algn="l">
              <a:defRPr sz="1725" b="0">
                <a:solidFill>
                  <a:srgbClr val="586958"/>
                </a:solidFill>
                <a:latin typeface="Arial"/>
                <a:ea typeface="Arial"/>
                <a:cs typeface="Arial"/>
              </a:defRPr>
            </a:lvl4pPr>
            <a:lvl5pPr algn="l">
              <a:defRPr sz="1725" b="0">
                <a:solidFill>
                  <a:srgbClr val="586958"/>
                </a:solidFill>
                <a:latin typeface="Arial"/>
                <a:ea typeface="Arial"/>
                <a:cs typeface="Arial"/>
              </a:defRPr>
            </a:lvl5pPr>
            <a:lvl6pPr algn="l">
              <a:defRPr sz="1725" b="0">
                <a:solidFill>
                  <a:srgbClr val="586958"/>
                </a:solidFill>
                <a:latin typeface="Arial"/>
                <a:ea typeface="Arial"/>
                <a:cs typeface="Arial"/>
              </a:defRPr>
            </a:lvl6pPr>
            <a:lvl7pPr algn="l">
              <a:defRPr sz="1725" b="0">
                <a:solidFill>
                  <a:srgbClr val="586958"/>
                </a:solidFill>
                <a:latin typeface="Arial"/>
                <a:ea typeface="Arial"/>
                <a:cs typeface="Arial"/>
              </a:defRPr>
            </a:lvl7pPr>
            <a:lvl8pPr algn="l">
              <a:defRPr sz="1725" b="0">
                <a:solidFill>
                  <a:srgbClr val="586958"/>
                </a:solidFill>
                <a:latin typeface="Arial"/>
                <a:ea typeface="Arial"/>
                <a:cs typeface="Arial"/>
              </a:defRPr>
            </a:lvl8pPr>
            <a:lvl9pPr algn="l">
              <a:defRPr sz="1725" b="0">
                <a:solidFill>
                  <a:srgbClr val="586958"/>
                </a:solidFill>
                <a:latin typeface="Arial"/>
                <a:ea typeface="Arial"/>
                <a:cs typeface="Arial"/>
              </a:defRPr>
            </a:lvl9pPr>
          </a:lstStyle>
          <a:p>
            <a:pPr algn="l">
              <a:defRPr sz="1725" b="0">
                <a:solidFill>
                  <a:srgbClr val="586958"/>
                </a:solidFill>
                <a:latin typeface="Arial"/>
                <a:ea typeface="Arial"/>
                <a:cs typeface="Arial"/>
              </a:defRPr>
            </a:pPr>
            <a:r>
              <a:rPr sz="1725" b="0">
                <a:solidFill>
                  <a:srgbClr val="586958"/>
                </a:solidFill>
                <a:latin typeface="Arial"/>
                <a:ea typeface="Arial"/>
                <a:cs typeface="Arial"/>
              </a:rPr>
              <a:t>Continuous threshold: &gt;5.77% more volume. Real boxes sell in whole units.</a:t>
            </a:r>
          </a:p>
        </p:txBody>
      </p:sp>
    </p:spTree>
    <p:extLst>
      <p:ext uri="{BB962C8B-B14F-4D97-AF65-F5344CB8AC3E}">
        <p14:creationId xmlns:p14="http://schemas.microsoft.com/office/powerpoint/2010/main" val="9207888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7E7"/>
        </a:solidFill>
        <a:effectLst/>
      </p:bgPr>
    </p:bg>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0E1D3158-F934-4687-A0FF-C9422E4AAABC}"/>
              </a:ext>
            </a:extLst>
          </p:cNvPr>
          <p:cNvPicPr>
            <a:picLocks noChangeAspect="1"/>
          </p:cNvPicPr>
          <p:nvPr/>
        </p:nvPicPr>
        <p:blipFill>
          <a:blip r:embed="rId3"/>
          <a:srcRect l="33108" r="33108"/>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8CFD1018-24A6-4D12-A379-6F96845E4791}"/>
              </a:ext>
            </a:extLst>
          </p:cNvPr>
          <p:cNvSpPr>
            <a:spLocks noGrp="1"/>
          </p:cNvSpPr>
          <p:nvPr/>
        </p:nvSpPr>
        <p:spPr>
          <a:xfrm>
            <a:off x="438150" y="304800"/>
            <a:ext cx="11315700" cy="571500"/>
          </a:xfrm>
          <a:prstGeom prst="rect">
            <a:avLst/>
          </a:prstGeom>
          <a:noFill/>
          <a:ln w="0">
            <a:noFill/>
            <a:prstDash val="solid"/>
          </a:ln>
        </p:spPr>
        <p:txBody>
          <a:bodyPr wrap="square" lIns="0" tIns="0" rIns="0" bIns="0" anchor="t">
            <a:noAutofit/>
          </a:bodyPr>
          <a:lstStyle>
            <a:defPPr algn="l">
              <a:defRPr sz="3000" b="1">
                <a:solidFill>
                  <a:srgbClr val="163B2A"/>
                </a:solidFill>
                <a:latin typeface="Arial"/>
                <a:ea typeface="Arial"/>
                <a:cs typeface="Arial"/>
              </a:defRPr>
            </a:defPPr>
            <a:lvl1pPr algn="l">
              <a:defRPr sz="3000" b="1">
                <a:solidFill>
                  <a:srgbClr val="163B2A"/>
                </a:solidFill>
                <a:latin typeface="Arial"/>
                <a:ea typeface="Arial"/>
                <a:cs typeface="Arial"/>
              </a:defRPr>
            </a:lvl1pPr>
            <a:lvl2pPr algn="l">
              <a:defRPr sz="3000" b="1">
                <a:solidFill>
                  <a:srgbClr val="163B2A"/>
                </a:solidFill>
                <a:latin typeface="Arial"/>
                <a:ea typeface="Arial"/>
                <a:cs typeface="Arial"/>
              </a:defRPr>
            </a:lvl2pPr>
            <a:lvl3pPr algn="l">
              <a:defRPr sz="3000" b="1">
                <a:solidFill>
                  <a:srgbClr val="163B2A"/>
                </a:solidFill>
                <a:latin typeface="Arial"/>
                <a:ea typeface="Arial"/>
                <a:cs typeface="Arial"/>
              </a:defRPr>
            </a:lvl3pPr>
            <a:lvl4pPr algn="l">
              <a:defRPr sz="3000" b="1">
                <a:solidFill>
                  <a:srgbClr val="163B2A"/>
                </a:solidFill>
                <a:latin typeface="Arial"/>
                <a:ea typeface="Arial"/>
                <a:cs typeface="Arial"/>
              </a:defRPr>
            </a:lvl4pPr>
            <a:lvl5pPr algn="l">
              <a:defRPr sz="3000" b="1">
                <a:solidFill>
                  <a:srgbClr val="163B2A"/>
                </a:solidFill>
                <a:latin typeface="Arial"/>
                <a:ea typeface="Arial"/>
                <a:cs typeface="Arial"/>
              </a:defRPr>
            </a:lvl5pPr>
            <a:lvl6pPr algn="l">
              <a:defRPr sz="3000" b="1">
                <a:solidFill>
                  <a:srgbClr val="163B2A"/>
                </a:solidFill>
                <a:latin typeface="Arial"/>
                <a:ea typeface="Arial"/>
                <a:cs typeface="Arial"/>
              </a:defRPr>
            </a:lvl6pPr>
            <a:lvl7pPr algn="l">
              <a:defRPr sz="3000" b="1">
                <a:solidFill>
                  <a:srgbClr val="163B2A"/>
                </a:solidFill>
                <a:latin typeface="Arial"/>
                <a:ea typeface="Arial"/>
                <a:cs typeface="Arial"/>
              </a:defRPr>
            </a:lvl7pPr>
            <a:lvl8pPr algn="l">
              <a:defRPr sz="3000" b="1">
                <a:solidFill>
                  <a:srgbClr val="163B2A"/>
                </a:solidFill>
                <a:latin typeface="Arial"/>
                <a:ea typeface="Arial"/>
                <a:cs typeface="Arial"/>
              </a:defRPr>
            </a:lvl8pPr>
            <a:lvl9pPr algn="l">
              <a:defRPr sz="3000" b="1">
                <a:solidFill>
                  <a:srgbClr val="163B2A"/>
                </a:solidFill>
                <a:latin typeface="Arial"/>
                <a:ea typeface="Arial"/>
                <a:cs typeface="Arial"/>
              </a:defRPr>
            </a:lvl9pPr>
          </a:lstStyle>
          <a:p>
            <a:pPr algn="l">
              <a:defRPr sz="3000" b="1">
                <a:solidFill>
                  <a:srgbClr val="163B2A"/>
                </a:solidFill>
                <a:latin typeface="Arial"/>
                <a:ea typeface="Arial"/>
                <a:cs typeface="Arial"/>
              </a:defRPr>
            </a:pPr>
            <a:r>
              <a:rPr sz="3000" b="1">
                <a:solidFill>
                  <a:srgbClr val="163B2A"/>
                </a:solidFill>
                <a:latin typeface="Arial"/>
                <a:ea typeface="Arial"/>
                <a:cs typeface="Arial"/>
              </a:rPr>
              <a:t>Seven SDG pathways and their evidence needs</a:t>
            </a:r>
          </a:p>
        </p:txBody>
      </p:sp>
      <p:sp>
        <p:nvSpPr>
          <p:cNvPr id="3" name="矩形 2">
            <a:extLst>
              <a:ext uri="{FF2B5EF4-FFF2-40B4-BE49-F238E27FC236}">
                <a16:creationId xmlns:a16="http://schemas.microsoft.com/office/drawing/2014/main" id="{1B8D0CC9-EC08-4464-9B37-DA70F94E928F}"/>
              </a:ext>
            </a:extLst>
          </p:cNvPr>
          <p:cNvSpPr>
            <a:spLocks noGrp="1"/>
          </p:cNvSpPr>
          <p:nvPr/>
        </p:nvSpPr>
        <p:spPr>
          <a:xfrm>
            <a:off x="457200" y="962025"/>
            <a:ext cx="11191875" cy="381000"/>
          </a:xfrm>
          <a:prstGeom prst="rect">
            <a:avLst/>
          </a:prstGeom>
          <a:noFill/>
          <a:ln w="0">
            <a:noFill/>
            <a:prstDash val="solid"/>
          </a:ln>
        </p:spPr>
        <p:txBody>
          <a:bodyPr wrap="square" lIns="0" tIns="0" rIns="0" bIns="0" anchor="t">
            <a:noAutofit/>
          </a:bodyPr>
          <a:lstStyle>
            <a:defPPr algn="l">
              <a:defRPr sz="1425" b="0">
                <a:solidFill>
                  <a:srgbClr val="586958"/>
                </a:solidFill>
                <a:latin typeface="Arial"/>
                <a:ea typeface="Arial"/>
                <a:cs typeface="Arial"/>
              </a:defRPr>
            </a:defPPr>
            <a:lvl1pPr algn="l">
              <a:defRPr sz="1425" b="0">
                <a:solidFill>
                  <a:srgbClr val="586958"/>
                </a:solidFill>
                <a:latin typeface="Arial"/>
                <a:ea typeface="Arial"/>
                <a:cs typeface="Arial"/>
              </a:defRPr>
            </a:lvl1pPr>
            <a:lvl2pPr algn="l">
              <a:defRPr sz="1425" b="0">
                <a:solidFill>
                  <a:srgbClr val="586958"/>
                </a:solidFill>
                <a:latin typeface="Arial"/>
                <a:ea typeface="Arial"/>
                <a:cs typeface="Arial"/>
              </a:defRPr>
            </a:lvl2pPr>
            <a:lvl3pPr algn="l">
              <a:defRPr sz="1425" b="0">
                <a:solidFill>
                  <a:srgbClr val="586958"/>
                </a:solidFill>
                <a:latin typeface="Arial"/>
                <a:ea typeface="Arial"/>
                <a:cs typeface="Arial"/>
              </a:defRPr>
            </a:lvl3pPr>
            <a:lvl4pPr algn="l">
              <a:defRPr sz="1425" b="0">
                <a:solidFill>
                  <a:srgbClr val="586958"/>
                </a:solidFill>
                <a:latin typeface="Arial"/>
                <a:ea typeface="Arial"/>
                <a:cs typeface="Arial"/>
              </a:defRPr>
            </a:lvl4pPr>
            <a:lvl5pPr algn="l">
              <a:defRPr sz="1425" b="0">
                <a:solidFill>
                  <a:srgbClr val="586958"/>
                </a:solidFill>
                <a:latin typeface="Arial"/>
                <a:ea typeface="Arial"/>
                <a:cs typeface="Arial"/>
              </a:defRPr>
            </a:lvl5pPr>
            <a:lvl6pPr algn="l">
              <a:defRPr sz="1425" b="0">
                <a:solidFill>
                  <a:srgbClr val="586958"/>
                </a:solidFill>
                <a:latin typeface="Arial"/>
                <a:ea typeface="Arial"/>
                <a:cs typeface="Arial"/>
              </a:defRPr>
            </a:lvl6pPr>
            <a:lvl7pPr algn="l">
              <a:defRPr sz="1425" b="0">
                <a:solidFill>
                  <a:srgbClr val="586958"/>
                </a:solidFill>
                <a:latin typeface="Arial"/>
                <a:ea typeface="Arial"/>
                <a:cs typeface="Arial"/>
              </a:defRPr>
            </a:lvl7pPr>
            <a:lvl8pPr algn="l">
              <a:defRPr sz="1425" b="0">
                <a:solidFill>
                  <a:srgbClr val="586958"/>
                </a:solidFill>
                <a:latin typeface="Arial"/>
                <a:ea typeface="Arial"/>
                <a:cs typeface="Arial"/>
              </a:defRPr>
            </a:lvl8pPr>
            <a:lvl9pPr algn="l">
              <a:defRPr sz="1425" b="0">
                <a:solidFill>
                  <a:srgbClr val="586958"/>
                </a:solidFill>
                <a:latin typeface="Arial"/>
                <a:ea typeface="Arial"/>
                <a:cs typeface="Arial"/>
              </a:defRPr>
            </a:lvl9pPr>
          </a:lstStyle>
          <a:p>
            <a:pPr algn="l">
              <a:defRPr sz="1425" b="0">
                <a:solidFill>
                  <a:srgbClr val="586958"/>
                </a:solidFill>
                <a:latin typeface="Arial"/>
                <a:ea typeface="Arial"/>
                <a:cs typeface="Arial"/>
              </a:defRPr>
            </a:pPr>
            <a:r>
              <a:rPr sz="1425" b="0">
                <a:solidFill>
                  <a:srgbClr val="586958"/>
                </a:solidFill>
                <a:latin typeface="Arial"/>
                <a:ea typeface="Arial"/>
                <a:cs typeface="Arial"/>
              </a:rPr>
              <a:t>Project contribution mapping / not UN endorsement or achieved-goal certification</a:t>
            </a:r>
          </a:p>
        </p:txBody>
      </p:sp>
      <p:sp>
        <p:nvSpPr>
          <p:cNvPr id="4" name="矩形 3">
            <a:extLst>
              <a:ext uri="{FF2B5EF4-FFF2-40B4-BE49-F238E27FC236}">
                <a16:creationId xmlns:a16="http://schemas.microsoft.com/office/drawing/2014/main" id="{2D10AA5E-09E1-497E-A8FC-EF4D2FA6D10E}"/>
              </a:ext>
            </a:extLst>
          </p:cNvPr>
          <p:cNvSpPr>
            <a:spLocks noGrp="1"/>
          </p:cNvSpPr>
          <p:nvPr/>
        </p:nvSpPr>
        <p:spPr>
          <a:xfrm>
            <a:off x="457200" y="1371600"/>
            <a:ext cx="819150" cy="47625"/>
          </a:xfrm>
          <a:prstGeom prst="rect">
            <a:avLst/>
          </a:prstGeom>
          <a:solidFill>
            <a:srgbClr val="B57906"/>
          </a:solidFill>
          <a:ln w="0">
            <a:noFill/>
            <a:prstDash val="solid"/>
          </a:ln>
        </p:spPr>
      </p:sp>
      <p:sp>
        <p:nvSpPr>
          <p:cNvPr id="5" name="矩形 4">
            <a:extLst>
              <a:ext uri="{FF2B5EF4-FFF2-40B4-BE49-F238E27FC236}">
                <a16:creationId xmlns:a16="http://schemas.microsoft.com/office/drawing/2014/main" id="{A8EFB86E-70F3-4002-ACDE-C2607FE49E6B}"/>
              </a:ext>
            </a:extLst>
          </p:cNvPr>
          <p:cNvSpPr>
            <a:spLocks noGrp="1"/>
          </p:cNvSpPr>
          <p:nvPr/>
        </p:nvSpPr>
        <p:spPr>
          <a:xfrm>
            <a:off x="457200" y="6572250"/>
            <a:ext cx="6191250" cy="171450"/>
          </a:xfrm>
          <a:prstGeom prst="rect">
            <a:avLst/>
          </a:prstGeom>
          <a:noFill/>
          <a:ln w="0">
            <a:noFill/>
            <a:prstDash val="solid"/>
          </a:ln>
        </p:spPr>
        <p:txBody>
          <a:bodyPr wrap="square" lIns="0" tIns="0" rIns="0" bIns="0" anchor="t">
            <a:noAutofit/>
          </a:bodyPr>
          <a:lstStyle>
            <a:defPPr algn="l">
              <a:defRPr sz="825" b="1">
                <a:solidFill>
                  <a:srgbClr val="586958"/>
                </a:solidFill>
                <a:latin typeface="Arial"/>
                <a:ea typeface="Arial"/>
                <a:cs typeface="Arial"/>
              </a:defRPr>
            </a:defPPr>
            <a:lvl1pPr algn="l">
              <a:defRPr sz="825" b="1">
                <a:solidFill>
                  <a:srgbClr val="586958"/>
                </a:solidFill>
                <a:latin typeface="Arial"/>
                <a:ea typeface="Arial"/>
                <a:cs typeface="Arial"/>
              </a:defRPr>
            </a:lvl1pPr>
            <a:lvl2pPr algn="l">
              <a:defRPr sz="825" b="1">
                <a:solidFill>
                  <a:srgbClr val="586958"/>
                </a:solidFill>
                <a:latin typeface="Arial"/>
                <a:ea typeface="Arial"/>
                <a:cs typeface="Arial"/>
              </a:defRPr>
            </a:lvl2pPr>
            <a:lvl3pPr algn="l">
              <a:defRPr sz="825" b="1">
                <a:solidFill>
                  <a:srgbClr val="586958"/>
                </a:solidFill>
                <a:latin typeface="Arial"/>
                <a:ea typeface="Arial"/>
                <a:cs typeface="Arial"/>
              </a:defRPr>
            </a:lvl3pPr>
            <a:lvl4pPr algn="l">
              <a:defRPr sz="825" b="1">
                <a:solidFill>
                  <a:srgbClr val="586958"/>
                </a:solidFill>
                <a:latin typeface="Arial"/>
                <a:ea typeface="Arial"/>
                <a:cs typeface="Arial"/>
              </a:defRPr>
            </a:lvl4pPr>
            <a:lvl5pPr algn="l">
              <a:defRPr sz="825" b="1">
                <a:solidFill>
                  <a:srgbClr val="586958"/>
                </a:solidFill>
                <a:latin typeface="Arial"/>
                <a:ea typeface="Arial"/>
                <a:cs typeface="Arial"/>
              </a:defRPr>
            </a:lvl5pPr>
            <a:lvl6pPr algn="l">
              <a:defRPr sz="825" b="1">
                <a:solidFill>
                  <a:srgbClr val="586958"/>
                </a:solidFill>
                <a:latin typeface="Arial"/>
                <a:ea typeface="Arial"/>
                <a:cs typeface="Arial"/>
              </a:defRPr>
            </a:lvl6pPr>
            <a:lvl7pPr algn="l">
              <a:defRPr sz="825" b="1">
                <a:solidFill>
                  <a:srgbClr val="586958"/>
                </a:solidFill>
                <a:latin typeface="Arial"/>
                <a:ea typeface="Arial"/>
                <a:cs typeface="Arial"/>
              </a:defRPr>
            </a:lvl7pPr>
            <a:lvl8pPr algn="l">
              <a:defRPr sz="825" b="1">
                <a:solidFill>
                  <a:srgbClr val="586958"/>
                </a:solidFill>
                <a:latin typeface="Arial"/>
                <a:ea typeface="Arial"/>
                <a:cs typeface="Arial"/>
              </a:defRPr>
            </a:lvl8pPr>
            <a:lvl9pPr algn="l">
              <a:defRPr sz="825" b="1">
                <a:solidFill>
                  <a:srgbClr val="586958"/>
                </a:solidFill>
                <a:latin typeface="Arial"/>
                <a:ea typeface="Arial"/>
                <a:cs typeface="Arial"/>
              </a:defRPr>
            </a:lvl9pPr>
          </a:lstStyle>
          <a:p>
            <a:pPr algn="l">
              <a:defRPr sz="825" b="1">
                <a:solidFill>
                  <a:srgbClr val="586958"/>
                </a:solidFill>
                <a:latin typeface="Arial"/>
                <a:ea typeface="Arial"/>
                <a:cs typeface="Arial"/>
              </a:defRPr>
            </a:pPr>
            <a:r>
              <a:rPr sz="825" b="1">
                <a:solidFill>
                  <a:srgbClr val="586958"/>
                </a:solidFill>
                <a:latin typeface="Arial"/>
                <a:ea typeface="Arial"/>
                <a:cs typeface="Arial"/>
              </a:rPr>
              <a:t>NEXGEN  /  SMART YIELD</a:t>
            </a:r>
          </a:p>
        </p:txBody>
      </p:sp>
      <p:sp>
        <p:nvSpPr>
          <p:cNvPr id="6" name="矩形 5">
            <a:extLst>
              <a:ext uri="{FF2B5EF4-FFF2-40B4-BE49-F238E27FC236}">
                <a16:creationId xmlns:a16="http://schemas.microsoft.com/office/drawing/2014/main" id="{93C3F5ED-C137-4CED-8B6F-492F0124DB60}"/>
              </a:ext>
            </a:extLst>
          </p:cNvPr>
          <p:cNvSpPr>
            <a:spLocks noGrp="1"/>
          </p:cNvSpPr>
          <p:nvPr/>
        </p:nvSpPr>
        <p:spPr>
          <a:xfrm>
            <a:off x="10668000" y="6572250"/>
            <a:ext cx="1066800" cy="171450"/>
          </a:xfrm>
          <a:prstGeom prst="rect">
            <a:avLst/>
          </a:prstGeom>
          <a:noFill/>
          <a:ln w="0">
            <a:noFill/>
            <a:prstDash val="solid"/>
          </a:ln>
        </p:spPr>
        <p:txBody>
          <a:bodyPr wrap="square" lIns="0" tIns="0" rIns="0" bIns="0" anchor="t">
            <a:noAutofit/>
          </a:bodyPr>
          <a:lstStyle>
            <a:defPPr algn="r">
              <a:defRPr sz="900" b="0">
                <a:solidFill>
                  <a:srgbClr val="586958"/>
                </a:solidFill>
                <a:latin typeface="Arial"/>
                <a:ea typeface="Arial"/>
                <a:cs typeface="Arial"/>
              </a:defRPr>
            </a:defPPr>
            <a:lvl1pPr algn="r">
              <a:defRPr sz="900" b="0">
                <a:solidFill>
                  <a:srgbClr val="586958"/>
                </a:solidFill>
                <a:latin typeface="Arial"/>
                <a:ea typeface="Arial"/>
                <a:cs typeface="Arial"/>
              </a:defRPr>
            </a:lvl1pPr>
            <a:lvl2pPr algn="r">
              <a:defRPr sz="900" b="0">
                <a:solidFill>
                  <a:srgbClr val="586958"/>
                </a:solidFill>
                <a:latin typeface="Arial"/>
                <a:ea typeface="Arial"/>
                <a:cs typeface="Arial"/>
              </a:defRPr>
            </a:lvl2pPr>
            <a:lvl3pPr algn="r">
              <a:defRPr sz="900" b="0">
                <a:solidFill>
                  <a:srgbClr val="586958"/>
                </a:solidFill>
                <a:latin typeface="Arial"/>
                <a:ea typeface="Arial"/>
                <a:cs typeface="Arial"/>
              </a:defRPr>
            </a:lvl3pPr>
            <a:lvl4pPr algn="r">
              <a:defRPr sz="900" b="0">
                <a:solidFill>
                  <a:srgbClr val="586958"/>
                </a:solidFill>
                <a:latin typeface="Arial"/>
                <a:ea typeface="Arial"/>
                <a:cs typeface="Arial"/>
              </a:defRPr>
            </a:lvl4pPr>
            <a:lvl5pPr algn="r">
              <a:defRPr sz="900" b="0">
                <a:solidFill>
                  <a:srgbClr val="586958"/>
                </a:solidFill>
                <a:latin typeface="Arial"/>
                <a:ea typeface="Arial"/>
                <a:cs typeface="Arial"/>
              </a:defRPr>
            </a:lvl5pPr>
            <a:lvl6pPr algn="r">
              <a:defRPr sz="900" b="0">
                <a:solidFill>
                  <a:srgbClr val="586958"/>
                </a:solidFill>
                <a:latin typeface="Arial"/>
                <a:ea typeface="Arial"/>
                <a:cs typeface="Arial"/>
              </a:defRPr>
            </a:lvl6pPr>
            <a:lvl7pPr algn="r">
              <a:defRPr sz="900" b="0">
                <a:solidFill>
                  <a:srgbClr val="586958"/>
                </a:solidFill>
                <a:latin typeface="Arial"/>
                <a:ea typeface="Arial"/>
                <a:cs typeface="Arial"/>
              </a:defRPr>
            </a:lvl7pPr>
            <a:lvl8pPr algn="r">
              <a:defRPr sz="900" b="0">
                <a:solidFill>
                  <a:srgbClr val="586958"/>
                </a:solidFill>
                <a:latin typeface="Arial"/>
                <a:ea typeface="Arial"/>
                <a:cs typeface="Arial"/>
              </a:defRPr>
            </a:lvl8pPr>
            <a:lvl9pPr algn="r">
              <a:defRPr sz="900" b="0">
                <a:solidFill>
                  <a:srgbClr val="586958"/>
                </a:solidFill>
                <a:latin typeface="Arial"/>
                <a:ea typeface="Arial"/>
                <a:cs typeface="Arial"/>
              </a:defRPr>
            </a:lvl9pPr>
          </a:lstStyle>
          <a:p>
            <a:pPr algn="r">
              <a:defRPr sz="900" b="0">
                <a:solidFill>
                  <a:srgbClr val="586958"/>
                </a:solidFill>
                <a:latin typeface="Arial"/>
                <a:ea typeface="Arial"/>
                <a:cs typeface="Arial"/>
              </a:defRPr>
            </a:pPr>
            <a:r>
              <a:rPr sz="900" b="0">
                <a:solidFill>
                  <a:srgbClr val="586958"/>
                </a:solidFill>
                <a:latin typeface="Arial"/>
                <a:ea typeface="Arial"/>
                <a:cs typeface="Arial"/>
              </a:rPr>
              <a:t>32 / 32</a:t>
            </a:r>
          </a:p>
        </p:txBody>
      </p:sp>
      <p:sp>
        <p:nvSpPr>
          <p:cNvPr id="7" name="NAV-BG-8">
            <a:extLst>
              <a:ext uri="{FF2B5EF4-FFF2-40B4-BE49-F238E27FC236}">
                <a16:creationId xmlns:a16="http://schemas.microsoft.com/office/drawing/2014/main" id="{2DE81197-3813-4A4C-9BA7-2CB2BEF43654}"/>
              </a:ext>
            </a:extLst>
          </p:cNvPr>
          <p:cNvSpPr>
            <a:spLocks noGrp="1"/>
          </p:cNvSpPr>
          <p:nvPr/>
        </p:nvSpPr>
        <p:spPr>
          <a:xfrm>
            <a:off x="9906000" y="6172200"/>
            <a:ext cx="1828800" cy="342900"/>
          </a:xfrm>
          <a:prstGeom prst="roundRect">
            <a:avLst>
              <a:gd name="adj" fmla="val 22222"/>
            </a:avLst>
          </a:prstGeom>
          <a:solidFill>
            <a:srgbClr val="EDF0DF"/>
          </a:solidFill>
          <a:ln w="9525">
            <a:solidFill>
              <a:srgbClr val="B7BA9A"/>
            </a:solidFill>
            <a:prstDash val="solid"/>
          </a:ln>
        </p:spPr>
      </p:sp>
      <p:sp>
        <p:nvSpPr>
          <p:cNvPr id="8" name="NAV-8">
            <a:hlinkClick r:id="rId4" action="ppaction://hlinksldjump"/>
            <a:extLst>
              <a:ext uri="{FF2B5EF4-FFF2-40B4-BE49-F238E27FC236}">
                <a16:creationId xmlns:a16="http://schemas.microsoft.com/office/drawing/2014/main" id="{3DDE1912-BFAD-4B28-992D-F21F1D2B5B29}"/>
              </a:ext>
            </a:extLst>
          </p:cNvPr>
          <p:cNvSpPr>
            <a:spLocks noGrp="1"/>
          </p:cNvSpPr>
          <p:nvPr/>
        </p:nvSpPr>
        <p:spPr>
          <a:xfrm>
            <a:off x="10001250" y="6238875"/>
            <a:ext cx="1638300" cy="238125"/>
          </a:xfrm>
          <a:prstGeom prst="rect">
            <a:avLst/>
          </a:prstGeom>
          <a:noFill/>
          <a:ln w="0">
            <a:noFill/>
            <a:prstDash val="solid"/>
          </a:ln>
        </p:spPr>
        <p:txBody>
          <a:bodyPr wrap="square" lIns="0" tIns="0" rIns="0" bIns="0" anchor="t">
            <a:noAutofit/>
          </a:bodyPr>
          <a:lstStyle>
            <a:defPPr algn="ctr">
              <a:defRPr sz="1350" b="1">
                <a:solidFill>
                  <a:srgbClr val="163B2A"/>
                </a:solidFill>
                <a:latin typeface="Arial"/>
                <a:ea typeface="Arial"/>
                <a:cs typeface="Arial"/>
              </a:defRPr>
            </a:defPPr>
            <a:lvl1pPr algn="ctr">
              <a:defRPr sz="1350" b="1">
                <a:solidFill>
                  <a:srgbClr val="163B2A"/>
                </a:solidFill>
                <a:latin typeface="Arial"/>
                <a:ea typeface="Arial"/>
                <a:cs typeface="Arial"/>
              </a:defRPr>
            </a:lvl1pPr>
            <a:lvl2pPr algn="ctr">
              <a:defRPr sz="1350" b="1">
                <a:solidFill>
                  <a:srgbClr val="163B2A"/>
                </a:solidFill>
                <a:latin typeface="Arial"/>
                <a:ea typeface="Arial"/>
                <a:cs typeface="Arial"/>
              </a:defRPr>
            </a:lvl2pPr>
            <a:lvl3pPr algn="ctr">
              <a:defRPr sz="1350" b="1">
                <a:solidFill>
                  <a:srgbClr val="163B2A"/>
                </a:solidFill>
                <a:latin typeface="Arial"/>
                <a:ea typeface="Arial"/>
                <a:cs typeface="Arial"/>
              </a:defRPr>
            </a:lvl3pPr>
            <a:lvl4pPr algn="ctr">
              <a:defRPr sz="1350" b="1">
                <a:solidFill>
                  <a:srgbClr val="163B2A"/>
                </a:solidFill>
                <a:latin typeface="Arial"/>
                <a:ea typeface="Arial"/>
                <a:cs typeface="Arial"/>
              </a:defRPr>
            </a:lvl4pPr>
            <a:lvl5pPr algn="ctr">
              <a:defRPr sz="1350" b="1">
                <a:solidFill>
                  <a:srgbClr val="163B2A"/>
                </a:solidFill>
                <a:latin typeface="Arial"/>
                <a:ea typeface="Arial"/>
                <a:cs typeface="Arial"/>
              </a:defRPr>
            </a:lvl5pPr>
            <a:lvl6pPr algn="ctr">
              <a:defRPr sz="1350" b="1">
                <a:solidFill>
                  <a:srgbClr val="163B2A"/>
                </a:solidFill>
                <a:latin typeface="Arial"/>
                <a:ea typeface="Arial"/>
                <a:cs typeface="Arial"/>
              </a:defRPr>
            </a:lvl6pPr>
            <a:lvl7pPr algn="ctr">
              <a:defRPr sz="1350" b="1">
                <a:solidFill>
                  <a:srgbClr val="163B2A"/>
                </a:solidFill>
                <a:latin typeface="Arial"/>
                <a:ea typeface="Arial"/>
                <a:cs typeface="Arial"/>
              </a:defRPr>
            </a:lvl7pPr>
            <a:lvl8pPr algn="ctr">
              <a:defRPr sz="1350" b="1">
                <a:solidFill>
                  <a:srgbClr val="163B2A"/>
                </a:solidFill>
                <a:latin typeface="Arial"/>
                <a:ea typeface="Arial"/>
                <a:cs typeface="Arial"/>
              </a:defRPr>
            </a:lvl8pPr>
            <a:lvl9pPr algn="ctr">
              <a:defRPr sz="1350" b="1">
                <a:solidFill>
                  <a:srgbClr val="163B2A"/>
                </a:solidFill>
                <a:latin typeface="Arial"/>
                <a:ea typeface="Arial"/>
                <a:cs typeface="Arial"/>
              </a:defRPr>
            </a:lvl9pPr>
          </a:lstStyle>
          <a:p>
            <a:pPr algn="ctr">
              <a:defRPr sz="1350" b="1">
                <a:solidFill>
                  <a:srgbClr val="163B2A"/>
                </a:solidFill>
                <a:latin typeface="Arial"/>
                <a:ea typeface="Arial"/>
                <a:cs typeface="Arial"/>
              </a:defRPr>
            </a:pPr>
            <a:r>
              <a:rPr sz="1350" b="1">
                <a:solidFill>
                  <a:srgbClr val="163B2A"/>
                </a:solidFill>
                <a:latin typeface="Arial"/>
                <a:ea typeface="Arial"/>
                <a:cs typeface="Arial"/>
              </a:rPr>
              <a:t>Back to results</a:t>
            </a:r>
          </a:p>
        </p:txBody>
      </p:sp>
      <p:graphicFrame>
        <p:nvGraphicFramePr>
          <p:cNvPr id="9" name="表格 8">
            <a:extLst>
              <a:ext uri="{FF2B5EF4-FFF2-40B4-BE49-F238E27FC236}">
                <a16:creationId xmlns:a16="http://schemas.microsoft.com/office/drawing/2014/main" id="{69D13392-B690-400C-8AFB-AB91F0BEE52F}"/>
              </a:ext>
            </a:extLst>
          </p:cNvPr>
          <p:cNvGraphicFramePr/>
          <p:nvPr/>
        </p:nvGraphicFramePr>
        <p:xfrm>
          <a:off x="457200" y="1714500"/>
          <a:ext cx="11277600" cy="3962400"/>
        </p:xfrm>
        <a:graphic>
          <a:graphicData uri="http://schemas.openxmlformats.org/drawingml/2006/table">
            <a:tbl>
              <a:tblPr/>
              <a:tblGrid>
                <a:gridCol w="4000500">
                  <a:extLst>
                    <a:ext uri="{9D8B030D-6E8A-4147-A177-3AD203B41FA5}">
                      <a16:colId xmlns:a16="http://schemas.microsoft.com/office/drawing/2014/main" val="20000"/>
                    </a:ext>
                  </a:extLst>
                </a:gridCol>
                <a:gridCol w="3638550">
                  <a:extLst>
                    <a:ext uri="{9D8B030D-6E8A-4147-A177-3AD203B41FA5}">
                      <a16:colId xmlns:a16="http://schemas.microsoft.com/office/drawing/2014/main" val="20001"/>
                    </a:ext>
                  </a:extLst>
                </a:gridCol>
                <a:gridCol w="3638550">
                  <a:extLst>
                    <a:ext uri="{9D8B030D-6E8A-4147-A177-3AD203B41FA5}">
                      <a16:colId xmlns:a16="http://schemas.microsoft.com/office/drawing/2014/main" val="20002"/>
                    </a:ext>
                  </a:extLst>
                </a:gridCol>
              </a:tblGrid>
              <a:tr h="495300">
                <a:tc>
                  <a:txBody>
                    <a:bodyPr/>
                    <a:lstStyle/>
                    <a:p>
                      <a:pPr algn="l"/>
                      <a:r>
                        <a:rPr sz="1275" b="1">
                          <a:solidFill>
                            <a:srgbClr val="163B2A"/>
                          </a:solidFill>
                          <a:latin typeface="Arial"/>
                          <a:ea typeface="Arial"/>
                          <a:cs typeface="Arial"/>
                        </a:rPr>
                        <a:t>Goal</a:t>
                      </a:r>
                    </a:p>
                  </a:txBody>
                  <a:tcPr anchor="ctr">
                    <a:lnL w="9525">
                      <a:solidFill>
                        <a:srgbClr val="B7BA9A"/>
                      </a:solidFill>
                      <a:prstDash val="soli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275" b="1">
                          <a:solidFill>
                            <a:srgbClr val="163B2A"/>
                          </a:solidFill>
                          <a:latin typeface="Arial"/>
                          <a:ea typeface="Arial"/>
                          <a:cs typeface="Arial"/>
                        </a:rPr>
                        <a:t>Project contribution pathway</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tc>
                  <a:txBody>
                    <a:bodyPr/>
                    <a:lstStyle/>
                    <a:p>
                      <a:pPr algn="ctr"/>
                      <a:r>
                        <a:rPr sz="1275" b="1">
                          <a:solidFill>
                            <a:srgbClr val="163B2A"/>
                          </a:solidFill>
                          <a:latin typeface="Arial"/>
                          <a:ea typeface="Arial"/>
                          <a:cs typeface="Arial"/>
                        </a:rPr>
                        <a:t>Current evidence / next requirement</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a:solidFill>
                        <a:srgbClr val="B7BA9A"/>
                      </a:solidFill>
                      <a:prstDash val="solid"/>
                    </a:lnT>
                    <a:lnB w="9525">
                      <a:solidFill>
                        <a:srgbClr val="B7BA9A"/>
                      </a:solidFill>
                      <a:prstDash val="solid"/>
                    </a:lnB>
                    <a:solidFill>
                      <a:srgbClr val="EDF0DF"/>
                    </a:solidFill>
                  </a:tcPr>
                </a:tc>
                <a:extLst>
                  <a:ext uri="{0D108BD9-81ED-4DB2-BD59-A6C34878D82A}">
                    <a16:rowId xmlns:a16="http://schemas.microsoft.com/office/drawing/2014/main" val="10000"/>
                  </a:ext>
                </a:extLst>
              </a:tr>
              <a:tr h="495300">
                <a:tc>
                  <a:txBody>
                    <a:bodyPr/>
                    <a:lstStyle/>
                    <a:p>
                      <a:pPr algn="l"/>
                      <a:r>
                        <a:rPr sz="1350" b="0">
                          <a:solidFill>
                            <a:srgbClr val="163B2A"/>
                          </a:solidFill>
                          <a:latin typeface="Arial"/>
                          <a:ea typeface="Arial"/>
                          <a:cs typeface="Arial"/>
                        </a:rPr>
                        <a:t>12 Responsible consumption and production</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350" b="0">
                          <a:solidFill>
                            <a:srgbClr val="163B2A"/>
                          </a:solidFill>
                          <a:latin typeface="Arial"/>
                          <a:ea typeface="Arial"/>
                          <a:cs typeface="Arial"/>
                        </a:rPr>
                        <a:t>Retail food waste: Target 12.3</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350" b="0">
                          <a:solidFill>
                            <a:srgbClr val="163B2A"/>
                          </a:solidFill>
                          <a:latin typeface="Arial"/>
                          <a:ea typeface="Arial"/>
                          <a:cs typeface="Arial"/>
                        </a:rPr>
                        <a:t>Recorded stock; verify waste baseline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1"/>
                  </a:ext>
                </a:extLst>
              </a:tr>
              <a:tr h="495300">
                <a:tc>
                  <a:txBody>
                    <a:bodyPr/>
                    <a:lstStyle/>
                    <a:p>
                      <a:pPr algn="l"/>
                      <a:r>
                        <a:rPr sz="1350" b="0">
                          <a:solidFill>
                            <a:srgbClr val="163B2A"/>
                          </a:solidFill>
                          <a:latin typeface="Arial"/>
                          <a:ea typeface="Arial"/>
                          <a:cs typeface="Arial"/>
                        </a:rPr>
                        <a:t>8 Decent work and economic growth</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350" b="0">
                          <a:solidFill>
                            <a:srgbClr val="163B2A"/>
                          </a:solidFill>
                          <a:latin typeface="Arial"/>
                          <a:ea typeface="Arial"/>
                          <a:cs typeface="Arial"/>
                        </a:rPr>
                        <a:t>SME efficiency and recovery value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350" b="0">
                          <a:solidFill>
                            <a:srgbClr val="163B2A"/>
                          </a:solidFill>
                          <a:latin typeface="Arial"/>
                          <a:ea typeface="Arial"/>
                          <a:cs typeface="Arial"/>
                        </a:rPr>
                        <a:t>Local demo; measure time and value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2"/>
                  </a:ext>
                </a:extLst>
              </a:tr>
              <a:tr h="495300">
                <a:tc>
                  <a:txBody>
                    <a:bodyPr/>
                    <a:lstStyle/>
                    <a:p>
                      <a:pPr algn="l"/>
                      <a:r>
                        <a:rPr sz="1350" b="0">
                          <a:solidFill>
                            <a:srgbClr val="163B2A"/>
                          </a:solidFill>
                          <a:latin typeface="Arial"/>
                          <a:ea typeface="Arial"/>
                          <a:cs typeface="Arial"/>
                        </a:rPr>
                        <a:t>2 Zero hunger</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350" b="0">
                          <a:solidFill>
                            <a:srgbClr val="163B2A"/>
                          </a:solidFill>
                          <a:latin typeface="Arial"/>
                          <a:ea typeface="Arial"/>
                          <a:cs typeface="Arial"/>
                        </a:rPr>
                        <a:t>Conditional safe food access</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350" b="0">
                          <a:solidFill>
                            <a:srgbClr val="163B2A"/>
                          </a:solidFill>
                          <a:latin typeface="Arial"/>
                          <a:ea typeface="Arial"/>
                          <a:cs typeface="Arial"/>
                        </a:rPr>
                        <a:t>Simulated record; verify safe handover</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3"/>
                  </a:ext>
                </a:extLst>
              </a:tr>
              <a:tr h="495300">
                <a:tc>
                  <a:txBody>
                    <a:bodyPr/>
                    <a:lstStyle/>
                    <a:p>
                      <a:pPr algn="l"/>
                      <a:r>
                        <a:rPr sz="1350" b="0">
                          <a:solidFill>
                            <a:srgbClr val="163B2A"/>
                          </a:solidFill>
                          <a:latin typeface="Arial"/>
                          <a:ea typeface="Arial"/>
                          <a:cs typeface="Arial"/>
                        </a:rPr>
                        <a:t>13 Climate action</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350" b="0">
                          <a:solidFill>
                            <a:srgbClr val="163B2A"/>
                          </a:solidFill>
                          <a:latin typeface="Arial"/>
                          <a:ea typeface="Arial"/>
                          <a:cs typeface="Arial"/>
                        </a:rPr>
                        <a:t>Indirect footprint contribution</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350" b="0">
                          <a:solidFill>
                            <a:srgbClr val="163B2A"/>
                          </a:solidFill>
                          <a:latin typeface="Arial"/>
                          <a:ea typeface="Arial"/>
                          <a:cs typeface="Arial"/>
                        </a:rPr>
                        <a:t>Demo input; verify factors and baseline</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4"/>
                  </a:ext>
                </a:extLst>
              </a:tr>
              <a:tr h="495300">
                <a:tc>
                  <a:txBody>
                    <a:bodyPr/>
                    <a:lstStyle/>
                    <a:p>
                      <a:pPr algn="l"/>
                      <a:r>
                        <a:rPr sz="1350" b="0">
                          <a:solidFill>
                            <a:srgbClr val="163B2A"/>
                          </a:solidFill>
                          <a:latin typeface="Arial"/>
                          <a:ea typeface="Arial"/>
                          <a:cs typeface="Arial"/>
                        </a:rPr>
                        <a:t>9 Industry, innovation and infrastructure</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350" b="0">
                          <a:solidFill>
                            <a:srgbClr val="163B2A"/>
                          </a:solidFill>
                          <a:latin typeface="Arial"/>
                          <a:ea typeface="Arial"/>
                          <a:cs typeface="Arial"/>
                        </a:rPr>
                        <a:t>Traceable digital workflow</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350" b="0">
                          <a:solidFill>
                            <a:srgbClr val="163B2A"/>
                          </a:solidFill>
                          <a:latin typeface="Arial"/>
                          <a:ea typeface="Arial"/>
                          <a:cs typeface="Arial"/>
                        </a:rPr>
                        <a:t>Local system; test store adoption</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5"/>
                  </a:ext>
                </a:extLst>
              </a:tr>
              <a:tr h="495300">
                <a:tc>
                  <a:txBody>
                    <a:bodyPr/>
                    <a:lstStyle/>
                    <a:p>
                      <a:pPr algn="l"/>
                      <a:r>
                        <a:rPr sz="1350" b="0">
                          <a:solidFill>
                            <a:srgbClr val="163B2A"/>
                          </a:solidFill>
                          <a:latin typeface="Arial"/>
                          <a:ea typeface="Arial"/>
                          <a:cs typeface="Arial"/>
                        </a:rPr>
                        <a:t>11 Sustainable cities and communities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350" b="0">
                          <a:solidFill>
                            <a:srgbClr val="163B2A"/>
                          </a:solidFill>
                          <a:latin typeface="Arial"/>
                          <a:ea typeface="Arial"/>
                          <a:cs typeface="Arial"/>
                        </a:rPr>
                        <a:t>Community food disposition</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350" b="0">
                          <a:solidFill>
                            <a:srgbClr val="163B2A"/>
                          </a:solidFill>
                          <a:latin typeface="Arial"/>
                          <a:ea typeface="Arial"/>
                          <a:cs typeface="Arial"/>
                        </a:rPr>
                        <a:t>Proposed route; verify real outcomes</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6"/>
                  </a:ext>
                </a:extLst>
              </a:tr>
              <a:tr h="495300">
                <a:tc>
                  <a:txBody>
                    <a:bodyPr/>
                    <a:lstStyle/>
                    <a:p>
                      <a:pPr algn="l"/>
                      <a:r>
                        <a:rPr sz="1350" b="0">
                          <a:solidFill>
                            <a:srgbClr val="163B2A"/>
                          </a:solidFill>
                          <a:latin typeface="Arial"/>
                          <a:ea typeface="Arial"/>
                          <a:cs typeface="Arial"/>
                        </a:rPr>
                        <a:t>17 Partnerships for the Goals</a:t>
                      </a:r>
                    </a:p>
                  </a:txBody>
                  <a:tcPr anchor="ctr">
                    <a:lnL w="9525">
                      <a:solidFill>
                        <a:srgbClr val="B7BA9A"/>
                      </a:solidFill>
                      <a:prstDash val="soli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350" b="0">
                          <a:solidFill>
                            <a:srgbClr val="163B2A"/>
                          </a:solidFill>
                          <a:latin typeface="Arial"/>
                          <a:ea typeface="Arial"/>
                          <a:cs typeface="Arial"/>
                        </a:rPr>
                        <a:t>Store and recipient cooperation</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tc>
                  <a:txBody>
                    <a:bodyPr/>
                    <a:lstStyle/>
                    <a:p>
                      <a:pPr algn="ctr"/>
                      <a:r>
                        <a:rPr sz="1350" b="0">
                          <a:solidFill>
                            <a:srgbClr val="163B2A"/>
                          </a:solidFill>
                          <a:latin typeface="Arial"/>
                          <a:ea typeface="Arial"/>
                          <a:cs typeface="Arial"/>
                        </a:rPr>
                        <a:t>Proposed network; no signed partners</a:t>
                      </a:r>
                    </a:p>
                  </a:txBody>
                  <a:tcPr anchor="ctr">
                    <a:lnL w="9525" cap="flat" cmpd="sng" algn="ctr">
                      <a:solidFill>
                        <a:srgbClr val="B7BA9A"/>
                      </a:solidFill>
                      <a:prstDash val="solid"/>
                      <a:round/>
                      <a:headEnd type="none" w="med" len="med"/>
                      <a:tailEnd type="none" w="med" len="med"/>
                    </a:lnL>
                    <a:lnR w="9525">
                      <a:solidFill>
                        <a:srgbClr val="B7BA9A"/>
                      </a:solidFill>
                      <a:prstDash val="solid"/>
                    </a:lnR>
                    <a:lnT w="9525" cap="flat" cmpd="sng" algn="ctr">
                      <a:solidFill>
                        <a:srgbClr val="B7BA9A"/>
                      </a:solidFill>
                      <a:prstDash val="solid"/>
                      <a:round/>
                      <a:headEnd type="none" w="med" len="med"/>
                      <a:tailEnd type="none" w="med" len="med"/>
                    </a:lnT>
                    <a:lnB w="9525">
                      <a:solidFill>
                        <a:srgbClr val="B7BA9A"/>
                      </a:solidFill>
                      <a:prstDash val="solid"/>
                    </a:lnB>
                    <a:solidFill>
                      <a:srgbClr val="FFFBEF"/>
                    </a:solidFill>
                  </a:tcPr>
                </a:tc>
                <a:extLst>
                  <a:ext uri="{0D108BD9-81ED-4DB2-BD59-A6C34878D82A}">
                    <a16:rowId xmlns:a16="http://schemas.microsoft.com/office/drawing/2014/main" val="10007"/>
                  </a:ext>
                </a:extLst>
              </a:tr>
            </a:tbl>
          </a:graphicData>
        </a:graphic>
      </p:graphicFrame>
      <p:sp>
        <p:nvSpPr>
          <p:cNvPr id="10" name="矩形 9">
            <a:extLst>
              <a:ext uri="{FF2B5EF4-FFF2-40B4-BE49-F238E27FC236}">
                <a16:creationId xmlns:a16="http://schemas.microsoft.com/office/drawing/2014/main" id="{74C1477A-9603-4707-B959-BE0722E72A5C}"/>
              </a:ext>
            </a:extLst>
          </p:cNvPr>
          <p:cNvSpPr>
            <a:spLocks noGrp="1"/>
          </p:cNvSpPr>
          <p:nvPr/>
        </p:nvSpPr>
        <p:spPr>
          <a:xfrm>
            <a:off x="457200" y="5934075"/>
            <a:ext cx="9239250" cy="381000"/>
          </a:xfrm>
          <a:prstGeom prst="rect">
            <a:avLst/>
          </a:prstGeom>
          <a:noFill/>
          <a:ln w="0">
            <a:noFill/>
            <a:prstDash val="solid"/>
          </a:ln>
        </p:spPr>
        <p:txBody>
          <a:bodyPr wrap="square" lIns="0" tIns="0" rIns="0" bIns="0" anchor="t">
            <a:noAutofit/>
          </a:bodyPr>
          <a:lstStyle>
            <a:defPPr algn="l">
              <a:defRPr sz="1875" b="1">
                <a:solidFill>
                  <a:srgbClr val="598C6C"/>
                </a:solidFill>
                <a:latin typeface="Arial"/>
                <a:ea typeface="Arial"/>
                <a:cs typeface="Arial"/>
              </a:defRPr>
            </a:defPPr>
            <a:lvl1pPr algn="l">
              <a:defRPr sz="1875" b="1">
                <a:solidFill>
                  <a:srgbClr val="598C6C"/>
                </a:solidFill>
                <a:latin typeface="Arial"/>
                <a:ea typeface="Arial"/>
                <a:cs typeface="Arial"/>
              </a:defRPr>
            </a:lvl1pPr>
            <a:lvl2pPr algn="l">
              <a:defRPr sz="1875" b="1">
                <a:solidFill>
                  <a:srgbClr val="598C6C"/>
                </a:solidFill>
                <a:latin typeface="Arial"/>
                <a:ea typeface="Arial"/>
                <a:cs typeface="Arial"/>
              </a:defRPr>
            </a:lvl2pPr>
            <a:lvl3pPr algn="l">
              <a:defRPr sz="1875" b="1">
                <a:solidFill>
                  <a:srgbClr val="598C6C"/>
                </a:solidFill>
                <a:latin typeface="Arial"/>
                <a:ea typeface="Arial"/>
                <a:cs typeface="Arial"/>
              </a:defRPr>
            </a:lvl3pPr>
            <a:lvl4pPr algn="l">
              <a:defRPr sz="1875" b="1">
                <a:solidFill>
                  <a:srgbClr val="598C6C"/>
                </a:solidFill>
                <a:latin typeface="Arial"/>
                <a:ea typeface="Arial"/>
                <a:cs typeface="Arial"/>
              </a:defRPr>
            </a:lvl4pPr>
            <a:lvl5pPr algn="l">
              <a:defRPr sz="1875" b="1">
                <a:solidFill>
                  <a:srgbClr val="598C6C"/>
                </a:solidFill>
                <a:latin typeface="Arial"/>
                <a:ea typeface="Arial"/>
                <a:cs typeface="Arial"/>
              </a:defRPr>
            </a:lvl5pPr>
            <a:lvl6pPr algn="l">
              <a:defRPr sz="1875" b="1">
                <a:solidFill>
                  <a:srgbClr val="598C6C"/>
                </a:solidFill>
                <a:latin typeface="Arial"/>
                <a:ea typeface="Arial"/>
                <a:cs typeface="Arial"/>
              </a:defRPr>
            </a:lvl6pPr>
            <a:lvl7pPr algn="l">
              <a:defRPr sz="1875" b="1">
                <a:solidFill>
                  <a:srgbClr val="598C6C"/>
                </a:solidFill>
                <a:latin typeface="Arial"/>
                <a:ea typeface="Arial"/>
                <a:cs typeface="Arial"/>
              </a:defRPr>
            </a:lvl7pPr>
            <a:lvl8pPr algn="l">
              <a:defRPr sz="1875" b="1">
                <a:solidFill>
                  <a:srgbClr val="598C6C"/>
                </a:solidFill>
                <a:latin typeface="Arial"/>
                <a:ea typeface="Arial"/>
                <a:cs typeface="Arial"/>
              </a:defRPr>
            </a:lvl8pPr>
            <a:lvl9pPr algn="l">
              <a:defRPr sz="1875" b="1">
                <a:solidFill>
                  <a:srgbClr val="598C6C"/>
                </a:solidFill>
                <a:latin typeface="Arial"/>
                <a:ea typeface="Arial"/>
                <a:cs typeface="Arial"/>
              </a:defRPr>
            </a:lvl9pPr>
          </a:lstStyle>
          <a:p>
            <a:pPr algn="l">
              <a:defRPr sz="1875" b="1">
                <a:solidFill>
                  <a:srgbClr val="598C6C"/>
                </a:solidFill>
                <a:latin typeface="Arial"/>
                <a:ea typeface="Arial"/>
                <a:cs typeface="Arial"/>
              </a:defRPr>
            </a:pPr>
            <a:r>
              <a:rPr sz="1875" b="1">
                <a:solidFill>
                  <a:srgbClr val="598C6C"/>
                </a:solidFill>
                <a:latin typeface="Arial"/>
                <a:ea typeface="Arial"/>
                <a:cs typeface="Arial"/>
              </a:rPr>
              <a:t>The other ten goals are outside our main contribution claims for now.</a:t>
            </a:r>
          </a:p>
        </p:txBody>
      </p:sp>
    </p:spTree>
    <p:extLst>
      <p:ext uri="{BB962C8B-B14F-4D97-AF65-F5344CB8AC3E}">
        <p14:creationId xmlns:p14="http://schemas.microsoft.com/office/powerpoint/2010/main" val="84756853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10612</Words>
  <Application>Microsoft Office PowerPoint</Application>
  <DocSecurity>0</DocSecurity>
  <PresentationFormat>宽屏</PresentationFormat>
  <Paragraphs>1080</Paragraphs>
  <Slides>32</Slides>
  <Notes>32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32</vt:i4>
      </vt:variant>
    </vt:vector>
  </HeadingPairs>
  <TitlesOfParts>
    <vt:vector size="36" baseType="lpstr">
      <vt:lpstr>Aptos</vt:lpstr>
      <vt:lpstr>Arial</vt:lpstr>
      <vt:lpstr>Arial Narrow</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蜂蜜 抽子</cp:lastModifiedBy>
  <cp:revision>1</cp:revision>
  <dcterms:created xsi:type="dcterms:W3CDTF">2026-10-23T15:17:21Z</dcterms:created>
  <dcterms:modified xsi:type="dcterms:W3CDTF">2026-10-23T15:17:27Z</dcterms:modified>
</cp:coreProperties>
</file>